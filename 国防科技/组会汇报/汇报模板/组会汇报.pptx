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emf" ContentType="image/x-emf"/>
  <Default Extension="wdp" ContentType="image/vnd.ms-photo"/>
  <Default Extension="rels" ContentType="application/vnd.openxmlformats-package.relationships+xml"/>
  <Override PartName="/customXml/itemProps6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4.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7" r:id="rId3"/>
    <p:sldMasterId id="2147483679" r:id="rId4"/>
    <p:sldMasterId id="2147483693" r:id="rId5"/>
    <p:sldMasterId id="2147483709" r:id="rId6"/>
  </p:sldMasterIdLst>
  <p:notesMasterIdLst>
    <p:notesMasterId r:id="rId8"/>
  </p:notesMasterIdLst>
  <p:sldIdLst>
    <p:sldId id="639" r:id="rId7"/>
    <p:sldId id="1089" r:id="rId9"/>
    <p:sldId id="1835037" r:id="rId10"/>
    <p:sldId id="1835081" r:id="rId11"/>
    <p:sldId id="1835068" r:id="rId12"/>
    <p:sldId id="1835085" r:id="rId13"/>
    <p:sldId id="1835087" r:id="rId14"/>
    <p:sldId id="1835088" r:id="rId15"/>
    <p:sldId id="1835094" r:id="rId16"/>
    <p:sldId id="1835095" r:id="rId17"/>
    <p:sldId id="1835096" r:id="rId18"/>
    <p:sldId id="1835089" r:id="rId19"/>
    <p:sldId id="1835092" r:id="rId20"/>
    <p:sldId id="1835093" r:id="rId21"/>
    <p:sldId id="1835097" r:id="rId22"/>
  </p:sldIdLst>
  <p:sldSz cx="12192000" cy="6858000"/>
  <p:notesSz cx="6858000" cy="9144000"/>
  <p:custDataLst>
    <p:tags r:id="rId29"/>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609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1219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2438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3048000" algn="l" defTabSz="12192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3657600" algn="l" defTabSz="12192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4267200" algn="l" defTabSz="12192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4876800" algn="l" defTabSz="12192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17" userDrawn="1">
          <p15:clr>
            <a:srgbClr val="A4A3A4"/>
          </p15:clr>
        </p15:guide>
        <p15:guide id="2" pos="383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uiwangnudt" initials="r"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660033"/>
    <a:srgbClr val="800000"/>
    <a:srgbClr val="FF9900"/>
    <a:srgbClr val="99FF99"/>
    <a:srgbClr val="66FF66"/>
    <a:srgbClr val="FF6600"/>
    <a:srgbClr val="663300"/>
    <a:srgbClr val="FF5050"/>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94" autoAdjust="0"/>
    <p:restoredTop sz="83597" autoAdjust="0"/>
  </p:normalViewPr>
  <p:slideViewPr>
    <p:cSldViewPr showGuides="1">
      <p:cViewPr varScale="1">
        <p:scale>
          <a:sx n="63" d="100"/>
          <a:sy n="63" d="100"/>
        </p:scale>
        <p:origin x="672" y="18"/>
      </p:cViewPr>
      <p:guideLst>
        <p:guide orient="horz" pos="2117"/>
        <p:guide pos="3839"/>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795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2.xml"/><Relationship Id="rId8" Type="http://schemas.openxmlformats.org/officeDocument/2006/relationships/notesMaster" Target="notesMasters/notesMaster1.xml"/><Relationship Id="rId7" Type="http://schemas.openxmlformats.org/officeDocument/2006/relationships/slide" Target="slides/slide1.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9" Type="http://schemas.openxmlformats.org/officeDocument/2006/relationships/tags" Target="tags/tag64.xml"/><Relationship Id="rId28" Type="http://schemas.openxmlformats.org/officeDocument/2006/relationships/customXml" Target="../customXml/item1.xml"/><Relationship Id="rId27" Type="http://schemas.openxmlformats.org/officeDocument/2006/relationships/customXmlProps" Target="../customXml/itemProps63.xml"/><Relationship Id="rId26" Type="http://schemas.openxmlformats.org/officeDocument/2006/relationships/commentAuthors" Target="commentAuthors.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 Type="http://schemas.openxmlformats.org/officeDocument/2006/relationships/slide" Target="slides/slide9.xml"/><Relationship Id="rId15" Type="http://schemas.openxmlformats.org/officeDocument/2006/relationships/slide" Target="slides/slide8.xml"/><Relationship Id="rId14" Type="http://schemas.openxmlformats.org/officeDocument/2006/relationships/slide" Target="slides/slide7.xml"/><Relationship Id="rId13" Type="http://schemas.openxmlformats.org/officeDocument/2006/relationships/slide" Target="slides/slide6.xml"/><Relationship Id="rId12" Type="http://schemas.openxmlformats.org/officeDocument/2006/relationships/slide" Target="slides/slide5.xml"/><Relationship Id="rId11" Type="http://schemas.openxmlformats.org/officeDocument/2006/relationships/slide" Target="slides/slide4.xml"/><Relationship Id="rId10" Type="http://schemas.openxmlformats.org/officeDocument/2006/relationships/slide" Target="slides/slide3.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Calibri" panose="020F0502020204030204" pitchFamily="34" charset="0"/>
              </a:defRPr>
            </a:lvl1pPr>
          </a:lstStyle>
          <a:p>
            <a:pPr>
              <a:defRPr/>
            </a:pPr>
            <a:endParaRPr lang="zh-CN" altLang="en-US"/>
          </a:p>
        </p:txBody>
      </p:sp>
      <p:sp>
        <p:nvSpPr>
          <p:cNvPr id="5222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Calibri" panose="020F0502020204030204" pitchFamily="34" charset="0"/>
              </a:defRPr>
            </a:lvl1pPr>
          </a:lstStyle>
          <a:p>
            <a:pPr>
              <a:defRPr/>
            </a:pPr>
            <a:fld id="{7D9A8589-98ED-4673-8D7B-960CBD09AEEB}" type="datetimeFigureOut">
              <a:rPr lang="zh-CN" altLang="en-US"/>
            </a:fld>
            <a:endParaRPr lang="en-US" altLang="zh-CN"/>
          </a:p>
        </p:txBody>
      </p:sp>
      <p:sp>
        <p:nvSpPr>
          <p:cNvPr id="3277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p:spPr>
      </p:sp>
      <p:sp>
        <p:nvSpPr>
          <p:cNvPr id="52229"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5223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Calibri" panose="020F0502020204030204" pitchFamily="34" charset="0"/>
              </a:defRPr>
            </a:lvl1pPr>
          </a:lstStyle>
          <a:p>
            <a:pPr>
              <a:defRPr/>
            </a:pPr>
            <a:endParaRPr lang="en-US" altLang="zh-CN"/>
          </a:p>
        </p:txBody>
      </p:sp>
      <p:sp>
        <p:nvSpPr>
          <p:cNvPr id="5223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Calibri" panose="020F0502020204030204" pitchFamily="34" charset="0"/>
              </a:defRPr>
            </a:lvl1pPr>
          </a:lstStyle>
          <a:p>
            <a:pPr>
              <a:defRPr/>
            </a:pPr>
            <a:fld id="{0545DDE7-399F-45A5-89D0-47ABC51C7DDC}"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600" kern="1200">
        <a:solidFill>
          <a:schemeClr val="tx1"/>
        </a:solidFill>
        <a:latin typeface="Calibri" panose="020F0502020204030204" pitchFamily="34" charset="0"/>
        <a:ea typeface="宋体" panose="02010600030101010101" pitchFamily="2" charset="-122"/>
        <a:cs typeface="+mn-cs"/>
      </a:defRPr>
    </a:lvl1pPr>
    <a:lvl2pPr marL="609600" algn="l" rtl="0" eaLnBrk="0" fontAlgn="base" hangingPunct="0">
      <a:spcBef>
        <a:spcPct val="30000"/>
      </a:spcBef>
      <a:spcAft>
        <a:spcPct val="0"/>
      </a:spcAft>
      <a:defRPr sz="1600" kern="1200">
        <a:solidFill>
          <a:schemeClr val="tx1"/>
        </a:solidFill>
        <a:latin typeface="Calibri" panose="020F0502020204030204" pitchFamily="34" charset="0"/>
        <a:ea typeface="宋体" panose="02010600030101010101" pitchFamily="2" charset="-122"/>
        <a:cs typeface="+mn-cs"/>
      </a:defRPr>
    </a:lvl2pPr>
    <a:lvl3pPr marL="1219200" algn="l" rtl="0" eaLnBrk="0" fontAlgn="base" hangingPunct="0">
      <a:spcBef>
        <a:spcPct val="30000"/>
      </a:spcBef>
      <a:spcAft>
        <a:spcPct val="0"/>
      </a:spcAft>
      <a:defRPr sz="1600" kern="1200">
        <a:solidFill>
          <a:schemeClr val="tx1"/>
        </a:solidFill>
        <a:latin typeface="Calibri" panose="020F0502020204030204" pitchFamily="34" charset="0"/>
        <a:ea typeface="宋体" panose="02010600030101010101" pitchFamily="2" charset="-122"/>
        <a:cs typeface="+mn-cs"/>
      </a:defRPr>
    </a:lvl3pPr>
    <a:lvl4pPr marL="1828800" algn="l" rtl="0" eaLnBrk="0" fontAlgn="base" hangingPunct="0">
      <a:spcBef>
        <a:spcPct val="30000"/>
      </a:spcBef>
      <a:spcAft>
        <a:spcPct val="0"/>
      </a:spcAft>
      <a:defRPr sz="1600" kern="1200">
        <a:solidFill>
          <a:schemeClr val="tx1"/>
        </a:solidFill>
        <a:latin typeface="Calibri" panose="020F0502020204030204" pitchFamily="34" charset="0"/>
        <a:ea typeface="宋体" panose="02010600030101010101" pitchFamily="2" charset="-122"/>
        <a:cs typeface="+mn-cs"/>
      </a:defRPr>
    </a:lvl4pPr>
    <a:lvl5pPr marL="2438400" algn="l" rtl="0" eaLnBrk="0" fontAlgn="base" hangingPunct="0">
      <a:spcBef>
        <a:spcPct val="30000"/>
      </a:spcBef>
      <a:spcAft>
        <a:spcPct val="0"/>
      </a:spcAft>
      <a:defRPr sz="1600" kern="1200">
        <a:solidFill>
          <a:schemeClr val="tx1"/>
        </a:solidFill>
        <a:latin typeface="Calibri" panose="020F0502020204030204" pitchFamily="34" charset="0"/>
        <a:ea typeface="宋体" panose="02010600030101010101" pitchFamily="2" charset="-122"/>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8A44A740-92F6-4358-8C99-806DA50E1C0E}"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8A44A740-92F6-4358-8C99-806DA50E1C0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image" Target="../media/image8.jpeg"/><Relationship Id="rId8" Type="http://schemas.microsoft.com/office/2007/relationships/hdphoto" Target="../media/image7.wdp"/><Relationship Id="rId7" Type="http://schemas.openxmlformats.org/officeDocument/2006/relationships/image" Target="../media/image6.png"/><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jpeg"/><Relationship Id="rId11" Type="http://schemas.openxmlformats.org/officeDocument/2006/relationships/image" Target="../media/image10.png"/><Relationship Id="rId10" Type="http://schemas.openxmlformats.org/officeDocument/2006/relationships/image" Target="../media/image9.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9" Type="http://schemas.openxmlformats.org/officeDocument/2006/relationships/image" Target="../media/image8.jpeg"/><Relationship Id="rId8" Type="http://schemas.microsoft.com/office/2007/relationships/hdphoto" Target="../media/image7.wdp"/><Relationship Id="rId7" Type="http://schemas.openxmlformats.org/officeDocument/2006/relationships/image" Target="../media/image6.png"/><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jpeg"/><Relationship Id="rId11" Type="http://schemas.openxmlformats.org/officeDocument/2006/relationships/image" Target="../media/image10.png"/><Relationship Id="rId10" Type="http://schemas.openxmlformats.org/officeDocument/2006/relationships/image" Target="../media/image9.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9" Type="http://schemas.openxmlformats.org/officeDocument/2006/relationships/image" Target="../media/image8.jpeg"/><Relationship Id="rId8" Type="http://schemas.microsoft.com/office/2007/relationships/hdphoto" Target="../media/image7.wdp"/><Relationship Id="rId7" Type="http://schemas.openxmlformats.org/officeDocument/2006/relationships/image" Target="../media/image6.png"/><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jpeg"/><Relationship Id="rId11" Type="http://schemas.openxmlformats.org/officeDocument/2006/relationships/image" Target="../media/image10.png"/><Relationship Id="rId10" Type="http://schemas.openxmlformats.org/officeDocument/2006/relationships/image" Target="../media/image9.jpe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9" Type="http://schemas.openxmlformats.org/officeDocument/2006/relationships/image" Target="../media/image8.jpeg"/><Relationship Id="rId8" Type="http://schemas.microsoft.com/office/2007/relationships/hdphoto" Target="../media/image7.wdp"/><Relationship Id="rId7" Type="http://schemas.openxmlformats.org/officeDocument/2006/relationships/image" Target="../media/image6.png"/><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jpeg"/><Relationship Id="rId11" Type="http://schemas.openxmlformats.org/officeDocument/2006/relationships/image" Target="../media/image10.png"/><Relationship Id="rId10" Type="http://schemas.openxmlformats.org/officeDocument/2006/relationships/image" Target="../media/image9.jpeg"/><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4_标题幻灯片">
    <p:bg>
      <p:bgPr>
        <a:solidFill>
          <a:schemeClr val="bg1"/>
        </a:solidFill>
        <a:effectLst/>
      </p:bgPr>
    </p:bg>
    <p:spTree>
      <p:nvGrpSpPr>
        <p:cNvPr id="1" name=""/>
        <p:cNvGrpSpPr/>
        <p:nvPr/>
      </p:nvGrpSpPr>
      <p:grpSpPr>
        <a:xfrm>
          <a:off x="0" y="0"/>
          <a:ext cx="0" cy="0"/>
          <a:chOff x="0" y="0"/>
          <a:chExt cx="0" cy="0"/>
        </a:xfrm>
      </p:grpSpPr>
      <p:sp>
        <p:nvSpPr>
          <p:cNvPr id="10" name="矩形 9"/>
          <p:cNvSpPr/>
          <p:nvPr/>
        </p:nvSpPr>
        <p:spPr>
          <a:xfrm>
            <a:off x="335360" y="2326298"/>
            <a:ext cx="8369777" cy="377411"/>
          </a:xfrm>
          <a:prstGeom prst="rect">
            <a:avLst/>
          </a:prstGeom>
        </p:spPr>
        <p:txBody>
          <a:bodyPr wrap="square">
            <a:spAutoFit/>
          </a:bodyPr>
          <a:lstStyle/>
          <a:p>
            <a:pPr algn="just">
              <a:lnSpc>
                <a:spcPct val="120000"/>
              </a:lnSpc>
            </a:pPr>
            <a:r>
              <a:rPr lang="zh-CN" altLang="en-US" sz="1700" dirty="0">
                <a:solidFill>
                  <a:prstClr val="white"/>
                </a:solidFill>
                <a:latin typeface="+mn-lt"/>
                <a:ea typeface="+mn-ea"/>
                <a:cs typeface="+mn-ea"/>
                <a:sym typeface="+mn-lt"/>
              </a:rPr>
              <a:t>  </a:t>
            </a:r>
            <a:endParaRPr lang="zh-CN" altLang="en-US" sz="1700" dirty="0">
              <a:latin typeface="+mn-lt"/>
              <a:ea typeface="+mn-ea"/>
              <a:cs typeface="+mn-ea"/>
              <a:sym typeface="+mn-lt"/>
            </a:endParaRPr>
          </a:p>
        </p:txBody>
      </p:sp>
      <p:sp>
        <p:nvSpPr>
          <p:cNvPr id="3" name="Rectangle 28"/>
          <p:cNvSpPr/>
          <p:nvPr userDrawn="1"/>
        </p:nvSpPr>
        <p:spPr>
          <a:xfrm>
            <a:off x="352218" y="3609352"/>
            <a:ext cx="11504421" cy="2988000"/>
          </a:xfrm>
          <a:prstGeom prst="rect">
            <a:avLst/>
          </a:prstGeom>
          <a:solidFill>
            <a:schemeClr val="tx2">
              <a:lumMod val="20000"/>
              <a:lumOff val="80000"/>
            </a:schemeClr>
          </a:solidFill>
          <a:ln w="12700" cap="flat" cmpd="sng" algn="ctr">
            <a:noFill/>
            <a:prstDash val="solid"/>
            <a:miter lim="800000"/>
          </a:ln>
          <a:effectLst/>
        </p:spPr>
        <p:txBody>
          <a:bodyPr lIns="43200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5900" lvl="1" indent="-215900" defTabSz="755650">
              <a:lnSpc>
                <a:spcPct val="110000"/>
              </a:lnSpc>
              <a:spcBef>
                <a:spcPts val="300"/>
              </a:spcBef>
              <a:spcAft>
                <a:spcPts val="0"/>
              </a:spcAft>
              <a:buClr>
                <a:srgbClr val="C00000"/>
              </a:buClr>
              <a:buFontTx/>
              <a:buChar char="•"/>
            </a:pPr>
            <a:endParaRPr lang="zh-CN" altLang="en-US" dirty="0">
              <a:solidFill>
                <a:schemeClr val="tx1">
                  <a:lumMod val="85000"/>
                  <a:lumOff val="15000"/>
                </a:schemeClr>
              </a:solidFill>
              <a:cs typeface="+mn-ea"/>
              <a:sym typeface="+mn-lt"/>
            </a:endParaRPr>
          </a:p>
        </p:txBody>
      </p:sp>
      <p:sp>
        <p:nvSpPr>
          <p:cNvPr id="6" name="矩形: 圆顶角 5"/>
          <p:cNvSpPr/>
          <p:nvPr userDrawn="1"/>
        </p:nvSpPr>
        <p:spPr>
          <a:xfrm>
            <a:off x="352218" y="3072874"/>
            <a:ext cx="11504421" cy="516684"/>
          </a:xfrm>
          <a:prstGeom prst="round2Same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cs typeface="+mn-ea"/>
                <a:sym typeface="+mn-lt"/>
              </a:rPr>
              <a:t>研究方向：复杂系统建模仿真优化及军事应用</a:t>
            </a:r>
            <a:endParaRPr lang="zh-CN" altLang="en-US" sz="2000" dirty="0">
              <a:solidFill>
                <a:schemeClr val="bg1"/>
              </a:solidFill>
              <a:cs typeface="+mn-ea"/>
              <a:sym typeface="+mn-lt"/>
            </a:endParaRPr>
          </a:p>
        </p:txBody>
      </p:sp>
      <p:sp>
        <p:nvSpPr>
          <p:cNvPr id="7" name="矩形 6"/>
          <p:cNvSpPr/>
          <p:nvPr userDrawn="1"/>
        </p:nvSpPr>
        <p:spPr>
          <a:xfrm>
            <a:off x="1968409" y="2316995"/>
            <a:ext cx="8369777" cy="377411"/>
          </a:xfrm>
          <a:prstGeom prst="rect">
            <a:avLst/>
          </a:prstGeom>
        </p:spPr>
        <p:txBody>
          <a:bodyPr wrap="square">
            <a:spAutoFit/>
          </a:bodyPr>
          <a:lstStyle/>
          <a:p>
            <a:pPr algn="just">
              <a:lnSpc>
                <a:spcPct val="120000"/>
              </a:lnSpc>
            </a:pPr>
            <a:r>
              <a:rPr lang="zh-CN" altLang="en-US" sz="1700" dirty="0">
                <a:solidFill>
                  <a:prstClr val="white"/>
                </a:solidFill>
                <a:latin typeface="+mn-lt"/>
                <a:ea typeface="+mn-ea"/>
                <a:cs typeface="+mn-ea"/>
                <a:sym typeface="+mn-lt"/>
              </a:rPr>
              <a:t>  </a:t>
            </a:r>
            <a:endParaRPr lang="zh-CN" altLang="en-US" sz="1700" dirty="0">
              <a:latin typeface="+mn-lt"/>
              <a:ea typeface="+mn-ea"/>
              <a:cs typeface="+mn-ea"/>
              <a:sym typeface="+mn-lt"/>
            </a:endParaRPr>
          </a:p>
        </p:txBody>
      </p:sp>
      <p:pic>
        <p:nvPicPr>
          <p:cNvPr id="9" name="图片 8"/>
          <p:cNvPicPr/>
          <p:nvPr userDrawn="1"/>
        </p:nvPicPr>
        <p:blipFill>
          <a:blip r:embed="rId2" cstate="print">
            <a:extLst>
              <a:ext uri="{28A0092B-C50C-407E-A947-70E740481C1C}">
                <a14:useLocalDpi xmlns:a14="http://schemas.microsoft.com/office/drawing/2010/main" val="0"/>
              </a:ext>
            </a:extLst>
          </a:blip>
          <a:stretch>
            <a:fillRect/>
          </a:stretch>
        </p:blipFill>
        <p:spPr>
          <a:xfrm>
            <a:off x="1866283" y="5012122"/>
            <a:ext cx="1080000" cy="1440000"/>
          </a:xfrm>
          <a:prstGeom prst="rect">
            <a:avLst/>
          </a:prstGeom>
          <a:solidFill>
            <a:srgbClr val="FFFFFF">
              <a:shade val="85000"/>
            </a:srgbClr>
          </a:solidFill>
          <a:ln w="38100" cap="sq">
            <a:solidFill>
              <a:srgbClr val="C00000"/>
            </a:solidFill>
            <a:miter lim="800000"/>
            <a:headEnd/>
            <a:tailEnd/>
          </a:ln>
          <a:effectLst/>
        </p:spPr>
      </p:pic>
      <p:pic>
        <p:nvPicPr>
          <p:cNvPr id="30" name="图片 29"/>
          <p:cNvPicPr/>
          <p:nvPr userDrawn="1"/>
        </p:nvPicPr>
        <p:blipFill rotWithShape="1">
          <a:blip r:embed="rId3" cstate="print">
            <a:extLst>
              <a:ext uri="{28A0092B-C50C-407E-A947-70E740481C1C}">
                <a14:useLocalDpi xmlns:a14="http://schemas.microsoft.com/office/drawing/2010/main" val="0"/>
              </a:ext>
            </a:extLst>
          </a:blip>
          <a:srcRect r="5445"/>
          <a:stretch>
            <a:fillRect/>
          </a:stretch>
        </p:blipFill>
        <p:spPr>
          <a:xfrm>
            <a:off x="3037166" y="5012122"/>
            <a:ext cx="1080000" cy="1440000"/>
          </a:xfrm>
          <a:prstGeom prst="rect">
            <a:avLst/>
          </a:prstGeom>
          <a:solidFill>
            <a:srgbClr val="FFFFFF">
              <a:shade val="85000"/>
            </a:srgbClr>
          </a:solidFill>
          <a:ln w="38100" cap="sq">
            <a:solidFill>
              <a:srgbClr val="C00000"/>
            </a:solidFill>
            <a:miter lim="800000"/>
            <a:headEnd/>
            <a:tailEnd/>
          </a:ln>
          <a:effectLst/>
        </p:spPr>
      </p:pic>
      <p:pic>
        <p:nvPicPr>
          <p:cNvPr id="31" name="图片 30"/>
          <p:cNvPicPr/>
          <p:nvPr userDrawn="1"/>
        </p:nvPicPr>
        <p:blipFill>
          <a:blip r:embed="rId4" cstate="print">
            <a:extLst>
              <a:ext uri="{28A0092B-C50C-407E-A947-70E740481C1C}">
                <a14:useLocalDpi xmlns:a14="http://schemas.microsoft.com/office/drawing/2010/main" val="0"/>
              </a:ext>
            </a:extLst>
          </a:blip>
          <a:stretch>
            <a:fillRect/>
          </a:stretch>
        </p:blipFill>
        <p:spPr>
          <a:xfrm>
            <a:off x="4208049" y="5012122"/>
            <a:ext cx="1080000" cy="1440000"/>
          </a:xfrm>
          <a:prstGeom prst="rect">
            <a:avLst/>
          </a:prstGeom>
          <a:solidFill>
            <a:srgbClr val="FFFFFF">
              <a:shade val="85000"/>
            </a:srgbClr>
          </a:solidFill>
          <a:ln w="38100" cap="sq">
            <a:solidFill>
              <a:srgbClr val="C00000"/>
            </a:solidFill>
            <a:miter lim="800000"/>
            <a:headEnd/>
            <a:tailEnd/>
          </a:ln>
          <a:effectLst/>
        </p:spPr>
      </p:pic>
      <p:pic>
        <p:nvPicPr>
          <p:cNvPr id="64" name="图片 63"/>
          <p:cNvPicPr/>
          <p:nvPr userDrawn="1"/>
        </p:nvPicPr>
        <p:blipFill rotWithShape="1">
          <a:blip r:embed="rId5"/>
          <a:srcRect l="4398" t="7226" r="5718" b="3405"/>
          <a:stretch>
            <a:fillRect/>
          </a:stretch>
        </p:blipFill>
        <p:spPr>
          <a:xfrm>
            <a:off x="5378932" y="5012122"/>
            <a:ext cx="1080000" cy="1440000"/>
          </a:xfrm>
          <a:prstGeom prst="rect">
            <a:avLst/>
          </a:prstGeom>
          <a:solidFill>
            <a:srgbClr val="FFFFFF">
              <a:shade val="85000"/>
            </a:srgbClr>
          </a:solidFill>
          <a:ln w="38100" cap="sq">
            <a:solidFill>
              <a:srgbClr val="C00000"/>
            </a:solidFill>
            <a:miter lim="800000"/>
            <a:headEnd/>
            <a:tailEnd/>
          </a:ln>
          <a:effectLst/>
        </p:spPr>
      </p:pic>
      <p:pic>
        <p:nvPicPr>
          <p:cNvPr id="65" name="图片 64"/>
          <p:cNvPicPr/>
          <p:nvPr userDrawn="1"/>
        </p:nvPicPr>
        <p:blipFill>
          <a:blip r:embed="rId6"/>
          <a:stretch>
            <a:fillRect/>
          </a:stretch>
        </p:blipFill>
        <p:spPr>
          <a:xfrm>
            <a:off x="695400" y="5025656"/>
            <a:ext cx="1080000" cy="1440000"/>
          </a:xfrm>
          <a:prstGeom prst="rect">
            <a:avLst/>
          </a:prstGeom>
          <a:solidFill>
            <a:srgbClr val="FFFFFF">
              <a:shade val="85000"/>
            </a:srgbClr>
          </a:solidFill>
          <a:ln w="38100" cap="sq">
            <a:solidFill>
              <a:srgbClr val="C00000"/>
            </a:solidFill>
            <a:miter lim="800000"/>
            <a:headEnd/>
            <a:tailEnd/>
          </a:ln>
          <a:effectLst/>
        </p:spPr>
      </p:pic>
      <p:pic>
        <p:nvPicPr>
          <p:cNvPr id="66" name="图片 65"/>
          <p:cNvPicPr>
            <a:picLocks noChangeAspect="1"/>
          </p:cNvPicPr>
          <p:nvPr userDrawn="1"/>
        </p:nvPicPr>
        <p:blipFill>
          <a:blip r:embed="rId7" cstate="print">
            <a:extLst>
              <a:ext uri="{BEBA8EAE-BF5A-486C-A8C5-ECC9F3942E4B}">
                <a14:imgProps xmlns:a14="http://schemas.microsoft.com/office/drawing/2010/main">
                  <a14:imgLayer r:embed="rId8">
                    <a14:imgEffect>
                      <a14:sharpenSoften amount="50000"/>
                    </a14:imgEffect>
                  </a14:imgLayer>
                </a14:imgProps>
              </a:ext>
              <a:ext uri="{28A0092B-C50C-407E-A947-70E740481C1C}">
                <a14:useLocalDpi xmlns:a14="http://schemas.microsoft.com/office/drawing/2010/main" val="0"/>
              </a:ext>
            </a:extLst>
          </a:blip>
          <a:stretch>
            <a:fillRect/>
          </a:stretch>
        </p:blipFill>
        <p:spPr>
          <a:xfrm>
            <a:off x="6549815" y="5012123"/>
            <a:ext cx="1961145" cy="1439999"/>
          </a:xfrm>
          <a:prstGeom prst="rect">
            <a:avLst/>
          </a:prstGeom>
          <a:solidFill>
            <a:srgbClr val="FFFFFF">
              <a:shade val="85000"/>
            </a:srgbClr>
          </a:solidFill>
          <a:ln w="38100" cap="sq">
            <a:solidFill>
              <a:srgbClr val="C00000"/>
            </a:solidFill>
            <a:miter lim="800000"/>
            <a:headEnd/>
            <a:tailEnd/>
          </a:ln>
          <a:effectLst/>
        </p:spPr>
      </p:pic>
      <p:grpSp>
        <p:nvGrpSpPr>
          <p:cNvPr id="67" name="组合 66"/>
          <p:cNvGrpSpPr/>
          <p:nvPr userDrawn="1"/>
        </p:nvGrpSpPr>
        <p:grpSpPr>
          <a:xfrm rot="5400000">
            <a:off x="1805622" y="3539448"/>
            <a:ext cx="377411" cy="126909"/>
            <a:chOff x="852982" y="1596593"/>
            <a:chExt cx="881109" cy="296285"/>
          </a:xfrm>
        </p:grpSpPr>
        <p:sp>
          <p:nvSpPr>
            <p:cNvPr id="68" name="椭圆 67"/>
            <p:cNvSpPr/>
            <p:nvPr/>
          </p:nvSpPr>
          <p:spPr>
            <a:xfrm rot="16200000">
              <a:off x="853034" y="1596541"/>
              <a:ext cx="296285" cy="296390"/>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9" name="椭圆 68"/>
            <p:cNvSpPr/>
            <p:nvPr/>
          </p:nvSpPr>
          <p:spPr>
            <a:xfrm rot="16200000">
              <a:off x="879966" y="1623491"/>
              <a:ext cx="242415" cy="242501"/>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0" name="椭圆 69"/>
            <p:cNvSpPr/>
            <p:nvPr/>
          </p:nvSpPr>
          <p:spPr>
            <a:xfrm rot="16200000">
              <a:off x="1437753" y="1596541"/>
              <a:ext cx="296285" cy="296390"/>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1" name="椭圆 70"/>
            <p:cNvSpPr/>
            <p:nvPr/>
          </p:nvSpPr>
          <p:spPr>
            <a:xfrm rot="16200000">
              <a:off x="1464685" y="1623491"/>
              <a:ext cx="242415" cy="242501"/>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72" name="组合 71"/>
            <p:cNvGrpSpPr/>
            <p:nvPr/>
          </p:nvGrpSpPr>
          <p:grpSpPr>
            <a:xfrm rot="16200000">
              <a:off x="1238582" y="1443651"/>
              <a:ext cx="101040" cy="612665"/>
              <a:chOff x="2244455" y="772894"/>
              <a:chExt cx="80004" cy="485002"/>
            </a:xfrm>
          </p:grpSpPr>
          <p:sp>
            <p:nvSpPr>
              <p:cNvPr id="73" name="圆角矩形 15"/>
              <p:cNvSpPr/>
              <p:nvPr/>
            </p:nvSpPr>
            <p:spPr>
              <a:xfrm>
                <a:off x="2244455" y="772894"/>
                <a:ext cx="11053" cy="48500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905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4" name="圆角矩形 16"/>
              <p:cNvSpPr/>
              <p:nvPr/>
            </p:nvSpPr>
            <p:spPr>
              <a:xfrm>
                <a:off x="2313406" y="772896"/>
                <a:ext cx="11053" cy="485000"/>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905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grpSp>
        <p:nvGrpSpPr>
          <p:cNvPr id="75" name="组合 74"/>
          <p:cNvGrpSpPr/>
          <p:nvPr userDrawn="1"/>
        </p:nvGrpSpPr>
        <p:grpSpPr>
          <a:xfrm rot="5400000">
            <a:off x="9660264" y="3539448"/>
            <a:ext cx="377411" cy="126909"/>
            <a:chOff x="852982" y="1596593"/>
            <a:chExt cx="881109" cy="296285"/>
          </a:xfrm>
        </p:grpSpPr>
        <p:sp>
          <p:nvSpPr>
            <p:cNvPr id="76" name="椭圆 75"/>
            <p:cNvSpPr/>
            <p:nvPr/>
          </p:nvSpPr>
          <p:spPr>
            <a:xfrm rot="16200000">
              <a:off x="853034" y="1596541"/>
              <a:ext cx="296285" cy="296390"/>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7" name="椭圆 76"/>
            <p:cNvSpPr/>
            <p:nvPr/>
          </p:nvSpPr>
          <p:spPr>
            <a:xfrm rot="16200000">
              <a:off x="879966" y="1623491"/>
              <a:ext cx="242415" cy="242501"/>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8" name="椭圆 77"/>
            <p:cNvSpPr/>
            <p:nvPr/>
          </p:nvSpPr>
          <p:spPr>
            <a:xfrm rot="16200000">
              <a:off x="1437753" y="1596541"/>
              <a:ext cx="296285" cy="296390"/>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9" name="椭圆 78"/>
            <p:cNvSpPr/>
            <p:nvPr/>
          </p:nvSpPr>
          <p:spPr>
            <a:xfrm rot="16200000">
              <a:off x="1464685" y="1623491"/>
              <a:ext cx="242415" cy="242501"/>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80" name="组合 79"/>
            <p:cNvGrpSpPr/>
            <p:nvPr/>
          </p:nvGrpSpPr>
          <p:grpSpPr>
            <a:xfrm rot="16200000">
              <a:off x="1238582" y="1443651"/>
              <a:ext cx="101040" cy="612665"/>
              <a:chOff x="2244455" y="772894"/>
              <a:chExt cx="80004" cy="485002"/>
            </a:xfrm>
          </p:grpSpPr>
          <p:sp>
            <p:nvSpPr>
              <p:cNvPr id="81" name="圆角矩形 15"/>
              <p:cNvSpPr/>
              <p:nvPr/>
            </p:nvSpPr>
            <p:spPr>
              <a:xfrm>
                <a:off x="2244455" y="772894"/>
                <a:ext cx="11053" cy="48500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905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2" name="圆角矩形 16"/>
              <p:cNvSpPr/>
              <p:nvPr/>
            </p:nvSpPr>
            <p:spPr>
              <a:xfrm>
                <a:off x="2313406" y="772896"/>
                <a:ext cx="11053" cy="485000"/>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905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graphicFrame>
        <p:nvGraphicFramePr>
          <p:cNvPr id="83" name="表格 82"/>
          <p:cNvGraphicFramePr>
            <a:graphicFrameLocks noGrp="1"/>
          </p:cNvGraphicFramePr>
          <p:nvPr userDrawn="1"/>
        </p:nvGraphicFramePr>
        <p:xfrm>
          <a:off x="352217" y="208318"/>
          <a:ext cx="11504422" cy="2800954"/>
        </p:xfrm>
        <a:graphic>
          <a:graphicData uri="http://schemas.openxmlformats.org/drawingml/2006/table">
            <a:tbl>
              <a:tblPr/>
              <a:tblGrid>
                <a:gridCol w="2027995"/>
                <a:gridCol w="5460595"/>
                <a:gridCol w="2007916"/>
                <a:gridCol w="2007916"/>
              </a:tblGrid>
              <a:tr h="477462">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2004.09-2010.10</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a:noFill/>
                    </a:lnL>
                    <a:lnR w="9525" cap="flat" cmpd="sng" algn="ctr">
                      <a:solidFill>
                        <a:srgbClr val="123995"/>
                      </a:solidFill>
                      <a:prstDash val="solid"/>
                      <a:round/>
                      <a:headEnd type="none" w="med" len="med"/>
                      <a:tailEnd type="none" w="med" len="med"/>
                    </a:lnR>
                    <a:lnT w="19050"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国防科技大学信息系统与管理学院</a:t>
                      </a:r>
                      <a:endParaRPr kumimoji="0" lang="en-US" altLang="zh-CN"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19050"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本科、硕士</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19050"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rowSpan="5">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a:noFill/>
                    </a:lnTlToBr>
                    <a:lnBlToTr>
                      <a:noFill/>
                    </a:lnBlToTr>
                    <a:noFill/>
                  </a:tcPr>
                </a:tc>
              </a:tr>
              <a:tr h="950089">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2010.11-2014.01</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a:noFill/>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国防科技大学信息系统与管理学院</a:t>
                      </a:r>
                      <a:endParaRPr kumimoji="0" lang="en-US" altLang="zh-CN"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谢菲尔德大学自动控制与系统工程系</a:t>
                      </a:r>
                      <a:endParaRPr kumimoji="0" lang="en-US" altLang="zh-CN"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The OR Society </a:t>
                      </a:r>
                      <a:r>
                        <a:rPr kumimoji="0" lang="zh-CN" altLang="en-US" sz="1600" b="1"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优秀博士论文奖</a:t>
                      </a:r>
                      <a:endParaRPr kumimoji="0" lang="zh-CN" altLang="en-US" sz="1600" b="1"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博士</a:t>
                      </a: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Wingdings" panose="05000000000000000000" pitchFamily="2" charset="2"/>
                        </a:rPr>
                        <a:t>（</a:t>
                      </a:r>
                      <a:r>
                        <a:rPr kumimoji="0" lang="zh-CN" altLang="en-US" sz="1600" b="0" kern="1200" dirty="0">
                          <a:solidFill>
                            <a:schemeClr val="tx1">
                              <a:lumMod val="85000"/>
                              <a:lumOff val="15000"/>
                            </a:schemeClr>
                          </a:solidFill>
                          <a:latin typeface="+mn-ea"/>
                          <a:ea typeface="黑体" panose="02010609060101010101" pitchFamily="49" charset="-122"/>
                          <a:cs typeface="Times New Roman" panose="02020603050405020304" pitchFamily="18" charset="0"/>
                          <a:sym typeface="Arial" panose="020B0604020202020204" pitchFamily="34" charset="0"/>
                        </a:rPr>
                        <a:t>导师   郭波教授</a:t>
                      </a: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Wingdings" panose="05000000000000000000" pitchFamily="2" charset="2"/>
                        </a:rPr>
                        <a:t>）</a:t>
                      </a:r>
                      <a:endParaRPr kumimoji="0" lang="zh-CN" altLang="en-US" sz="1600" b="0" kern="1200" dirty="0">
                        <a:solidFill>
                          <a:schemeClr val="tx1">
                            <a:lumMod val="85000"/>
                            <a:lumOff val="15000"/>
                          </a:schemeClr>
                        </a:solidFill>
                        <a:latin typeface="+mn-ea"/>
                        <a:ea typeface="黑体" panose="02010609060101010101" pitchFamily="49" charset="-122"/>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vMerge="1">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r>
              <a:tr h="457801">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2014.01-</a:t>
                      </a:r>
                      <a:r>
                        <a:rPr kumimoji="0" lang="zh-CN" altLang="en-US"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至     今 </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a:noFill/>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国防科技大学系统工程学院</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a:solidFill>
                            <a:schemeClr val="tx1">
                              <a:lumMod val="85000"/>
                              <a:lumOff val="15000"/>
                            </a:schemeClr>
                          </a:solidFill>
                          <a:latin typeface="+mn-ea"/>
                          <a:ea typeface="+mn-ea"/>
                          <a:cs typeface="Times New Roman" panose="02020603050405020304" pitchFamily="18" charset="0"/>
                        </a:rPr>
                        <a:t>讲师、副研</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vMerge="1">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r>
              <a:tr h="457801">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2022.10-</a:t>
                      </a:r>
                      <a:r>
                        <a:rPr kumimoji="0" lang="zh-CN" altLang="en-US"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至     今 </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a:noFill/>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a:solidFill>
                            <a:schemeClr val="tx1">
                              <a:lumMod val="85000"/>
                              <a:lumOff val="15000"/>
                            </a:schemeClr>
                          </a:solidFill>
                          <a:latin typeface="+mn-ea"/>
                          <a:ea typeface="+mn-ea"/>
                          <a:cs typeface="Times New Roman" panose="02020603050405020304" pitchFamily="18" charset="0"/>
                        </a:rPr>
                        <a:t>国防科技大学系统工程学院装备管理系</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rPr>
                        <a:t>副主任</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vMerge="1">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r>
              <a:tr h="457801">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kern="1200" dirty="0">
                          <a:solidFill>
                            <a:schemeClr val="tx1">
                              <a:lumMod val="85000"/>
                              <a:lumOff val="15000"/>
                            </a:schemeClr>
                          </a:solidFill>
                          <a:latin typeface="+mn-ea"/>
                          <a:ea typeface="+mn-ea"/>
                          <a:cs typeface="Times New Roman" panose="02020603050405020304" pitchFamily="18" charset="0"/>
                        </a:rPr>
                        <a:t>2022.05-</a:t>
                      </a:r>
                      <a:r>
                        <a:rPr kumimoji="0" lang="zh-CN" altLang="en-US" sz="1600" b="0" kern="1200" dirty="0">
                          <a:solidFill>
                            <a:schemeClr val="tx1">
                              <a:lumMod val="85000"/>
                              <a:lumOff val="15000"/>
                            </a:schemeClr>
                          </a:solidFill>
                          <a:latin typeface="+mn-ea"/>
                          <a:ea typeface="+mn-ea"/>
                          <a:cs typeface="Times New Roman" panose="02020603050405020304" pitchFamily="18" charset="0"/>
                        </a:rPr>
                        <a:t>至     今</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a:noFill/>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rPr>
                        <a:t>多能源系统智慧互联省重点实验室</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rPr>
                        <a:t>常务副主任</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a:noFill/>
                    </a:lnTlToBr>
                    <a:lnBlToTr>
                      <a:noFill/>
                    </a:lnBlToTr>
                    <a:noFill/>
                  </a:tcPr>
                </a:tc>
                <a:tc vMerge="1">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a:noFill/>
                    </a:lnTlToBr>
                    <a:lnBlToTr>
                      <a:noFill/>
                    </a:lnBlToTr>
                    <a:noFill/>
                  </a:tcPr>
                </a:tc>
              </a:tr>
            </a:tbl>
          </a:graphicData>
        </a:graphic>
      </p:graphicFrame>
      <p:sp>
        <p:nvSpPr>
          <p:cNvPr id="84" name="矩形 83"/>
          <p:cNvSpPr/>
          <p:nvPr userDrawn="1"/>
        </p:nvSpPr>
        <p:spPr>
          <a:xfrm>
            <a:off x="617133" y="3679710"/>
            <a:ext cx="4974812" cy="12670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dist" defTabSz="914400" rtl="0" eaLnBrk="1" fontAlgn="base" latinLnBrk="0" hangingPunct="1">
              <a:lnSpc>
                <a:spcPct val="100000"/>
              </a:lnSpc>
              <a:spcBef>
                <a:spcPts val="600"/>
              </a:spcBef>
              <a:spcAft>
                <a:spcPct val="0"/>
              </a:spcAft>
              <a:buClr>
                <a:schemeClr val="tx2"/>
              </a:buClr>
              <a:buSzPct val="80000"/>
              <a:buFont typeface="Wingdings" panose="05000000000000000000" pitchFamily="2" charset="2"/>
              <a:buChar char="n"/>
              <a:defRPr/>
            </a:pPr>
            <a:r>
              <a:rPr lang="zh-CN" altLang="en-US" b="1" dirty="0">
                <a:solidFill>
                  <a:schemeClr val="tx1"/>
                </a:solidFill>
                <a:latin typeface="+mn-lt"/>
                <a:ea typeface="+mn-ea"/>
                <a:cs typeface="+mn-ea"/>
                <a:sym typeface="+mn-lt"/>
              </a:rPr>
              <a:t>国家优秀青年科学基金资助</a:t>
            </a:r>
            <a:endParaRPr lang="en-US" altLang="zh-CN" b="1" dirty="0">
              <a:solidFill>
                <a:schemeClr val="tx1"/>
              </a:solidFill>
              <a:latin typeface="+mn-lt"/>
              <a:ea typeface="+mn-ea"/>
              <a:cs typeface="+mn-ea"/>
              <a:sym typeface="+mn-lt"/>
            </a:endParaRPr>
          </a:p>
          <a:p>
            <a:pPr marL="285750" indent="-285750" algn="dist">
              <a:spcBef>
                <a:spcPts val="600"/>
              </a:spcBef>
              <a:buClr>
                <a:schemeClr val="tx2"/>
              </a:buClr>
              <a:buSzPct val="80000"/>
              <a:buFont typeface="Wingdings" panose="05000000000000000000" pitchFamily="2" charset="2"/>
              <a:buChar char="n"/>
            </a:pPr>
            <a:r>
              <a:rPr lang="zh-CN" altLang="en-US" b="1" dirty="0">
                <a:solidFill>
                  <a:schemeClr val="tx1"/>
                </a:solidFill>
                <a:latin typeface="+mn-lt"/>
                <a:ea typeface="+mn-ea"/>
                <a:cs typeface="+mn-ea"/>
                <a:sym typeface="+mn-lt"/>
              </a:rPr>
              <a:t>教育部自然科学二等奖（</a:t>
            </a:r>
            <a:r>
              <a:rPr lang="en-US" altLang="zh-CN" b="1" dirty="0">
                <a:solidFill>
                  <a:schemeClr val="tx1"/>
                </a:solidFill>
                <a:latin typeface="+mn-lt"/>
                <a:ea typeface="+mn-ea"/>
                <a:cs typeface="+mn-ea"/>
                <a:sym typeface="+mn-lt"/>
              </a:rPr>
              <a:t>1</a:t>
            </a:r>
            <a:r>
              <a:rPr lang="zh-CN" altLang="en-US" b="1" dirty="0">
                <a:solidFill>
                  <a:schemeClr val="tx1"/>
                </a:solidFill>
                <a:latin typeface="+mn-lt"/>
                <a:ea typeface="+mn-ea"/>
                <a:cs typeface="+mn-ea"/>
                <a:sym typeface="+mn-lt"/>
              </a:rPr>
              <a:t>）</a:t>
            </a:r>
            <a:endParaRPr lang="en-US" altLang="zh-CN" b="1" dirty="0">
              <a:solidFill>
                <a:schemeClr val="tx1"/>
              </a:solidFill>
              <a:latin typeface="+mn-lt"/>
              <a:ea typeface="+mn-ea"/>
              <a:cs typeface="+mn-ea"/>
              <a:sym typeface="+mn-lt"/>
            </a:endParaRPr>
          </a:p>
          <a:p>
            <a:pPr marL="285750" indent="-285750" algn="dist">
              <a:spcBef>
                <a:spcPts val="600"/>
              </a:spcBef>
              <a:buClr>
                <a:schemeClr val="tx2"/>
              </a:buClr>
              <a:buSzPct val="80000"/>
              <a:buFont typeface="Wingdings" panose="05000000000000000000" pitchFamily="2" charset="2"/>
              <a:buChar char="n"/>
            </a:pPr>
            <a:r>
              <a:rPr lang="zh-CN" altLang="en-US" b="1" dirty="0">
                <a:solidFill>
                  <a:schemeClr val="tx1"/>
                </a:solidFill>
                <a:latin typeface="+mn-lt"/>
                <a:ea typeface="+mn-ea"/>
                <a:cs typeface="+mn-ea"/>
                <a:sym typeface="+mn-lt"/>
              </a:rPr>
              <a:t>入选军队高层次科技创新人才工程</a:t>
            </a:r>
            <a:endParaRPr lang="zh-CN" altLang="en-US" b="1" dirty="0">
              <a:solidFill>
                <a:schemeClr val="tx1"/>
              </a:solidFill>
              <a:latin typeface="+mn-lt"/>
              <a:ea typeface="+mn-ea"/>
              <a:cs typeface="+mn-ea"/>
              <a:sym typeface="+mn-lt"/>
            </a:endParaRPr>
          </a:p>
        </p:txBody>
      </p:sp>
      <p:sp>
        <p:nvSpPr>
          <p:cNvPr id="85" name="矩形 84"/>
          <p:cNvSpPr/>
          <p:nvPr userDrawn="1"/>
        </p:nvSpPr>
        <p:spPr>
          <a:xfrm>
            <a:off x="6678324" y="3657344"/>
            <a:ext cx="5034300" cy="12670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dist" defTabSz="914400" rtl="0" eaLnBrk="1" fontAlgn="base" latinLnBrk="0" hangingPunct="1">
              <a:lnSpc>
                <a:spcPct val="100000"/>
              </a:lnSpc>
              <a:spcBef>
                <a:spcPts val="600"/>
              </a:spcBef>
              <a:spcAft>
                <a:spcPct val="0"/>
              </a:spcAft>
              <a:buClr>
                <a:schemeClr val="tx2"/>
              </a:buClr>
              <a:buSzPct val="80000"/>
              <a:buFont typeface="Wingdings" panose="05000000000000000000" pitchFamily="2" charset="2"/>
              <a:buChar char="n"/>
              <a:defRPr/>
            </a:pPr>
            <a:r>
              <a:rPr lang="zh-CN" altLang="en-US" b="1" dirty="0">
                <a:solidFill>
                  <a:schemeClr val="tx1"/>
                </a:solidFill>
                <a:latin typeface="+mn-lt"/>
                <a:ea typeface="+mn-ea"/>
                <a:cs typeface="+mn-ea"/>
                <a:sym typeface="+mn-lt"/>
              </a:rPr>
              <a:t>第十一届湖南省青年科技奖</a:t>
            </a:r>
            <a:endParaRPr lang="en-US" altLang="zh-CN" b="1" dirty="0">
              <a:solidFill>
                <a:schemeClr val="tx1"/>
              </a:solidFill>
              <a:latin typeface="+mn-lt"/>
              <a:ea typeface="+mn-ea"/>
              <a:cs typeface="+mn-ea"/>
              <a:sym typeface="+mn-lt"/>
            </a:endParaRPr>
          </a:p>
          <a:p>
            <a:pPr marL="285750" indent="-285750" algn="dist">
              <a:spcBef>
                <a:spcPts val="600"/>
              </a:spcBef>
              <a:buClr>
                <a:schemeClr val="tx2"/>
              </a:buClr>
              <a:buSzPct val="80000"/>
              <a:buFont typeface="Wingdings" panose="05000000000000000000" pitchFamily="2" charset="2"/>
              <a:buChar char="n"/>
            </a:pPr>
            <a:r>
              <a:rPr lang="zh-CN" altLang="en-US" b="1" dirty="0">
                <a:solidFill>
                  <a:schemeClr val="tx1"/>
                </a:solidFill>
                <a:latin typeface="+mn-lt"/>
                <a:ea typeface="+mn-ea"/>
                <a:cs typeface="+mn-ea"/>
                <a:sym typeface="+mn-lt"/>
              </a:rPr>
              <a:t>中国仿真学会自然科学一等奖</a:t>
            </a:r>
            <a:r>
              <a:rPr lang="en-US" altLang="zh-CN" b="1" dirty="0">
                <a:solidFill>
                  <a:schemeClr val="tx1"/>
                </a:solidFill>
                <a:latin typeface="+mn-lt"/>
                <a:ea typeface="+mn-ea"/>
                <a:cs typeface="+mn-ea"/>
                <a:sym typeface="+mn-lt"/>
              </a:rPr>
              <a:t>(1)</a:t>
            </a:r>
            <a:endParaRPr lang="en-US" altLang="zh-CN" b="1" dirty="0">
              <a:solidFill>
                <a:schemeClr val="tx1"/>
              </a:solidFill>
              <a:latin typeface="+mn-lt"/>
              <a:ea typeface="+mn-ea"/>
              <a:cs typeface="+mn-ea"/>
              <a:sym typeface="+mn-lt"/>
            </a:endParaRPr>
          </a:p>
          <a:p>
            <a:pPr marL="285750" indent="-285750" algn="dist">
              <a:spcBef>
                <a:spcPts val="600"/>
              </a:spcBef>
              <a:buClr>
                <a:schemeClr val="tx2"/>
              </a:buClr>
              <a:buSzPct val="80000"/>
              <a:buFont typeface="Wingdings" panose="05000000000000000000" pitchFamily="2" charset="2"/>
              <a:buChar char="n"/>
            </a:pPr>
            <a:r>
              <a:rPr lang="zh-CN" altLang="en-US" b="1" dirty="0">
                <a:solidFill>
                  <a:schemeClr val="tx1"/>
                </a:solidFill>
                <a:latin typeface="+mn-lt"/>
                <a:ea typeface="+mn-ea"/>
                <a:cs typeface="+mn-ea"/>
                <a:sym typeface="+mn-lt"/>
              </a:rPr>
              <a:t>首届吴文俊人工智能优秀青年奖</a:t>
            </a:r>
            <a:endParaRPr lang="zh-CN" altLang="en-US" b="1" dirty="0">
              <a:solidFill>
                <a:schemeClr val="tx1"/>
              </a:solidFill>
              <a:latin typeface="+mn-lt"/>
              <a:ea typeface="+mn-ea"/>
              <a:cs typeface="+mn-ea"/>
              <a:sym typeface="+mn-lt"/>
            </a:endParaRPr>
          </a:p>
        </p:txBody>
      </p:sp>
      <p:pic>
        <p:nvPicPr>
          <p:cNvPr id="86" name="图片 85"/>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9964512" y="306011"/>
            <a:ext cx="1854429" cy="2596202"/>
          </a:xfrm>
          <a:prstGeom prst="rect">
            <a:avLst/>
          </a:prstGeom>
        </p:spPr>
      </p:pic>
      <p:pic>
        <p:nvPicPr>
          <p:cNvPr id="91" name="图片 9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9840417" y="5006728"/>
            <a:ext cx="1800200" cy="1458928"/>
          </a:xfrm>
          <a:prstGeom prst="rect">
            <a:avLst/>
          </a:prstGeom>
          <a:solidFill>
            <a:srgbClr val="FFFFFF">
              <a:shade val="85000"/>
            </a:srgbClr>
          </a:solidFill>
          <a:ln w="38100" cap="sq">
            <a:solidFill>
              <a:srgbClr val="C00000"/>
            </a:solidFill>
            <a:miter lim="800000"/>
            <a:headEnd/>
            <a:tailEnd/>
          </a:ln>
          <a:effectLst/>
        </p:spPr>
      </p:pic>
      <p:pic>
        <p:nvPicPr>
          <p:cNvPr id="94" name="图片 93"/>
          <p:cNvPicPr>
            <a:picLocks noChangeAspect="1"/>
          </p:cNvPicPr>
          <p:nvPr userDrawn="1"/>
        </p:nvPicPr>
        <p:blipFill>
          <a:blip r:embed="rId11"/>
          <a:stretch>
            <a:fillRect/>
          </a:stretch>
        </p:blipFill>
        <p:spPr>
          <a:xfrm>
            <a:off x="8601843" y="4993194"/>
            <a:ext cx="1147694" cy="1458928"/>
          </a:xfrm>
          <a:prstGeom prst="rect">
            <a:avLst/>
          </a:prstGeom>
          <a:solidFill>
            <a:srgbClr val="FFFFFF">
              <a:shade val="85000"/>
            </a:srgbClr>
          </a:solidFill>
          <a:ln w="38100" cap="sq">
            <a:solidFill>
              <a:srgbClr val="C00000"/>
            </a:solidFill>
            <a:miter lim="800000"/>
            <a:headEnd/>
            <a:tailEnd/>
          </a:ln>
          <a:effectLst/>
        </p:spPr>
      </p:pic>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p:cSld name="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88" name="矩形 87"/>
          <p:cNvSpPr/>
          <p:nvPr/>
        </p:nvSpPr>
        <p:spPr>
          <a:xfrm>
            <a:off x="-16280" y="2276873"/>
            <a:ext cx="12208280" cy="25144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1487488" y="1982491"/>
            <a:ext cx="9217024" cy="618114"/>
            <a:chOff x="1763688" y="1982491"/>
            <a:chExt cx="5616624" cy="618114"/>
          </a:xfrm>
        </p:grpSpPr>
        <p:sp>
          <p:nvSpPr>
            <p:cNvPr id="87" name="梯形 86"/>
            <p:cNvSpPr/>
            <p:nvPr userDrawn="1"/>
          </p:nvSpPr>
          <p:spPr>
            <a:xfrm>
              <a:off x="1763688" y="1982491"/>
              <a:ext cx="5616624" cy="294382"/>
            </a:xfrm>
            <a:prstGeom prst="trapezoid">
              <a:avLst>
                <a:gd name="adj" fmla="val 46763"/>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梯形 88"/>
            <p:cNvSpPr/>
            <p:nvPr userDrawn="1"/>
          </p:nvSpPr>
          <p:spPr>
            <a:xfrm flipV="1">
              <a:off x="1907705" y="1982491"/>
              <a:ext cx="5328591" cy="618114"/>
            </a:xfrm>
            <a:prstGeom prst="trapezoi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3" name="文本框 21"/>
          <p:cNvSpPr txBox="1"/>
          <p:nvPr/>
        </p:nvSpPr>
        <p:spPr>
          <a:xfrm>
            <a:off x="2495599" y="2018517"/>
            <a:ext cx="7272809" cy="523220"/>
          </a:xfrm>
          <a:prstGeom prst="rect">
            <a:avLst/>
          </a:prstGeom>
        </p:spPr>
        <p:txBody>
          <a:bodyPr wrap="square">
            <a:spAutoFit/>
          </a:bodyPr>
          <a:lstStyle>
            <a:defPPr>
              <a:defRPr lang="zh-CN"/>
            </a:defPPr>
            <a:lvl1pPr algn="ctr">
              <a:defRPr sz="4000" b="1" spc="0">
                <a:solidFill>
                  <a:schemeClr val="bg1"/>
                </a:solidFill>
                <a:latin typeface="+mn-ea"/>
                <a:ea typeface="+mn-e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lgn="dist"/>
            <a:r>
              <a:rPr lang="zh-CN" altLang="en-US" sz="2800" b="0" dirty="0">
                <a:ln w="3175">
                  <a:solidFill>
                    <a:schemeClr val="bg1"/>
                  </a:solidFill>
                </a:ln>
                <a:effectLst>
                  <a:outerShdw blurRad="38100" dist="38100" dir="2700000" algn="tl">
                    <a:srgbClr val="000000">
                      <a:alpha val="43137"/>
                    </a:srgbClr>
                  </a:outerShdw>
                </a:effectLst>
                <a:sym typeface="Wingdings" panose="05000000000000000000" pitchFamily="2" charset="2"/>
              </a:rPr>
              <a:t>国防科技大学系统工程学院</a:t>
            </a:r>
            <a:endParaRPr lang="zh-CN" altLang="en-US" sz="2800" b="0" dirty="0">
              <a:ln w="3175">
                <a:solidFill>
                  <a:schemeClr val="bg1"/>
                </a:solidFill>
              </a:ln>
              <a:effectLst>
                <a:outerShdw blurRad="38100" dist="38100" dir="2700000" algn="tl">
                  <a:srgbClr val="000000">
                    <a:alpha val="43137"/>
                  </a:srgbClr>
                </a:outerShdw>
              </a:effectLst>
              <a:sym typeface="Wingdings" panose="05000000000000000000" pitchFamily="2" charset="2"/>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3912" y="244301"/>
            <a:ext cx="1605664" cy="1610530"/>
          </a:xfrm>
          <a:prstGeom prst="rect">
            <a:avLst/>
          </a:prstGeom>
        </p:spPr>
      </p:pic>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43809" y="244301"/>
            <a:ext cx="1605664" cy="1610530"/>
          </a:xfrm>
          <a:prstGeom prst="rect">
            <a:avLst/>
          </a:prstGeom>
        </p:spPr>
      </p:pic>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p:cSld name="1_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5" name="梯形 14"/>
          <p:cNvSpPr/>
          <p:nvPr/>
        </p:nvSpPr>
        <p:spPr>
          <a:xfrm>
            <a:off x="759997" y="897600"/>
            <a:ext cx="4279887" cy="343555"/>
          </a:xfrm>
          <a:prstGeom prst="trapezoid">
            <a:avLst>
              <a:gd name="adj" fmla="val 4574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0" y="1241155"/>
            <a:ext cx="12192000" cy="471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梯形 16"/>
          <p:cNvSpPr/>
          <p:nvPr/>
        </p:nvSpPr>
        <p:spPr>
          <a:xfrm flipV="1">
            <a:off x="968813" y="897599"/>
            <a:ext cx="3862255" cy="1197696"/>
          </a:xfrm>
          <a:prstGeom prst="trapezoid">
            <a:avLst>
              <a:gd name="adj" fmla="val 2099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44"/>
          <p:cNvSpPr txBox="1"/>
          <p:nvPr/>
        </p:nvSpPr>
        <p:spPr>
          <a:xfrm>
            <a:off x="1614934" y="944604"/>
            <a:ext cx="2570009" cy="1077218"/>
          </a:xfrm>
          <a:prstGeom prst="rect">
            <a:avLst/>
          </a:prstGeom>
          <a:noFill/>
        </p:spPr>
        <p:txBody>
          <a:bodyPr wrap="square" rtlCol="0">
            <a:spAutoFit/>
          </a:bodyPr>
          <a:lstStyle/>
          <a:p>
            <a:pPr algn="ctr"/>
            <a:r>
              <a:rPr lang="zh-CN" altLang="en-US" sz="4000" b="1" dirty="0">
                <a:solidFill>
                  <a:schemeClr val="bg1"/>
                </a:solidFill>
                <a:latin typeface="+mn-ea"/>
                <a:ea typeface="+mn-ea"/>
              </a:rPr>
              <a:t>目  录</a:t>
            </a:r>
            <a:endParaRPr lang="en-US" altLang="zh-CN" sz="4000" b="1" dirty="0">
              <a:solidFill>
                <a:schemeClr val="bg1"/>
              </a:solidFill>
              <a:latin typeface="+mn-ea"/>
              <a:ea typeface="+mn-ea"/>
            </a:endParaRPr>
          </a:p>
          <a:p>
            <a:pPr algn="ctr"/>
            <a:r>
              <a:rPr lang="en-US" sz="2400" b="1" dirty="0">
                <a:solidFill>
                  <a:schemeClr val="bg1"/>
                </a:solidFill>
                <a:latin typeface="+mn-ea"/>
                <a:ea typeface="+mn-ea"/>
              </a:rPr>
              <a:t>CONTENTS</a:t>
            </a:r>
            <a:endParaRPr lang="en-US" sz="2400" b="1" dirty="0">
              <a:solidFill>
                <a:schemeClr val="bg1"/>
              </a:solidFill>
              <a:latin typeface="+mn-ea"/>
              <a:ea typeface="+mn-ea"/>
            </a:endParaRPr>
          </a:p>
        </p:txBody>
      </p:sp>
      <p:sp>
        <p:nvSpPr>
          <p:cNvPr id="41" name="文本框 17"/>
          <p:cNvSpPr txBox="1"/>
          <p:nvPr/>
        </p:nvSpPr>
        <p:spPr>
          <a:xfrm>
            <a:off x="5231904" y="2438850"/>
            <a:ext cx="2397290" cy="584775"/>
          </a:xfrm>
          <a:prstGeom prst="rect">
            <a:avLst/>
          </a:prstGeom>
          <a:noFill/>
        </p:spPr>
        <p:txBody>
          <a:bodyPr wrap="square" rtlCol="0" anchor="ctr">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defTabSz="685800">
              <a:defRPr/>
            </a:pPr>
            <a:r>
              <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rPr>
              <a:t>使命担当</a:t>
            </a:r>
            <a:endPar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endParaRPr>
          </a:p>
        </p:txBody>
      </p:sp>
      <p:sp>
        <p:nvSpPr>
          <p:cNvPr id="42" name="文本框 17"/>
          <p:cNvSpPr txBox="1"/>
          <p:nvPr/>
        </p:nvSpPr>
        <p:spPr>
          <a:xfrm>
            <a:off x="5218922" y="3492660"/>
            <a:ext cx="2402157" cy="58477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chemeClr val="bg1"/>
                </a:solidFill>
                <a:effectLst>
                  <a:outerShdw blurRad="38100" dist="38100" dir="2700000" algn="tl">
                    <a:srgbClr val="000000">
                      <a:alpha val="43137"/>
                    </a:srgbClr>
                  </a:outerShdw>
                </a:effectLst>
              </a:rPr>
              <a:t>愿景目标</a:t>
            </a:r>
            <a:endParaRPr lang="zh-CN" altLang="en-US" sz="3200" dirty="0">
              <a:ln w="6350">
                <a:noFill/>
              </a:ln>
              <a:solidFill>
                <a:schemeClr val="bg1"/>
              </a:solidFill>
              <a:effectLst>
                <a:outerShdw blurRad="38100" dist="38100" dir="2700000" algn="tl">
                  <a:srgbClr val="000000">
                    <a:alpha val="43137"/>
                  </a:srgbClr>
                </a:outerShdw>
              </a:effectLst>
            </a:endParaRPr>
          </a:p>
        </p:txBody>
      </p:sp>
      <p:sp>
        <p:nvSpPr>
          <p:cNvPr id="45" name="Freeform 5"/>
          <p:cNvSpPr>
            <a:spLocks noChangeAspect="1"/>
          </p:cNvSpPr>
          <p:nvPr/>
        </p:nvSpPr>
        <p:spPr bwMode="auto">
          <a:xfrm>
            <a:off x="4028794" y="3477564"/>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a:effectLst>
                  <a:outerShdw blurRad="38100" dist="38100" dir="2700000" algn="tl">
                    <a:srgbClr val="000000">
                      <a:alpha val="43137"/>
                    </a:srgbClr>
                  </a:outerShdw>
                </a:effectLst>
                <a:sym typeface="+mn-lt"/>
              </a:rPr>
              <a:t>二</a:t>
            </a:r>
            <a:endParaRPr lang="zh-CN" altLang="en-US" sz="2400" b="1" dirty="0">
              <a:effectLst>
                <a:outerShdw blurRad="38100" dist="38100" dir="2700000" algn="tl">
                  <a:srgbClr val="000000">
                    <a:alpha val="43137"/>
                  </a:srgbClr>
                </a:outerShdw>
              </a:effectLst>
              <a:sym typeface="+mn-lt"/>
            </a:endParaRPr>
          </a:p>
        </p:txBody>
      </p:sp>
      <p:sp>
        <p:nvSpPr>
          <p:cNvPr id="18" name="文本框 17"/>
          <p:cNvSpPr txBox="1"/>
          <p:nvPr/>
        </p:nvSpPr>
        <p:spPr>
          <a:xfrm>
            <a:off x="5239179" y="4584475"/>
            <a:ext cx="2394563" cy="58477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chemeClr val="bg1"/>
                </a:solidFill>
                <a:effectLst>
                  <a:outerShdw blurRad="38100" dist="38100" dir="2700000" algn="tl">
                    <a:srgbClr val="000000">
                      <a:alpha val="43137"/>
                    </a:srgbClr>
                  </a:outerShdw>
                </a:effectLst>
              </a:rPr>
              <a:t>当前工作</a:t>
            </a:r>
            <a:endParaRPr lang="zh-CN" altLang="en-US" sz="3200" dirty="0">
              <a:ln w="6350">
                <a:noFill/>
              </a:ln>
              <a:solidFill>
                <a:schemeClr val="bg1"/>
              </a:solidFill>
              <a:effectLst>
                <a:outerShdw blurRad="38100" dist="38100" dir="2700000" algn="tl">
                  <a:srgbClr val="000000">
                    <a:alpha val="43137"/>
                  </a:srgbClr>
                </a:outerShdw>
              </a:effectLst>
            </a:endParaRPr>
          </a:p>
        </p:txBody>
      </p:sp>
      <p:sp>
        <p:nvSpPr>
          <p:cNvPr id="19" name="Freeform 5"/>
          <p:cNvSpPr>
            <a:spLocks noChangeAspect="1"/>
          </p:cNvSpPr>
          <p:nvPr/>
        </p:nvSpPr>
        <p:spPr bwMode="auto">
          <a:xfrm>
            <a:off x="4034925" y="4570861"/>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effectLst>
                  <a:outerShdw blurRad="38100" dist="38100" dir="2700000" algn="tl">
                    <a:srgbClr val="000000">
                      <a:alpha val="43137"/>
                    </a:srgbClr>
                  </a:outerShdw>
                </a:effectLst>
                <a:sym typeface="+mn-lt"/>
              </a:rPr>
              <a:t>三</a:t>
            </a:r>
            <a:endParaRPr lang="zh-CN" altLang="en-US" sz="2400" b="1" dirty="0">
              <a:effectLst>
                <a:outerShdw blurRad="38100" dist="38100" dir="2700000" algn="tl">
                  <a:srgbClr val="000000">
                    <a:alpha val="43137"/>
                  </a:srgbClr>
                </a:outerShdw>
              </a:effectLst>
              <a:sym typeface="+mn-lt"/>
            </a:endParaRPr>
          </a:p>
        </p:txBody>
      </p:sp>
      <p:sp>
        <p:nvSpPr>
          <p:cNvPr id="20" name="Freeform 5"/>
          <p:cNvSpPr>
            <a:spLocks noChangeAspect="1"/>
          </p:cNvSpPr>
          <p:nvPr/>
        </p:nvSpPr>
        <p:spPr bwMode="auto">
          <a:xfrm>
            <a:off x="4028793" y="243884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rgbClr val="FFFF00"/>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solidFill>
                  <a:srgbClr val="FFFF00"/>
                </a:solidFill>
                <a:effectLst>
                  <a:outerShdw blurRad="38100" dist="38100" dir="2700000" algn="tl">
                    <a:srgbClr val="000000">
                      <a:alpha val="43137"/>
                    </a:srgbClr>
                  </a:outerShdw>
                </a:effectLst>
                <a:sym typeface="+mn-lt"/>
              </a:rPr>
              <a:t>一</a:t>
            </a:r>
            <a:endParaRPr lang="zh-CN" altLang="en-US" sz="2400" b="1" dirty="0">
              <a:solidFill>
                <a:srgbClr val="FFFF00"/>
              </a:solidFill>
              <a:effectLst>
                <a:outerShdw blurRad="38100" dist="38100" dir="2700000" algn="tl">
                  <a:srgbClr val="000000">
                    <a:alpha val="43137"/>
                  </a:srgbClr>
                </a:outerShdw>
              </a:effectLst>
              <a:sym typeface="+mn-lt"/>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p:cSld name="3_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5" name="梯形 14"/>
          <p:cNvSpPr/>
          <p:nvPr/>
        </p:nvSpPr>
        <p:spPr>
          <a:xfrm>
            <a:off x="759997" y="897600"/>
            <a:ext cx="4279887" cy="343555"/>
          </a:xfrm>
          <a:prstGeom prst="trapezoid">
            <a:avLst>
              <a:gd name="adj" fmla="val 4574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0" y="1241155"/>
            <a:ext cx="12192000" cy="471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梯形 16"/>
          <p:cNvSpPr/>
          <p:nvPr/>
        </p:nvSpPr>
        <p:spPr>
          <a:xfrm flipV="1">
            <a:off x="968813" y="897599"/>
            <a:ext cx="3862255" cy="1197696"/>
          </a:xfrm>
          <a:prstGeom prst="trapezoid">
            <a:avLst>
              <a:gd name="adj" fmla="val 2099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44"/>
          <p:cNvSpPr txBox="1"/>
          <p:nvPr/>
        </p:nvSpPr>
        <p:spPr>
          <a:xfrm>
            <a:off x="1614934" y="944604"/>
            <a:ext cx="2570009" cy="1077218"/>
          </a:xfrm>
          <a:prstGeom prst="rect">
            <a:avLst/>
          </a:prstGeom>
          <a:noFill/>
        </p:spPr>
        <p:txBody>
          <a:bodyPr wrap="square" rtlCol="0">
            <a:spAutoFit/>
          </a:bodyPr>
          <a:lstStyle/>
          <a:p>
            <a:pPr algn="ctr"/>
            <a:r>
              <a:rPr lang="zh-CN" altLang="en-US" sz="4000" b="1" dirty="0">
                <a:solidFill>
                  <a:schemeClr val="bg1"/>
                </a:solidFill>
                <a:latin typeface="+mn-ea"/>
                <a:ea typeface="+mn-ea"/>
              </a:rPr>
              <a:t>目  录</a:t>
            </a:r>
            <a:endParaRPr lang="en-US" altLang="zh-CN" sz="4000" b="1" dirty="0">
              <a:solidFill>
                <a:schemeClr val="bg1"/>
              </a:solidFill>
              <a:latin typeface="+mn-ea"/>
              <a:ea typeface="+mn-ea"/>
            </a:endParaRPr>
          </a:p>
          <a:p>
            <a:pPr algn="ctr"/>
            <a:r>
              <a:rPr lang="en-US" sz="2400" b="1" dirty="0">
                <a:solidFill>
                  <a:schemeClr val="bg1"/>
                </a:solidFill>
                <a:latin typeface="+mn-ea"/>
                <a:ea typeface="+mn-ea"/>
              </a:rPr>
              <a:t>CONTENTS</a:t>
            </a:r>
            <a:endParaRPr lang="en-US" sz="2400" b="1" dirty="0">
              <a:solidFill>
                <a:schemeClr val="bg1"/>
              </a:solidFill>
              <a:latin typeface="+mn-ea"/>
              <a:ea typeface="+mn-ea"/>
            </a:endParaRPr>
          </a:p>
        </p:txBody>
      </p:sp>
      <p:sp>
        <p:nvSpPr>
          <p:cNvPr id="41" name="文本框 17"/>
          <p:cNvSpPr txBox="1"/>
          <p:nvPr/>
        </p:nvSpPr>
        <p:spPr>
          <a:xfrm>
            <a:off x="5231904" y="2438850"/>
            <a:ext cx="2397290" cy="584775"/>
          </a:xfrm>
          <a:prstGeom prst="rect">
            <a:avLst/>
          </a:prstGeom>
          <a:noFill/>
        </p:spPr>
        <p:txBody>
          <a:bodyPr wrap="square" rtlCol="0" anchor="ctr">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defTabSz="685800">
              <a:defRPr/>
            </a:pPr>
            <a:r>
              <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rPr>
              <a:t>使命担当</a:t>
            </a:r>
            <a:endPar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endParaRPr>
          </a:p>
        </p:txBody>
      </p:sp>
      <p:sp>
        <p:nvSpPr>
          <p:cNvPr id="42" name="文本框 17"/>
          <p:cNvSpPr txBox="1"/>
          <p:nvPr/>
        </p:nvSpPr>
        <p:spPr>
          <a:xfrm>
            <a:off x="5218922" y="3492660"/>
            <a:ext cx="2402157" cy="58477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rgbClr val="FFFF00"/>
                </a:solidFill>
                <a:effectLst>
                  <a:outerShdw blurRad="38100" dist="38100" dir="2700000" algn="tl">
                    <a:srgbClr val="000000">
                      <a:alpha val="43137"/>
                    </a:srgbClr>
                  </a:outerShdw>
                </a:effectLst>
              </a:rPr>
              <a:t>愿景目标</a:t>
            </a:r>
            <a:endParaRPr lang="zh-CN" altLang="en-US" sz="3200" dirty="0">
              <a:ln w="6350">
                <a:noFill/>
              </a:ln>
              <a:solidFill>
                <a:srgbClr val="FFFF00"/>
              </a:solidFill>
              <a:effectLst>
                <a:outerShdw blurRad="38100" dist="38100" dir="2700000" algn="tl">
                  <a:srgbClr val="000000">
                    <a:alpha val="43137"/>
                  </a:srgbClr>
                </a:outerShdw>
              </a:effectLst>
            </a:endParaRPr>
          </a:p>
        </p:txBody>
      </p:sp>
      <p:sp>
        <p:nvSpPr>
          <p:cNvPr id="45" name="Freeform 5"/>
          <p:cNvSpPr>
            <a:spLocks noChangeAspect="1"/>
          </p:cNvSpPr>
          <p:nvPr/>
        </p:nvSpPr>
        <p:spPr bwMode="auto">
          <a:xfrm>
            <a:off x="4028794" y="3477564"/>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rgbClr val="FFFF00"/>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solidFill>
                  <a:srgbClr val="FFFF00"/>
                </a:solidFill>
                <a:effectLst>
                  <a:outerShdw blurRad="38100" dist="38100" dir="2700000" algn="tl">
                    <a:srgbClr val="000000">
                      <a:alpha val="43137"/>
                    </a:srgbClr>
                  </a:outerShdw>
                </a:effectLst>
                <a:sym typeface="+mn-lt"/>
              </a:rPr>
              <a:t>二</a:t>
            </a:r>
            <a:endParaRPr lang="zh-CN" altLang="en-US" sz="2400" b="1" dirty="0">
              <a:solidFill>
                <a:srgbClr val="FFFF00"/>
              </a:solidFill>
              <a:effectLst>
                <a:outerShdw blurRad="38100" dist="38100" dir="2700000" algn="tl">
                  <a:srgbClr val="000000">
                    <a:alpha val="43137"/>
                  </a:srgbClr>
                </a:outerShdw>
              </a:effectLst>
              <a:sym typeface="+mn-lt"/>
            </a:endParaRPr>
          </a:p>
        </p:txBody>
      </p:sp>
      <p:sp>
        <p:nvSpPr>
          <p:cNvPr id="18" name="文本框 17"/>
          <p:cNvSpPr txBox="1"/>
          <p:nvPr/>
        </p:nvSpPr>
        <p:spPr>
          <a:xfrm>
            <a:off x="5239179" y="4584475"/>
            <a:ext cx="2394563" cy="58477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chemeClr val="bg1"/>
                </a:solidFill>
                <a:effectLst>
                  <a:outerShdw blurRad="38100" dist="38100" dir="2700000" algn="tl">
                    <a:srgbClr val="000000">
                      <a:alpha val="43137"/>
                    </a:srgbClr>
                  </a:outerShdw>
                </a:effectLst>
              </a:rPr>
              <a:t>当前工作</a:t>
            </a:r>
            <a:endParaRPr lang="zh-CN" altLang="en-US" sz="3200" dirty="0">
              <a:ln w="6350">
                <a:noFill/>
              </a:ln>
              <a:solidFill>
                <a:schemeClr val="bg1"/>
              </a:solidFill>
              <a:effectLst>
                <a:outerShdw blurRad="38100" dist="38100" dir="2700000" algn="tl">
                  <a:srgbClr val="000000">
                    <a:alpha val="43137"/>
                  </a:srgbClr>
                </a:outerShdw>
              </a:effectLst>
            </a:endParaRPr>
          </a:p>
        </p:txBody>
      </p:sp>
      <p:sp>
        <p:nvSpPr>
          <p:cNvPr id="19" name="Freeform 5"/>
          <p:cNvSpPr>
            <a:spLocks noChangeAspect="1"/>
          </p:cNvSpPr>
          <p:nvPr/>
        </p:nvSpPr>
        <p:spPr bwMode="auto">
          <a:xfrm>
            <a:off x="4034925" y="4570861"/>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effectLst>
                  <a:outerShdw blurRad="38100" dist="38100" dir="2700000" algn="tl">
                    <a:srgbClr val="000000">
                      <a:alpha val="43137"/>
                    </a:srgbClr>
                  </a:outerShdw>
                </a:effectLst>
                <a:sym typeface="+mn-lt"/>
              </a:rPr>
              <a:t>三</a:t>
            </a:r>
            <a:endParaRPr lang="zh-CN" altLang="en-US" sz="2400" b="1" dirty="0">
              <a:effectLst>
                <a:outerShdw blurRad="38100" dist="38100" dir="2700000" algn="tl">
                  <a:srgbClr val="000000">
                    <a:alpha val="43137"/>
                  </a:srgbClr>
                </a:outerShdw>
              </a:effectLst>
              <a:sym typeface="+mn-lt"/>
            </a:endParaRPr>
          </a:p>
        </p:txBody>
      </p:sp>
      <p:sp>
        <p:nvSpPr>
          <p:cNvPr id="20" name="Freeform 5"/>
          <p:cNvSpPr>
            <a:spLocks noChangeAspect="1"/>
          </p:cNvSpPr>
          <p:nvPr/>
        </p:nvSpPr>
        <p:spPr bwMode="auto">
          <a:xfrm>
            <a:off x="4028793" y="243884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chemeClr val="bg1"/>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solidFill>
                  <a:schemeClr val="bg1"/>
                </a:solidFill>
                <a:effectLst>
                  <a:outerShdw blurRad="38100" dist="38100" dir="2700000" algn="tl">
                    <a:srgbClr val="000000">
                      <a:alpha val="43137"/>
                    </a:srgbClr>
                  </a:outerShdw>
                </a:effectLst>
                <a:sym typeface="+mn-lt"/>
              </a:rPr>
              <a:t>一</a:t>
            </a:r>
            <a:endParaRPr lang="zh-CN" altLang="en-US" sz="2400" b="1" dirty="0">
              <a:solidFill>
                <a:schemeClr val="bg1"/>
              </a:solidFill>
              <a:effectLst>
                <a:outerShdw blurRad="38100" dist="38100" dir="2700000" algn="tl">
                  <a:srgbClr val="000000">
                    <a:alpha val="43137"/>
                  </a:srgbClr>
                </a:outerShdw>
              </a:effectLst>
              <a:sym typeface="+mn-lt"/>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p:cSld name="2_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5" name="梯形 14"/>
          <p:cNvSpPr/>
          <p:nvPr/>
        </p:nvSpPr>
        <p:spPr>
          <a:xfrm>
            <a:off x="759997" y="897600"/>
            <a:ext cx="4279887" cy="343555"/>
          </a:xfrm>
          <a:prstGeom prst="trapezoid">
            <a:avLst>
              <a:gd name="adj" fmla="val 4574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0" y="1241155"/>
            <a:ext cx="12192000" cy="471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梯形 16"/>
          <p:cNvSpPr/>
          <p:nvPr/>
        </p:nvSpPr>
        <p:spPr>
          <a:xfrm flipV="1">
            <a:off x="968813" y="897599"/>
            <a:ext cx="3862255" cy="1197696"/>
          </a:xfrm>
          <a:prstGeom prst="trapezoid">
            <a:avLst>
              <a:gd name="adj" fmla="val 2099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44"/>
          <p:cNvSpPr txBox="1"/>
          <p:nvPr/>
        </p:nvSpPr>
        <p:spPr>
          <a:xfrm>
            <a:off x="1614934" y="944604"/>
            <a:ext cx="2570009" cy="1077218"/>
          </a:xfrm>
          <a:prstGeom prst="rect">
            <a:avLst/>
          </a:prstGeom>
          <a:noFill/>
        </p:spPr>
        <p:txBody>
          <a:bodyPr wrap="square" rtlCol="0">
            <a:spAutoFit/>
          </a:bodyPr>
          <a:lstStyle/>
          <a:p>
            <a:pPr algn="ctr"/>
            <a:r>
              <a:rPr lang="zh-CN" altLang="en-US" sz="4000" b="1" dirty="0">
                <a:solidFill>
                  <a:schemeClr val="bg1"/>
                </a:solidFill>
                <a:latin typeface="+mn-ea"/>
                <a:ea typeface="+mn-ea"/>
              </a:rPr>
              <a:t>目  录</a:t>
            </a:r>
            <a:endParaRPr lang="en-US" altLang="zh-CN" sz="4000" b="1" dirty="0">
              <a:solidFill>
                <a:schemeClr val="bg1"/>
              </a:solidFill>
              <a:latin typeface="+mn-ea"/>
              <a:ea typeface="+mn-ea"/>
            </a:endParaRPr>
          </a:p>
          <a:p>
            <a:pPr algn="ctr"/>
            <a:r>
              <a:rPr lang="en-US" sz="2400" b="1" dirty="0">
                <a:solidFill>
                  <a:schemeClr val="bg1"/>
                </a:solidFill>
                <a:latin typeface="+mn-ea"/>
                <a:ea typeface="+mn-ea"/>
              </a:rPr>
              <a:t>CONTENTS</a:t>
            </a:r>
            <a:endParaRPr lang="en-US" sz="2400" b="1" dirty="0">
              <a:solidFill>
                <a:schemeClr val="bg1"/>
              </a:solidFill>
              <a:latin typeface="+mn-ea"/>
              <a:ea typeface="+mn-ea"/>
            </a:endParaRPr>
          </a:p>
        </p:txBody>
      </p:sp>
      <p:sp>
        <p:nvSpPr>
          <p:cNvPr id="41" name="文本框 17"/>
          <p:cNvSpPr txBox="1"/>
          <p:nvPr userDrawn="1"/>
        </p:nvSpPr>
        <p:spPr>
          <a:xfrm>
            <a:off x="5231765" y="2439670"/>
            <a:ext cx="2679065" cy="583565"/>
          </a:xfrm>
          <a:prstGeom prst="rect">
            <a:avLst/>
          </a:prstGeom>
          <a:noFill/>
        </p:spPr>
        <p:txBody>
          <a:bodyPr wrap="square" rtlCol="0" anchor="ctr">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defTabSz="685800">
              <a:defRPr/>
            </a:pPr>
            <a:r>
              <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rPr>
              <a:t>工作</a:t>
            </a:r>
            <a:r>
              <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rPr>
              <a:t>架构</a:t>
            </a:r>
            <a:endPar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endParaRPr>
          </a:p>
        </p:txBody>
      </p:sp>
      <p:sp>
        <p:nvSpPr>
          <p:cNvPr id="42" name="文本框 17"/>
          <p:cNvSpPr txBox="1"/>
          <p:nvPr/>
        </p:nvSpPr>
        <p:spPr>
          <a:xfrm>
            <a:off x="5231765" y="3890010"/>
            <a:ext cx="2679065" cy="58356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chemeClr val="bg1"/>
                </a:solidFill>
                <a:effectLst>
                  <a:outerShdw blurRad="38100" dist="38100" dir="2700000" algn="tl">
                    <a:srgbClr val="000000">
                      <a:alpha val="43137"/>
                    </a:srgbClr>
                  </a:outerShdw>
                </a:effectLst>
              </a:rPr>
              <a:t>工作</a:t>
            </a:r>
            <a:r>
              <a:rPr lang="zh-CN" altLang="en-US" sz="3200" dirty="0">
                <a:ln w="6350">
                  <a:noFill/>
                </a:ln>
                <a:solidFill>
                  <a:schemeClr val="bg1"/>
                </a:solidFill>
                <a:effectLst>
                  <a:outerShdw blurRad="38100" dist="38100" dir="2700000" algn="tl">
                    <a:srgbClr val="000000">
                      <a:alpha val="43137"/>
                    </a:srgbClr>
                  </a:outerShdw>
                </a:effectLst>
              </a:rPr>
              <a:t>细节</a:t>
            </a:r>
            <a:endParaRPr lang="zh-CN" altLang="en-US" sz="3200" dirty="0">
              <a:ln w="6350">
                <a:noFill/>
              </a:ln>
              <a:solidFill>
                <a:schemeClr val="bg1"/>
              </a:solidFill>
              <a:effectLst>
                <a:outerShdw blurRad="38100" dist="38100" dir="2700000" algn="tl">
                  <a:srgbClr val="000000">
                    <a:alpha val="43137"/>
                  </a:srgbClr>
                </a:outerShdw>
              </a:effectLst>
            </a:endParaRPr>
          </a:p>
        </p:txBody>
      </p:sp>
      <p:sp>
        <p:nvSpPr>
          <p:cNvPr id="45" name="Freeform 5"/>
          <p:cNvSpPr>
            <a:spLocks noChangeAspect="1"/>
          </p:cNvSpPr>
          <p:nvPr/>
        </p:nvSpPr>
        <p:spPr bwMode="auto">
          <a:xfrm>
            <a:off x="4028794" y="386173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a:solidFill>
                  <a:schemeClr val="bg1"/>
                </a:solidFill>
                <a:effectLst>
                  <a:outerShdw blurRad="38100" dist="38100" dir="2700000" algn="tl">
                    <a:srgbClr val="000000">
                      <a:alpha val="43137"/>
                    </a:srgbClr>
                  </a:outerShdw>
                </a:effectLst>
                <a:sym typeface="+mn-lt"/>
              </a:rPr>
              <a:t>二</a:t>
            </a:r>
            <a:endParaRPr lang="zh-CN" altLang="en-US" sz="2400" b="1" dirty="0">
              <a:solidFill>
                <a:schemeClr val="bg1"/>
              </a:solidFill>
              <a:effectLst>
                <a:outerShdw blurRad="38100" dist="38100" dir="2700000" algn="tl">
                  <a:srgbClr val="000000">
                    <a:alpha val="43137"/>
                  </a:srgbClr>
                </a:outerShdw>
              </a:effectLst>
              <a:sym typeface="+mn-lt"/>
            </a:endParaRPr>
          </a:p>
        </p:txBody>
      </p:sp>
      <p:sp>
        <p:nvSpPr>
          <p:cNvPr id="20" name="Freeform 5"/>
          <p:cNvSpPr>
            <a:spLocks noChangeAspect="1"/>
          </p:cNvSpPr>
          <p:nvPr/>
        </p:nvSpPr>
        <p:spPr bwMode="auto">
          <a:xfrm>
            <a:off x="4028793" y="243884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rgbClr val="FFFF00"/>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ln>
                  <a:solidFill>
                    <a:srgbClr val="FFFF00"/>
                  </a:solidFill>
                </a:ln>
                <a:solidFill>
                  <a:srgbClr val="FFFF00"/>
                </a:solidFill>
                <a:effectLst>
                  <a:outerShdw blurRad="38100" dist="38100" dir="2700000" algn="tl">
                    <a:srgbClr val="000000">
                      <a:alpha val="43137"/>
                    </a:srgbClr>
                  </a:outerShdw>
                </a:effectLst>
                <a:sym typeface="+mn-lt"/>
              </a:rPr>
              <a:t>一</a:t>
            </a:r>
            <a:endParaRPr lang="zh-CN" altLang="en-US" sz="2400" b="1" dirty="0">
              <a:ln>
                <a:solidFill>
                  <a:srgbClr val="FFFF00"/>
                </a:solidFill>
              </a:ln>
              <a:solidFill>
                <a:srgbClr val="FFFF00"/>
              </a:solidFill>
              <a:effectLst>
                <a:outerShdw blurRad="38100" dist="38100" dir="2700000" algn="tl">
                  <a:srgbClr val="000000">
                    <a:alpha val="43137"/>
                  </a:srgbClr>
                </a:outerShdw>
              </a:effectLst>
              <a:sym typeface="+mn-lt"/>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p:cSld name="6_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5" name="梯形 14"/>
          <p:cNvSpPr/>
          <p:nvPr/>
        </p:nvSpPr>
        <p:spPr>
          <a:xfrm>
            <a:off x="759997" y="897600"/>
            <a:ext cx="4279887" cy="343555"/>
          </a:xfrm>
          <a:prstGeom prst="trapezoid">
            <a:avLst>
              <a:gd name="adj" fmla="val 4574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0" y="1241155"/>
            <a:ext cx="12192000" cy="471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梯形 16"/>
          <p:cNvSpPr/>
          <p:nvPr/>
        </p:nvSpPr>
        <p:spPr>
          <a:xfrm flipV="1">
            <a:off x="968813" y="897599"/>
            <a:ext cx="3862255" cy="1197696"/>
          </a:xfrm>
          <a:prstGeom prst="trapezoid">
            <a:avLst>
              <a:gd name="adj" fmla="val 2099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44"/>
          <p:cNvSpPr txBox="1"/>
          <p:nvPr/>
        </p:nvSpPr>
        <p:spPr>
          <a:xfrm>
            <a:off x="1614934" y="944604"/>
            <a:ext cx="2570009" cy="1077218"/>
          </a:xfrm>
          <a:prstGeom prst="rect">
            <a:avLst/>
          </a:prstGeom>
          <a:noFill/>
        </p:spPr>
        <p:txBody>
          <a:bodyPr wrap="square" rtlCol="0">
            <a:spAutoFit/>
          </a:bodyPr>
          <a:lstStyle/>
          <a:p>
            <a:pPr algn="ctr"/>
            <a:r>
              <a:rPr lang="zh-CN" altLang="en-US" sz="4000" b="1" dirty="0">
                <a:solidFill>
                  <a:schemeClr val="bg1"/>
                </a:solidFill>
                <a:latin typeface="+mn-ea"/>
                <a:ea typeface="+mn-ea"/>
              </a:rPr>
              <a:t>目  录</a:t>
            </a:r>
            <a:endParaRPr lang="en-US" altLang="zh-CN" sz="4000" b="1" dirty="0">
              <a:solidFill>
                <a:schemeClr val="bg1"/>
              </a:solidFill>
              <a:latin typeface="+mn-ea"/>
              <a:ea typeface="+mn-ea"/>
            </a:endParaRPr>
          </a:p>
          <a:p>
            <a:pPr algn="ctr"/>
            <a:r>
              <a:rPr lang="en-US" sz="2400" b="1" dirty="0">
                <a:solidFill>
                  <a:schemeClr val="bg1"/>
                </a:solidFill>
                <a:latin typeface="+mn-ea"/>
                <a:ea typeface="+mn-ea"/>
              </a:rPr>
              <a:t>CONTENTS</a:t>
            </a:r>
            <a:endParaRPr lang="en-US" sz="2400" b="1" dirty="0">
              <a:solidFill>
                <a:schemeClr val="bg1"/>
              </a:solidFill>
              <a:latin typeface="+mn-ea"/>
              <a:ea typeface="+mn-ea"/>
            </a:endParaRPr>
          </a:p>
        </p:txBody>
      </p:sp>
      <p:sp>
        <p:nvSpPr>
          <p:cNvPr id="41" name="文本框 17"/>
          <p:cNvSpPr txBox="1"/>
          <p:nvPr userDrawn="1"/>
        </p:nvSpPr>
        <p:spPr>
          <a:xfrm>
            <a:off x="5231765" y="2439670"/>
            <a:ext cx="2672080" cy="583565"/>
          </a:xfrm>
          <a:prstGeom prst="rect">
            <a:avLst/>
          </a:prstGeom>
          <a:noFill/>
        </p:spPr>
        <p:txBody>
          <a:bodyPr wrap="square" rtlCol="0" anchor="ctr">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defTabSz="685800">
              <a:defRPr/>
            </a:pPr>
            <a:r>
              <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rPr>
              <a:t>工作</a:t>
            </a:r>
            <a:r>
              <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rPr>
              <a:t>架构</a:t>
            </a:r>
            <a:endPar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endParaRPr>
          </a:p>
        </p:txBody>
      </p:sp>
      <p:sp>
        <p:nvSpPr>
          <p:cNvPr id="42" name="文本框 17"/>
          <p:cNvSpPr txBox="1"/>
          <p:nvPr/>
        </p:nvSpPr>
        <p:spPr>
          <a:xfrm>
            <a:off x="5231765" y="3890010"/>
            <a:ext cx="2672080" cy="58356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rgbClr val="FFFF00"/>
                </a:solidFill>
                <a:effectLst>
                  <a:outerShdw blurRad="38100" dist="38100" dir="2700000" algn="tl">
                    <a:srgbClr val="000000">
                      <a:alpha val="43137"/>
                    </a:srgbClr>
                  </a:outerShdw>
                </a:effectLst>
              </a:rPr>
              <a:t>工作</a:t>
            </a:r>
            <a:r>
              <a:rPr lang="zh-CN" altLang="en-US" sz="3200" dirty="0">
                <a:ln w="6350">
                  <a:noFill/>
                </a:ln>
                <a:solidFill>
                  <a:srgbClr val="FFFF00"/>
                </a:solidFill>
                <a:effectLst>
                  <a:outerShdw blurRad="38100" dist="38100" dir="2700000" algn="tl">
                    <a:srgbClr val="000000">
                      <a:alpha val="43137"/>
                    </a:srgbClr>
                  </a:outerShdw>
                </a:effectLst>
              </a:rPr>
              <a:t>细节</a:t>
            </a:r>
            <a:endParaRPr lang="zh-CN" altLang="en-US" sz="3200" dirty="0">
              <a:ln w="6350">
                <a:noFill/>
              </a:ln>
              <a:solidFill>
                <a:srgbClr val="FFFF00"/>
              </a:solidFill>
              <a:effectLst>
                <a:outerShdw blurRad="38100" dist="38100" dir="2700000" algn="tl">
                  <a:srgbClr val="000000">
                    <a:alpha val="43137"/>
                  </a:srgbClr>
                </a:outerShdw>
              </a:effectLst>
            </a:endParaRPr>
          </a:p>
        </p:txBody>
      </p:sp>
      <p:sp>
        <p:nvSpPr>
          <p:cNvPr id="45" name="Freeform 5"/>
          <p:cNvSpPr>
            <a:spLocks noChangeAspect="1"/>
          </p:cNvSpPr>
          <p:nvPr/>
        </p:nvSpPr>
        <p:spPr bwMode="auto">
          <a:xfrm>
            <a:off x="4028794" y="386173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rgbClr val="FFFF00"/>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a:solidFill>
                  <a:srgbClr val="FFFF00"/>
                </a:solidFill>
                <a:effectLst>
                  <a:outerShdw blurRad="38100" dist="38100" dir="2700000" algn="tl">
                    <a:srgbClr val="000000">
                      <a:alpha val="43137"/>
                    </a:srgbClr>
                  </a:outerShdw>
                </a:effectLst>
                <a:sym typeface="+mn-lt"/>
              </a:rPr>
              <a:t>二</a:t>
            </a:r>
            <a:endParaRPr lang="zh-CN" altLang="en-US" sz="2400" b="1" dirty="0">
              <a:solidFill>
                <a:srgbClr val="FFFF00"/>
              </a:solidFill>
              <a:effectLst>
                <a:outerShdw blurRad="38100" dist="38100" dir="2700000" algn="tl">
                  <a:srgbClr val="000000">
                    <a:alpha val="43137"/>
                  </a:srgbClr>
                </a:outerShdw>
              </a:effectLst>
              <a:sym typeface="+mn-lt"/>
            </a:endParaRPr>
          </a:p>
        </p:txBody>
      </p:sp>
      <p:sp>
        <p:nvSpPr>
          <p:cNvPr id="20" name="Freeform 5"/>
          <p:cNvSpPr>
            <a:spLocks noChangeAspect="1"/>
          </p:cNvSpPr>
          <p:nvPr/>
        </p:nvSpPr>
        <p:spPr bwMode="auto">
          <a:xfrm>
            <a:off x="4028793" y="243884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chemeClr val="bg1"/>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solidFill>
                  <a:schemeClr val="bg1"/>
                </a:solidFill>
                <a:effectLst>
                  <a:outerShdw blurRad="38100" dist="38100" dir="2700000" algn="tl">
                    <a:srgbClr val="000000">
                      <a:alpha val="43137"/>
                    </a:srgbClr>
                  </a:outerShdw>
                </a:effectLst>
                <a:sym typeface="+mn-lt"/>
              </a:rPr>
              <a:t>一</a:t>
            </a:r>
            <a:endParaRPr lang="zh-CN" altLang="en-US" sz="2400" b="1" dirty="0">
              <a:solidFill>
                <a:schemeClr val="bg1"/>
              </a:solidFill>
              <a:effectLst>
                <a:outerShdw blurRad="38100" dist="38100" dir="2700000" algn="tl">
                  <a:srgbClr val="000000">
                    <a:alpha val="43137"/>
                  </a:srgbClr>
                </a:outerShdw>
              </a:effectLst>
              <a:sym typeface="+mn-lt"/>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p:cSld name="7_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5" name="梯形 14"/>
          <p:cNvSpPr/>
          <p:nvPr/>
        </p:nvSpPr>
        <p:spPr>
          <a:xfrm>
            <a:off x="759997" y="897600"/>
            <a:ext cx="4279887" cy="343555"/>
          </a:xfrm>
          <a:prstGeom prst="trapezoid">
            <a:avLst>
              <a:gd name="adj" fmla="val 4574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0" y="1241155"/>
            <a:ext cx="12192000" cy="471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梯形 16"/>
          <p:cNvSpPr/>
          <p:nvPr/>
        </p:nvSpPr>
        <p:spPr>
          <a:xfrm flipV="1">
            <a:off x="968813" y="897599"/>
            <a:ext cx="3862255" cy="1197696"/>
          </a:xfrm>
          <a:prstGeom prst="trapezoid">
            <a:avLst>
              <a:gd name="adj" fmla="val 2099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44"/>
          <p:cNvSpPr txBox="1"/>
          <p:nvPr/>
        </p:nvSpPr>
        <p:spPr>
          <a:xfrm>
            <a:off x="1614934" y="944604"/>
            <a:ext cx="2570009" cy="1077218"/>
          </a:xfrm>
          <a:prstGeom prst="rect">
            <a:avLst/>
          </a:prstGeom>
          <a:noFill/>
        </p:spPr>
        <p:txBody>
          <a:bodyPr wrap="square" rtlCol="0">
            <a:spAutoFit/>
          </a:bodyPr>
          <a:lstStyle/>
          <a:p>
            <a:pPr algn="ctr"/>
            <a:r>
              <a:rPr lang="zh-CN" altLang="en-US" sz="4000" b="1" dirty="0">
                <a:solidFill>
                  <a:schemeClr val="bg1"/>
                </a:solidFill>
                <a:latin typeface="+mn-ea"/>
                <a:ea typeface="+mn-ea"/>
              </a:rPr>
              <a:t>目  录</a:t>
            </a:r>
            <a:endParaRPr lang="en-US" altLang="zh-CN" sz="4000" b="1" dirty="0">
              <a:solidFill>
                <a:schemeClr val="bg1"/>
              </a:solidFill>
              <a:latin typeface="+mn-ea"/>
              <a:ea typeface="+mn-ea"/>
            </a:endParaRPr>
          </a:p>
          <a:p>
            <a:pPr algn="ctr"/>
            <a:r>
              <a:rPr lang="en-US" sz="2400" b="1" dirty="0">
                <a:solidFill>
                  <a:schemeClr val="bg1"/>
                </a:solidFill>
                <a:latin typeface="+mn-ea"/>
                <a:ea typeface="+mn-ea"/>
              </a:rPr>
              <a:t>CONTENTS</a:t>
            </a:r>
            <a:endParaRPr lang="en-US" sz="2400" b="1" dirty="0">
              <a:solidFill>
                <a:schemeClr val="bg1"/>
              </a:solidFill>
              <a:latin typeface="+mn-ea"/>
              <a:ea typeface="+mn-ea"/>
            </a:endParaRPr>
          </a:p>
        </p:txBody>
      </p:sp>
      <p:sp>
        <p:nvSpPr>
          <p:cNvPr id="41" name="文本框 17"/>
          <p:cNvSpPr txBox="1"/>
          <p:nvPr userDrawn="1"/>
        </p:nvSpPr>
        <p:spPr>
          <a:xfrm>
            <a:off x="5231765" y="2439670"/>
            <a:ext cx="2679065" cy="583565"/>
          </a:xfrm>
          <a:prstGeom prst="rect">
            <a:avLst/>
          </a:prstGeom>
          <a:noFill/>
        </p:spPr>
        <p:txBody>
          <a:bodyPr wrap="square" rtlCol="0" anchor="ctr">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defTabSz="685800">
              <a:defRPr/>
            </a:pPr>
            <a:r>
              <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rPr>
              <a:t>近期</a:t>
            </a:r>
            <a:r>
              <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rPr>
              <a:t>研究</a:t>
            </a:r>
            <a:endPar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endParaRPr>
          </a:p>
        </p:txBody>
      </p:sp>
      <p:sp>
        <p:nvSpPr>
          <p:cNvPr id="42" name="文本框 17"/>
          <p:cNvSpPr txBox="1"/>
          <p:nvPr/>
        </p:nvSpPr>
        <p:spPr>
          <a:xfrm>
            <a:off x="5231765" y="3890010"/>
            <a:ext cx="2679065" cy="58356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chemeClr val="bg1"/>
                </a:solidFill>
                <a:effectLst>
                  <a:outerShdw blurRad="38100" dist="38100" dir="2700000" algn="tl">
                    <a:srgbClr val="000000">
                      <a:alpha val="43137"/>
                    </a:srgbClr>
                  </a:outerShdw>
                </a:effectLst>
              </a:rPr>
              <a:t>论文</a:t>
            </a:r>
            <a:r>
              <a:rPr lang="zh-CN" altLang="en-US" sz="3200" dirty="0">
                <a:ln w="6350">
                  <a:noFill/>
                </a:ln>
                <a:solidFill>
                  <a:schemeClr val="bg1"/>
                </a:solidFill>
                <a:effectLst>
                  <a:outerShdw blurRad="38100" dist="38100" dir="2700000" algn="tl">
                    <a:srgbClr val="000000">
                      <a:alpha val="43137"/>
                    </a:srgbClr>
                  </a:outerShdw>
                </a:effectLst>
              </a:rPr>
              <a:t>分享</a:t>
            </a:r>
            <a:endParaRPr lang="zh-CN" altLang="en-US" sz="3200" dirty="0">
              <a:ln w="6350">
                <a:noFill/>
              </a:ln>
              <a:solidFill>
                <a:schemeClr val="bg1"/>
              </a:solidFill>
              <a:effectLst>
                <a:outerShdw blurRad="38100" dist="38100" dir="2700000" algn="tl">
                  <a:srgbClr val="000000">
                    <a:alpha val="43137"/>
                  </a:srgbClr>
                </a:outerShdw>
              </a:effectLst>
            </a:endParaRPr>
          </a:p>
        </p:txBody>
      </p:sp>
      <p:sp>
        <p:nvSpPr>
          <p:cNvPr id="45" name="Freeform 5"/>
          <p:cNvSpPr>
            <a:spLocks noChangeAspect="1"/>
          </p:cNvSpPr>
          <p:nvPr/>
        </p:nvSpPr>
        <p:spPr bwMode="auto">
          <a:xfrm>
            <a:off x="4028794" y="386173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a:solidFill>
                  <a:schemeClr val="bg1"/>
                </a:solidFill>
                <a:effectLst>
                  <a:outerShdw blurRad="38100" dist="38100" dir="2700000" algn="tl">
                    <a:srgbClr val="000000">
                      <a:alpha val="43137"/>
                    </a:srgbClr>
                  </a:outerShdw>
                </a:effectLst>
                <a:sym typeface="+mn-lt"/>
              </a:rPr>
              <a:t>二</a:t>
            </a:r>
            <a:endParaRPr lang="zh-CN" altLang="en-US" sz="2400" b="1" dirty="0">
              <a:solidFill>
                <a:schemeClr val="bg1"/>
              </a:solidFill>
              <a:effectLst>
                <a:outerShdw blurRad="38100" dist="38100" dir="2700000" algn="tl">
                  <a:srgbClr val="000000">
                    <a:alpha val="43137"/>
                  </a:srgbClr>
                </a:outerShdw>
              </a:effectLst>
              <a:sym typeface="+mn-lt"/>
            </a:endParaRPr>
          </a:p>
        </p:txBody>
      </p:sp>
      <p:sp>
        <p:nvSpPr>
          <p:cNvPr id="20" name="Freeform 5"/>
          <p:cNvSpPr>
            <a:spLocks noChangeAspect="1"/>
          </p:cNvSpPr>
          <p:nvPr/>
        </p:nvSpPr>
        <p:spPr bwMode="auto">
          <a:xfrm>
            <a:off x="4028793" y="243884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rgbClr val="FFFF00"/>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ln>
                  <a:solidFill>
                    <a:srgbClr val="FFFF00"/>
                  </a:solidFill>
                </a:ln>
                <a:solidFill>
                  <a:srgbClr val="FFFF00"/>
                </a:solidFill>
                <a:effectLst>
                  <a:outerShdw blurRad="38100" dist="38100" dir="2700000" algn="tl">
                    <a:srgbClr val="000000">
                      <a:alpha val="43137"/>
                    </a:srgbClr>
                  </a:outerShdw>
                </a:effectLst>
                <a:sym typeface="+mn-lt"/>
              </a:rPr>
              <a:t>一</a:t>
            </a:r>
            <a:endParaRPr lang="zh-CN" altLang="en-US" sz="2400" b="1" dirty="0">
              <a:ln>
                <a:solidFill>
                  <a:srgbClr val="FFFF00"/>
                </a:solidFill>
              </a:ln>
              <a:solidFill>
                <a:srgbClr val="FFFF00"/>
              </a:solidFill>
              <a:effectLst>
                <a:outerShdw blurRad="38100" dist="38100" dir="2700000" algn="tl">
                  <a:srgbClr val="000000">
                    <a:alpha val="43137"/>
                  </a:srgbClr>
                </a:outerShdw>
              </a:effectLst>
              <a:sym typeface="+mn-lt"/>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p:cSld name="8_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5" name="梯形 14"/>
          <p:cNvSpPr/>
          <p:nvPr/>
        </p:nvSpPr>
        <p:spPr>
          <a:xfrm>
            <a:off x="759997" y="897600"/>
            <a:ext cx="4279887" cy="343555"/>
          </a:xfrm>
          <a:prstGeom prst="trapezoid">
            <a:avLst>
              <a:gd name="adj" fmla="val 4574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0" y="1241155"/>
            <a:ext cx="12192000" cy="471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梯形 16"/>
          <p:cNvSpPr/>
          <p:nvPr/>
        </p:nvSpPr>
        <p:spPr>
          <a:xfrm flipV="1">
            <a:off x="968813" y="897599"/>
            <a:ext cx="3862255" cy="1197696"/>
          </a:xfrm>
          <a:prstGeom prst="trapezoid">
            <a:avLst>
              <a:gd name="adj" fmla="val 2099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44"/>
          <p:cNvSpPr txBox="1"/>
          <p:nvPr/>
        </p:nvSpPr>
        <p:spPr>
          <a:xfrm>
            <a:off x="1614934" y="944604"/>
            <a:ext cx="2570009" cy="1077218"/>
          </a:xfrm>
          <a:prstGeom prst="rect">
            <a:avLst/>
          </a:prstGeom>
          <a:noFill/>
        </p:spPr>
        <p:txBody>
          <a:bodyPr wrap="square" rtlCol="0">
            <a:spAutoFit/>
          </a:bodyPr>
          <a:lstStyle/>
          <a:p>
            <a:pPr algn="ctr"/>
            <a:r>
              <a:rPr lang="zh-CN" altLang="en-US" sz="4000" b="1" dirty="0">
                <a:solidFill>
                  <a:schemeClr val="bg1"/>
                </a:solidFill>
                <a:latin typeface="+mn-ea"/>
                <a:ea typeface="+mn-ea"/>
              </a:rPr>
              <a:t>目  录</a:t>
            </a:r>
            <a:endParaRPr lang="en-US" altLang="zh-CN" sz="4000" b="1" dirty="0">
              <a:solidFill>
                <a:schemeClr val="bg1"/>
              </a:solidFill>
              <a:latin typeface="+mn-ea"/>
              <a:ea typeface="+mn-ea"/>
            </a:endParaRPr>
          </a:p>
          <a:p>
            <a:pPr algn="ctr"/>
            <a:r>
              <a:rPr lang="en-US" sz="2400" b="1" dirty="0">
                <a:solidFill>
                  <a:schemeClr val="bg1"/>
                </a:solidFill>
                <a:latin typeface="+mn-ea"/>
                <a:ea typeface="+mn-ea"/>
              </a:rPr>
              <a:t>CONTENTS</a:t>
            </a:r>
            <a:endParaRPr lang="en-US" sz="2400" b="1" dirty="0">
              <a:solidFill>
                <a:schemeClr val="bg1"/>
              </a:solidFill>
              <a:latin typeface="+mn-ea"/>
              <a:ea typeface="+mn-ea"/>
            </a:endParaRPr>
          </a:p>
        </p:txBody>
      </p:sp>
      <p:sp>
        <p:nvSpPr>
          <p:cNvPr id="41" name="文本框 17"/>
          <p:cNvSpPr txBox="1"/>
          <p:nvPr userDrawn="1"/>
        </p:nvSpPr>
        <p:spPr>
          <a:xfrm>
            <a:off x="5231765" y="2439670"/>
            <a:ext cx="2672080" cy="583565"/>
          </a:xfrm>
          <a:prstGeom prst="rect">
            <a:avLst/>
          </a:prstGeom>
          <a:noFill/>
        </p:spPr>
        <p:txBody>
          <a:bodyPr wrap="square" rtlCol="0" anchor="ctr">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defTabSz="685800">
              <a:defRPr/>
            </a:pPr>
            <a:r>
              <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rPr>
              <a:t>近期研究</a:t>
            </a:r>
            <a:endPar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endParaRPr>
          </a:p>
        </p:txBody>
      </p:sp>
      <p:sp>
        <p:nvSpPr>
          <p:cNvPr id="42" name="文本框 17"/>
          <p:cNvSpPr txBox="1"/>
          <p:nvPr/>
        </p:nvSpPr>
        <p:spPr>
          <a:xfrm>
            <a:off x="5231765" y="3890010"/>
            <a:ext cx="2672080" cy="58356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rgbClr val="FFFF00"/>
                </a:solidFill>
                <a:effectLst>
                  <a:outerShdw blurRad="38100" dist="38100" dir="2700000" algn="tl">
                    <a:srgbClr val="000000">
                      <a:alpha val="43137"/>
                    </a:srgbClr>
                  </a:outerShdw>
                </a:effectLst>
              </a:rPr>
              <a:t>论文</a:t>
            </a:r>
            <a:r>
              <a:rPr lang="zh-CN" altLang="en-US" sz="3200" dirty="0">
                <a:ln w="6350">
                  <a:noFill/>
                </a:ln>
                <a:solidFill>
                  <a:srgbClr val="FFFF00"/>
                </a:solidFill>
                <a:effectLst>
                  <a:outerShdw blurRad="38100" dist="38100" dir="2700000" algn="tl">
                    <a:srgbClr val="000000">
                      <a:alpha val="43137"/>
                    </a:srgbClr>
                  </a:outerShdw>
                </a:effectLst>
              </a:rPr>
              <a:t>分享</a:t>
            </a:r>
            <a:endParaRPr lang="zh-CN" altLang="en-US" sz="3200" dirty="0">
              <a:ln w="6350">
                <a:noFill/>
              </a:ln>
              <a:solidFill>
                <a:srgbClr val="FFFF00"/>
              </a:solidFill>
              <a:effectLst>
                <a:outerShdw blurRad="38100" dist="38100" dir="2700000" algn="tl">
                  <a:srgbClr val="000000">
                    <a:alpha val="43137"/>
                  </a:srgbClr>
                </a:outerShdw>
              </a:effectLst>
            </a:endParaRPr>
          </a:p>
        </p:txBody>
      </p:sp>
      <p:sp>
        <p:nvSpPr>
          <p:cNvPr id="45" name="Freeform 5"/>
          <p:cNvSpPr>
            <a:spLocks noChangeAspect="1"/>
          </p:cNvSpPr>
          <p:nvPr/>
        </p:nvSpPr>
        <p:spPr bwMode="auto">
          <a:xfrm>
            <a:off x="4028794" y="386173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rgbClr val="FFFF00"/>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a:solidFill>
                  <a:srgbClr val="FFFF00"/>
                </a:solidFill>
                <a:effectLst>
                  <a:outerShdw blurRad="38100" dist="38100" dir="2700000" algn="tl">
                    <a:srgbClr val="000000">
                      <a:alpha val="43137"/>
                    </a:srgbClr>
                  </a:outerShdw>
                </a:effectLst>
                <a:sym typeface="+mn-lt"/>
              </a:rPr>
              <a:t>二</a:t>
            </a:r>
            <a:endParaRPr lang="zh-CN" altLang="en-US" sz="2400" b="1" dirty="0">
              <a:solidFill>
                <a:srgbClr val="FFFF00"/>
              </a:solidFill>
              <a:effectLst>
                <a:outerShdw blurRad="38100" dist="38100" dir="2700000" algn="tl">
                  <a:srgbClr val="000000">
                    <a:alpha val="43137"/>
                  </a:srgbClr>
                </a:outerShdw>
              </a:effectLst>
              <a:sym typeface="+mn-lt"/>
            </a:endParaRPr>
          </a:p>
        </p:txBody>
      </p:sp>
      <p:sp>
        <p:nvSpPr>
          <p:cNvPr id="20" name="Freeform 5"/>
          <p:cNvSpPr>
            <a:spLocks noChangeAspect="1"/>
          </p:cNvSpPr>
          <p:nvPr/>
        </p:nvSpPr>
        <p:spPr bwMode="auto">
          <a:xfrm>
            <a:off x="4028793" y="243884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chemeClr val="bg1"/>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solidFill>
                  <a:schemeClr val="bg1"/>
                </a:solidFill>
                <a:effectLst>
                  <a:outerShdw blurRad="38100" dist="38100" dir="2700000" algn="tl">
                    <a:srgbClr val="000000">
                      <a:alpha val="43137"/>
                    </a:srgbClr>
                  </a:outerShdw>
                </a:effectLst>
                <a:sym typeface="+mn-lt"/>
              </a:rPr>
              <a:t>一</a:t>
            </a:r>
            <a:endParaRPr lang="zh-CN" altLang="en-US" sz="2400" b="1" dirty="0">
              <a:solidFill>
                <a:schemeClr val="bg1"/>
              </a:solidFill>
              <a:effectLst>
                <a:outerShdw blurRad="38100" dist="38100" dir="2700000" algn="tl">
                  <a:srgbClr val="000000">
                    <a:alpha val="43137"/>
                  </a:srgbClr>
                </a:outerShdw>
              </a:effectLst>
              <a:sym typeface="+mn-lt"/>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p:cSld name="10_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5" name="梯形 14"/>
          <p:cNvSpPr/>
          <p:nvPr/>
        </p:nvSpPr>
        <p:spPr>
          <a:xfrm>
            <a:off x="759997" y="897600"/>
            <a:ext cx="4279887" cy="343555"/>
          </a:xfrm>
          <a:prstGeom prst="trapezoid">
            <a:avLst>
              <a:gd name="adj" fmla="val 4574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0" y="1241155"/>
            <a:ext cx="12192000" cy="471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梯形 16"/>
          <p:cNvSpPr/>
          <p:nvPr/>
        </p:nvSpPr>
        <p:spPr>
          <a:xfrm flipV="1">
            <a:off x="968813" y="897599"/>
            <a:ext cx="3862255" cy="1197696"/>
          </a:xfrm>
          <a:prstGeom prst="trapezoid">
            <a:avLst>
              <a:gd name="adj" fmla="val 2099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44"/>
          <p:cNvSpPr txBox="1"/>
          <p:nvPr/>
        </p:nvSpPr>
        <p:spPr>
          <a:xfrm>
            <a:off x="1614934" y="944604"/>
            <a:ext cx="2570009" cy="1077218"/>
          </a:xfrm>
          <a:prstGeom prst="rect">
            <a:avLst/>
          </a:prstGeom>
          <a:noFill/>
        </p:spPr>
        <p:txBody>
          <a:bodyPr wrap="square" rtlCol="0">
            <a:spAutoFit/>
          </a:bodyPr>
          <a:lstStyle/>
          <a:p>
            <a:pPr algn="ctr"/>
            <a:r>
              <a:rPr lang="zh-CN" altLang="en-US" sz="4000" b="1" dirty="0">
                <a:solidFill>
                  <a:schemeClr val="bg1"/>
                </a:solidFill>
                <a:latin typeface="+mn-ea"/>
                <a:ea typeface="+mn-ea"/>
              </a:rPr>
              <a:t>目  录</a:t>
            </a:r>
            <a:endParaRPr lang="en-US" altLang="zh-CN" sz="4000" b="1" dirty="0">
              <a:solidFill>
                <a:schemeClr val="bg1"/>
              </a:solidFill>
              <a:latin typeface="+mn-ea"/>
              <a:ea typeface="+mn-ea"/>
            </a:endParaRPr>
          </a:p>
          <a:p>
            <a:pPr algn="ctr"/>
            <a:r>
              <a:rPr lang="en-US" sz="2400" b="1" dirty="0">
                <a:solidFill>
                  <a:schemeClr val="bg1"/>
                </a:solidFill>
                <a:latin typeface="+mn-ea"/>
                <a:ea typeface="+mn-ea"/>
              </a:rPr>
              <a:t>CONTENTS</a:t>
            </a:r>
            <a:endParaRPr lang="en-US" sz="2400" b="1" dirty="0">
              <a:solidFill>
                <a:schemeClr val="bg1"/>
              </a:solidFill>
              <a:latin typeface="+mn-ea"/>
              <a:ea typeface="+mn-ea"/>
            </a:endParaRPr>
          </a:p>
        </p:txBody>
      </p:sp>
      <p:sp>
        <p:nvSpPr>
          <p:cNvPr id="41" name="文本框 17"/>
          <p:cNvSpPr txBox="1"/>
          <p:nvPr userDrawn="1"/>
        </p:nvSpPr>
        <p:spPr>
          <a:xfrm>
            <a:off x="1665605" y="2488565"/>
            <a:ext cx="9963150" cy="583565"/>
          </a:xfrm>
          <a:prstGeom prst="rect">
            <a:avLst/>
          </a:prstGeom>
          <a:noFill/>
        </p:spPr>
        <p:txBody>
          <a:bodyPr wrap="square" rtlCol="0" anchor="ctr">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just" defTabSz="685800">
              <a:defRPr/>
            </a:pPr>
            <a:r>
              <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rPr>
              <a:t>针对元启发式算法代码数据的结构感知</a:t>
            </a:r>
            <a:r>
              <a:rPr lang="en-US" altLang="zh-CN" sz="3200" b="1" spc="250" baseline="0" dirty="0">
                <a:ln w="6350">
                  <a:noFill/>
                </a:ln>
                <a:solidFill>
                  <a:srgbClr val="FFFF00"/>
                </a:solidFill>
                <a:effectLst>
                  <a:outerShdw blurRad="38100" dist="38100" dir="2700000" algn="tl">
                    <a:srgbClr val="000000">
                      <a:alpha val="43137"/>
                    </a:srgbClr>
                  </a:outerShdw>
                </a:effectLst>
                <a:latin typeface="+mn-ea"/>
                <a:ea typeface="+mn-ea"/>
              </a:rPr>
              <a:t>LoRA</a:t>
            </a:r>
            <a:r>
              <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rPr>
              <a:t>方法</a:t>
            </a:r>
            <a:endPar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endParaRPr>
          </a:p>
        </p:txBody>
      </p:sp>
      <p:sp>
        <p:nvSpPr>
          <p:cNvPr id="42" name="文本框 17"/>
          <p:cNvSpPr txBox="1"/>
          <p:nvPr/>
        </p:nvSpPr>
        <p:spPr>
          <a:xfrm>
            <a:off x="1703705" y="3890010"/>
            <a:ext cx="9054465" cy="58356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chemeClr val="bg1"/>
                </a:solidFill>
                <a:effectLst>
                  <a:outerShdw blurRad="38100" dist="38100" dir="2700000" algn="tl">
                    <a:srgbClr val="000000">
                      <a:alpha val="43137"/>
                    </a:srgbClr>
                  </a:outerShdw>
                </a:effectLst>
              </a:rPr>
              <a:t>基于大模型</a:t>
            </a:r>
            <a:r>
              <a:rPr lang="zh-CN" altLang="en-US" sz="3200" dirty="0">
                <a:ln w="6350">
                  <a:noFill/>
                </a:ln>
                <a:solidFill>
                  <a:schemeClr val="bg1"/>
                </a:solidFill>
                <a:effectLst>
                  <a:outerShdw blurRad="38100" dist="38100" dir="2700000" algn="tl">
                    <a:srgbClr val="000000">
                      <a:alpha val="43137"/>
                    </a:srgbClr>
                  </a:outerShdw>
                </a:effectLst>
              </a:rPr>
              <a:t>的元启发式算法的动态进化自动化</a:t>
            </a:r>
            <a:endParaRPr lang="zh-CN" altLang="en-US" sz="3200" dirty="0">
              <a:ln w="6350">
                <a:noFill/>
              </a:ln>
              <a:solidFill>
                <a:schemeClr val="bg1"/>
              </a:solidFill>
              <a:effectLst>
                <a:outerShdw blurRad="38100" dist="38100" dir="2700000" algn="tl">
                  <a:srgbClr val="000000">
                    <a:alpha val="43137"/>
                  </a:srgbClr>
                </a:outerShdw>
              </a:effectLst>
            </a:endParaRPr>
          </a:p>
        </p:txBody>
      </p:sp>
      <p:sp>
        <p:nvSpPr>
          <p:cNvPr id="45" name="Freeform 5"/>
          <p:cNvSpPr>
            <a:spLocks noChangeAspect="1"/>
          </p:cNvSpPr>
          <p:nvPr/>
        </p:nvSpPr>
        <p:spPr bwMode="auto">
          <a:xfrm>
            <a:off x="695679" y="3890314"/>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a:solidFill>
                  <a:schemeClr val="bg1"/>
                </a:solidFill>
                <a:effectLst>
                  <a:outerShdw blurRad="38100" dist="38100" dir="2700000" algn="tl">
                    <a:srgbClr val="000000">
                      <a:alpha val="43137"/>
                    </a:srgbClr>
                  </a:outerShdw>
                </a:effectLst>
                <a:sym typeface="+mn-lt"/>
              </a:rPr>
              <a:t>二</a:t>
            </a:r>
            <a:endParaRPr lang="zh-CN" altLang="en-US" sz="2400" b="1" dirty="0">
              <a:solidFill>
                <a:schemeClr val="bg1"/>
              </a:solidFill>
              <a:effectLst>
                <a:outerShdw blurRad="38100" dist="38100" dir="2700000" algn="tl">
                  <a:srgbClr val="000000">
                    <a:alpha val="43137"/>
                  </a:srgbClr>
                </a:outerShdw>
              </a:effectLst>
              <a:sym typeface="+mn-lt"/>
            </a:endParaRPr>
          </a:p>
        </p:txBody>
      </p:sp>
      <p:sp>
        <p:nvSpPr>
          <p:cNvPr id="20" name="Freeform 5"/>
          <p:cNvSpPr>
            <a:spLocks noChangeAspect="1"/>
          </p:cNvSpPr>
          <p:nvPr/>
        </p:nvSpPr>
        <p:spPr bwMode="auto">
          <a:xfrm>
            <a:off x="693773" y="2420434"/>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rgbClr val="FFFF00"/>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ln>
                  <a:solidFill>
                    <a:srgbClr val="FFFF00"/>
                  </a:solidFill>
                </a:ln>
                <a:solidFill>
                  <a:srgbClr val="FFFF00"/>
                </a:solidFill>
                <a:effectLst>
                  <a:outerShdw blurRad="38100" dist="38100" dir="2700000" algn="tl">
                    <a:srgbClr val="000000">
                      <a:alpha val="43137"/>
                    </a:srgbClr>
                  </a:outerShdw>
                </a:effectLst>
                <a:sym typeface="+mn-lt"/>
              </a:rPr>
              <a:t>一</a:t>
            </a:r>
            <a:endParaRPr lang="zh-CN" altLang="en-US" sz="2400" b="1" dirty="0">
              <a:ln>
                <a:solidFill>
                  <a:srgbClr val="FFFF00"/>
                </a:solidFill>
              </a:ln>
              <a:solidFill>
                <a:srgbClr val="FFFF00"/>
              </a:solidFill>
              <a:effectLst>
                <a:outerShdw blurRad="38100" dist="38100" dir="2700000" algn="tl">
                  <a:srgbClr val="000000">
                    <a:alpha val="43137"/>
                  </a:srgbClr>
                </a:outerShdw>
              </a:effectLst>
              <a:sym typeface="+mn-lt"/>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p:cSld name="11_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5" name="梯形 14"/>
          <p:cNvSpPr/>
          <p:nvPr/>
        </p:nvSpPr>
        <p:spPr>
          <a:xfrm>
            <a:off x="759997" y="897600"/>
            <a:ext cx="4279887" cy="343555"/>
          </a:xfrm>
          <a:prstGeom prst="trapezoid">
            <a:avLst>
              <a:gd name="adj" fmla="val 4574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0" y="1241155"/>
            <a:ext cx="12192000" cy="471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梯形 16"/>
          <p:cNvSpPr/>
          <p:nvPr/>
        </p:nvSpPr>
        <p:spPr>
          <a:xfrm flipV="1">
            <a:off x="968813" y="897599"/>
            <a:ext cx="3862255" cy="1197696"/>
          </a:xfrm>
          <a:prstGeom prst="trapezoid">
            <a:avLst>
              <a:gd name="adj" fmla="val 2099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44"/>
          <p:cNvSpPr txBox="1"/>
          <p:nvPr/>
        </p:nvSpPr>
        <p:spPr>
          <a:xfrm>
            <a:off x="1614934" y="944604"/>
            <a:ext cx="2570009" cy="1077218"/>
          </a:xfrm>
          <a:prstGeom prst="rect">
            <a:avLst/>
          </a:prstGeom>
          <a:noFill/>
        </p:spPr>
        <p:txBody>
          <a:bodyPr wrap="square" rtlCol="0">
            <a:spAutoFit/>
          </a:bodyPr>
          <a:lstStyle/>
          <a:p>
            <a:pPr algn="ctr"/>
            <a:r>
              <a:rPr lang="zh-CN" altLang="en-US" sz="4000" b="1" dirty="0">
                <a:solidFill>
                  <a:schemeClr val="bg1"/>
                </a:solidFill>
                <a:latin typeface="+mn-ea"/>
                <a:ea typeface="+mn-ea"/>
              </a:rPr>
              <a:t>目  录</a:t>
            </a:r>
            <a:endParaRPr lang="en-US" altLang="zh-CN" sz="4000" b="1" dirty="0">
              <a:solidFill>
                <a:schemeClr val="bg1"/>
              </a:solidFill>
              <a:latin typeface="+mn-ea"/>
              <a:ea typeface="+mn-ea"/>
            </a:endParaRPr>
          </a:p>
          <a:p>
            <a:pPr algn="ctr"/>
            <a:r>
              <a:rPr lang="en-US" sz="2400" b="1" dirty="0">
                <a:solidFill>
                  <a:schemeClr val="bg1"/>
                </a:solidFill>
                <a:latin typeface="+mn-ea"/>
                <a:ea typeface="+mn-ea"/>
              </a:rPr>
              <a:t>CONTENTS</a:t>
            </a:r>
            <a:endParaRPr lang="en-US" sz="2400" b="1" dirty="0">
              <a:solidFill>
                <a:schemeClr val="bg1"/>
              </a:solidFill>
              <a:latin typeface="+mn-ea"/>
              <a:ea typeface="+mn-ea"/>
            </a:endParaRPr>
          </a:p>
        </p:txBody>
      </p:sp>
      <p:sp>
        <p:nvSpPr>
          <p:cNvPr id="41" name="文本框 17"/>
          <p:cNvSpPr txBox="1"/>
          <p:nvPr userDrawn="1"/>
        </p:nvSpPr>
        <p:spPr>
          <a:xfrm>
            <a:off x="1665605" y="2488565"/>
            <a:ext cx="9963150" cy="583565"/>
          </a:xfrm>
          <a:prstGeom prst="rect">
            <a:avLst/>
          </a:prstGeom>
          <a:noFill/>
        </p:spPr>
        <p:txBody>
          <a:bodyPr wrap="square" rtlCol="0" anchor="ctr">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just" defTabSz="685800">
              <a:defRPr/>
            </a:pPr>
            <a:r>
              <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rPr>
              <a:t>针对元启发式算法代码数据的结构感知</a:t>
            </a:r>
            <a:r>
              <a:rPr lang="en-US" altLang="zh-CN" sz="3200" b="1" spc="250" baseline="0" dirty="0">
                <a:ln w="6350">
                  <a:noFill/>
                </a:ln>
                <a:solidFill>
                  <a:schemeClr val="bg1"/>
                </a:solidFill>
                <a:effectLst>
                  <a:outerShdw blurRad="38100" dist="38100" dir="2700000" algn="tl">
                    <a:srgbClr val="000000">
                      <a:alpha val="43137"/>
                    </a:srgbClr>
                  </a:outerShdw>
                </a:effectLst>
                <a:latin typeface="+mn-ea"/>
                <a:ea typeface="+mn-ea"/>
              </a:rPr>
              <a:t>LoRA</a:t>
            </a:r>
            <a:r>
              <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rPr>
              <a:t>方法</a:t>
            </a:r>
            <a:endPar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endParaRPr>
          </a:p>
        </p:txBody>
      </p:sp>
      <p:sp>
        <p:nvSpPr>
          <p:cNvPr id="42" name="文本框 17"/>
          <p:cNvSpPr txBox="1"/>
          <p:nvPr/>
        </p:nvSpPr>
        <p:spPr>
          <a:xfrm>
            <a:off x="1703705" y="3890010"/>
            <a:ext cx="9054465" cy="58356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rgbClr val="FFFF00"/>
                </a:solidFill>
                <a:effectLst>
                  <a:outerShdw blurRad="38100" dist="38100" dir="2700000" algn="tl">
                    <a:srgbClr val="000000">
                      <a:alpha val="43137"/>
                    </a:srgbClr>
                  </a:outerShdw>
                </a:effectLst>
              </a:rPr>
              <a:t>基于大模型的元启发式算法的动态进化自动化</a:t>
            </a:r>
            <a:endParaRPr lang="zh-CN" altLang="en-US" sz="3200" dirty="0">
              <a:ln w="6350">
                <a:noFill/>
              </a:ln>
              <a:solidFill>
                <a:srgbClr val="FFFF00"/>
              </a:solidFill>
              <a:effectLst>
                <a:outerShdw blurRad="38100" dist="38100" dir="2700000" algn="tl">
                  <a:srgbClr val="000000">
                    <a:alpha val="43137"/>
                  </a:srgbClr>
                </a:outerShdw>
              </a:effectLst>
            </a:endParaRPr>
          </a:p>
        </p:txBody>
      </p:sp>
      <p:sp>
        <p:nvSpPr>
          <p:cNvPr id="45" name="Freeform 5"/>
          <p:cNvSpPr>
            <a:spLocks noChangeAspect="1"/>
          </p:cNvSpPr>
          <p:nvPr/>
        </p:nvSpPr>
        <p:spPr bwMode="auto">
          <a:xfrm>
            <a:off x="693139" y="3890314"/>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rgbClr val="FFFF00"/>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a:ln>
                  <a:solidFill>
                    <a:srgbClr val="FFFF00"/>
                  </a:solidFill>
                </a:ln>
                <a:solidFill>
                  <a:srgbClr val="FFFF00"/>
                </a:solidFill>
                <a:effectLst>
                  <a:outerShdw blurRad="38100" dist="38100" dir="2700000" algn="tl">
                    <a:srgbClr val="000000">
                      <a:alpha val="43137"/>
                    </a:srgbClr>
                  </a:outerShdw>
                </a:effectLst>
                <a:sym typeface="+mn-lt"/>
              </a:rPr>
              <a:t>二</a:t>
            </a:r>
            <a:endParaRPr lang="zh-CN" altLang="en-US" sz="2400" b="1" dirty="0">
              <a:ln>
                <a:solidFill>
                  <a:srgbClr val="FFFF00"/>
                </a:solidFill>
              </a:ln>
              <a:solidFill>
                <a:srgbClr val="FFFF00"/>
              </a:solidFill>
              <a:effectLst>
                <a:outerShdw blurRad="38100" dist="38100" dir="2700000" algn="tl">
                  <a:srgbClr val="000000">
                    <a:alpha val="43137"/>
                  </a:srgbClr>
                </a:outerShdw>
              </a:effectLst>
              <a:sym typeface="+mn-lt"/>
            </a:endParaRPr>
          </a:p>
        </p:txBody>
      </p:sp>
      <p:sp>
        <p:nvSpPr>
          <p:cNvPr id="20" name="Freeform 5"/>
          <p:cNvSpPr>
            <a:spLocks noChangeAspect="1"/>
          </p:cNvSpPr>
          <p:nvPr/>
        </p:nvSpPr>
        <p:spPr bwMode="auto">
          <a:xfrm>
            <a:off x="693773" y="2420434"/>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chemeClr val="bg1"/>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ln>
                  <a:noFill/>
                </a:ln>
                <a:solidFill>
                  <a:schemeClr val="bg1"/>
                </a:solidFill>
                <a:effectLst>
                  <a:outerShdw blurRad="38100" dist="38100" dir="2700000" algn="tl">
                    <a:srgbClr val="000000">
                      <a:alpha val="43137"/>
                    </a:srgbClr>
                  </a:outerShdw>
                </a:effectLst>
                <a:sym typeface="+mn-lt"/>
              </a:rPr>
              <a:t>一</a:t>
            </a:r>
            <a:endParaRPr lang="zh-CN" altLang="en-US" sz="2400" b="1" dirty="0">
              <a:ln>
                <a:noFill/>
              </a:ln>
              <a:solidFill>
                <a:schemeClr val="bg1"/>
              </a:solidFill>
              <a:effectLst>
                <a:outerShdw blurRad="38100" dist="38100" dir="2700000" algn="tl">
                  <a:srgbClr val="000000">
                    <a:alpha val="43137"/>
                  </a:srgbClr>
                </a:outerShdw>
              </a:effectLst>
              <a:sym typeface="+mn-lt"/>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_自定义版式">
    <p:spTree>
      <p:nvGrpSpPr>
        <p:cNvPr id="1" name=""/>
        <p:cNvGrpSpPr/>
        <p:nvPr/>
      </p:nvGrpSpPr>
      <p:grpSpPr>
        <a:xfrm>
          <a:off x="0" y="0"/>
          <a:ext cx="0" cy="0"/>
          <a:chOff x="0" y="0"/>
          <a:chExt cx="0" cy="0"/>
        </a:xfrm>
      </p:grpSpPr>
      <p:grpSp>
        <p:nvGrpSpPr>
          <p:cNvPr id="7" name="组合 6"/>
          <p:cNvGrpSpPr/>
          <p:nvPr/>
        </p:nvGrpSpPr>
        <p:grpSpPr>
          <a:xfrm>
            <a:off x="12160" y="6104963"/>
            <a:ext cx="12181421" cy="754045"/>
            <a:chOff x="15714" y="4577478"/>
            <a:chExt cx="9136066" cy="565534"/>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3" y="4803998"/>
              <a:ext cx="1880309" cy="307617"/>
            </a:xfrm>
            <a:prstGeom prst="rect">
              <a:avLst/>
            </a:prstGeom>
            <a:noFill/>
          </p:spPr>
        </p:pic>
        <p:sp>
          <p:nvSpPr>
            <p:cNvPr id="9" name="矩形 8"/>
            <p:cNvSpPr/>
            <p:nvPr userDrawn="1"/>
          </p:nvSpPr>
          <p:spPr bwMode="auto">
            <a:xfrm>
              <a:off x="15714" y="4694791"/>
              <a:ext cx="2088232" cy="448221"/>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nvGrpSpPr>
            <p:cNvPr id="10" name="组合 9"/>
            <p:cNvGrpSpPr/>
            <p:nvPr userDrawn="1"/>
          </p:nvGrpSpPr>
          <p:grpSpPr>
            <a:xfrm>
              <a:off x="6816910" y="4577478"/>
              <a:ext cx="2334870" cy="565534"/>
              <a:chOff x="6816910" y="4577478"/>
              <a:chExt cx="2334870" cy="565534"/>
            </a:xfrm>
          </p:grpSpPr>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13152" y="4577478"/>
                <a:ext cx="2138628" cy="565534"/>
              </a:xfrm>
              <a:prstGeom prst="rect">
                <a:avLst/>
              </a:prstGeom>
            </p:spPr>
          </p:pic>
          <p:sp>
            <p:nvSpPr>
              <p:cNvPr id="12" name="矩形 11"/>
              <p:cNvSpPr/>
              <p:nvPr userDrawn="1"/>
            </p:nvSpPr>
            <p:spPr bwMode="auto">
              <a:xfrm>
                <a:off x="6816910" y="4577478"/>
                <a:ext cx="2329454" cy="565534"/>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grpSp>
      <p:sp>
        <p:nvSpPr>
          <p:cNvPr id="14" name="TextBox 1"/>
          <p:cNvSpPr txBox="1">
            <a:spLocks noChangeArrowheads="1"/>
          </p:cNvSpPr>
          <p:nvPr/>
        </p:nvSpPr>
        <p:spPr bwMode="auto">
          <a:xfrm>
            <a:off x="1199456" y="164476"/>
            <a:ext cx="9901438" cy="582295"/>
          </a:xfrm>
          <a:prstGeom prst="rect">
            <a:avLst/>
          </a:prstGeom>
          <a:noFill/>
          <a:ln w="9525">
            <a:noFill/>
            <a:miter lim="800000"/>
          </a:ln>
        </p:spPr>
        <p:txBody>
          <a:bodyPr wrap="square" lIns="121893" tIns="60947" rIns="121893" bIns="60947">
            <a:spAutoFit/>
          </a:bodyPr>
          <a:lstStyle/>
          <a:p>
            <a:pPr algn="l"/>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一、近期</a:t>
            </a:r>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研究</a:t>
            </a:r>
            <a:endPar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Sld>
  <p:clrMapOvr>
    <a:masterClrMapping/>
  </p:clrMapOvr>
  <p:transition spd="slow">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5_自定义版式">
    <p:spTree>
      <p:nvGrpSpPr>
        <p:cNvPr id="1" name=""/>
        <p:cNvGrpSpPr/>
        <p:nvPr/>
      </p:nvGrpSpPr>
      <p:grpSpPr>
        <a:xfrm>
          <a:off x="0" y="0"/>
          <a:ext cx="0" cy="0"/>
          <a:chOff x="0" y="0"/>
          <a:chExt cx="0" cy="0"/>
        </a:xfrm>
      </p:grpSpPr>
      <p:grpSp>
        <p:nvGrpSpPr>
          <p:cNvPr id="7" name="组合 6"/>
          <p:cNvGrpSpPr/>
          <p:nvPr/>
        </p:nvGrpSpPr>
        <p:grpSpPr>
          <a:xfrm>
            <a:off x="12160" y="6104963"/>
            <a:ext cx="12181421" cy="754045"/>
            <a:chOff x="15714" y="4577478"/>
            <a:chExt cx="9136066" cy="565534"/>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3" y="4803998"/>
              <a:ext cx="1880309" cy="307617"/>
            </a:xfrm>
            <a:prstGeom prst="rect">
              <a:avLst/>
            </a:prstGeom>
            <a:noFill/>
          </p:spPr>
        </p:pic>
        <p:sp>
          <p:nvSpPr>
            <p:cNvPr id="9" name="矩形 8"/>
            <p:cNvSpPr/>
            <p:nvPr userDrawn="1"/>
          </p:nvSpPr>
          <p:spPr bwMode="auto">
            <a:xfrm>
              <a:off x="15714" y="4694791"/>
              <a:ext cx="2088232" cy="448221"/>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nvGrpSpPr>
            <p:cNvPr id="10" name="组合 9"/>
            <p:cNvGrpSpPr/>
            <p:nvPr userDrawn="1"/>
          </p:nvGrpSpPr>
          <p:grpSpPr>
            <a:xfrm>
              <a:off x="6816910" y="4577478"/>
              <a:ext cx="2334870" cy="565534"/>
              <a:chOff x="6816910" y="4577478"/>
              <a:chExt cx="2334870" cy="565534"/>
            </a:xfrm>
          </p:grpSpPr>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13152" y="4577478"/>
                <a:ext cx="2138628" cy="565534"/>
              </a:xfrm>
              <a:prstGeom prst="rect">
                <a:avLst/>
              </a:prstGeom>
            </p:spPr>
          </p:pic>
          <p:sp>
            <p:nvSpPr>
              <p:cNvPr id="12" name="矩形 11"/>
              <p:cNvSpPr/>
              <p:nvPr userDrawn="1"/>
            </p:nvSpPr>
            <p:spPr bwMode="auto">
              <a:xfrm>
                <a:off x="6816910" y="4577478"/>
                <a:ext cx="2329454" cy="565534"/>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grpSp>
      <p:sp>
        <p:nvSpPr>
          <p:cNvPr id="14" name="TextBox 1"/>
          <p:cNvSpPr txBox="1">
            <a:spLocks noChangeArrowheads="1"/>
          </p:cNvSpPr>
          <p:nvPr/>
        </p:nvSpPr>
        <p:spPr bwMode="auto">
          <a:xfrm>
            <a:off x="1199456" y="164476"/>
            <a:ext cx="9901438" cy="553972"/>
          </a:xfrm>
          <a:prstGeom prst="rect">
            <a:avLst/>
          </a:prstGeom>
          <a:noFill/>
          <a:ln w="9525">
            <a:noFill/>
            <a:miter lim="800000"/>
          </a:ln>
        </p:spPr>
        <p:txBody>
          <a:bodyPr wrap="square" lIns="121893" tIns="60947" rIns="121893" bIns="60947">
            <a:noAutofit/>
          </a:bodyPr>
          <a:lstStyle/>
          <a:p>
            <a:pPr algn="l"/>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二、项目</a:t>
            </a:r>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进展</a:t>
            </a:r>
            <a:endPar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grpSp>
        <p:nvGrpSpPr>
          <p:cNvPr id="7" name="组合 6"/>
          <p:cNvGrpSpPr/>
          <p:nvPr/>
        </p:nvGrpSpPr>
        <p:grpSpPr>
          <a:xfrm>
            <a:off x="12160" y="6104963"/>
            <a:ext cx="12181421" cy="754045"/>
            <a:chOff x="15714" y="4577478"/>
            <a:chExt cx="9136066" cy="565534"/>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3" y="4803998"/>
              <a:ext cx="1880309" cy="307617"/>
            </a:xfrm>
            <a:prstGeom prst="rect">
              <a:avLst/>
            </a:prstGeom>
            <a:noFill/>
          </p:spPr>
        </p:pic>
        <p:sp>
          <p:nvSpPr>
            <p:cNvPr id="9" name="矩形 8"/>
            <p:cNvSpPr/>
            <p:nvPr userDrawn="1"/>
          </p:nvSpPr>
          <p:spPr bwMode="auto">
            <a:xfrm>
              <a:off x="15714" y="4694791"/>
              <a:ext cx="2088232" cy="448221"/>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nvGrpSpPr>
            <p:cNvPr id="10" name="组合 9"/>
            <p:cNvGrpSpPr/>
            <p:nvPr userDrawn="1"/>
          </p:nvGrpSpPr>
          <p:grpSpPr>
            <a:xfrm>
              <a:off x="6816910" y="4577478"/>
              <a:ext cx="2334870" cy="565534"/>
              <a:chOff x="6816910" y="4577478"/>
              <a:chExt cx="2334870" cy="565534"/>
            </a:xfrm>
          </p:grpSpPr>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13152" y="4577478"/>
                <a:ext cx="2138628" cy="565534"/>
              </a:xfrm>
              <a:prstGeom prst="rect">
                <a:avLst/>
              </a:prstGeom>
            </p:spPr>
          </p:pic>
          <p:sp>
            <p:nvSpPr>
              <p:cNvPr id="12" name="矩形 11"/>
              <p:cNvSpPr/>
              <p:nvPr userDrawn="1"/>
            </p:nvSpPr>
            <p:spPr bwMode="auto">
              <a:xfrm>
                <a:off x="6816910" y="4577478"/>
                <a:ext cx="2329454" cy="565534"/>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grpSp>
      <p:sp>
        <p:nvSpPr>
          <p:cNvPr id="14" name="TextBox 1"/>
          <p:cNvSpPr txBox="1">
            <a:spLocks noChangeArrowheads="1"/>
          </p:cNvSpPr>
          <p:nvPr/>
        </p:nvSpPr>
        <p:spPr bwMode="auto">
          <a:xfrm>
            <a:off x="1199456" y="164476"/>
            <a:ext cx="9901438" cy="553972"/>
          </a:xfrm>
          <a:prstGeom prst="rect">
            <a:avLst/>
          </a:prstGeom>
          <a:noFill/>
          <a:ln w="9525">
            <a:noFill/>
            <a:miter lim="800000"/>
          </a:ln>
        </p:spPr>
        <p:txBody>
          <a:bodyPr wrap="square" lIns="121893" tIns="60947" rIns="121893" bIns="60947">
            <a:noAutofit/>
          </a:bodyPr>
          <a:lstStyle/>
          <a:p>
            <a:pPr algn="l"/>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二、论文</a:t>
            </a:r>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分享</a:t>
            </a:r>
            <a:endPar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Sld>
  <p:clrMapOvr>
    <a:masterClrMapping/>
  </p:clrMapOvr>
  <p:transition spd="slow">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6_自定义版式">
    <p:spTree>
      <p:nvGrpSpPr>
        <p:cNvPr id="1" name=""/>
        <p:cNvGrpSpPr/>
        <p:nvPr/>
      </p:nvGrpSpPr>
      <p:grpSpPr>
        <a:xfrm>
          <a:off x="0" y="0"/>
          <a:ext cx="0" cy="0"/>
          <a:chOff x="0" y="0"/>
          <a:chExt cx="0" cy="0"/>
        </a:xfrm>
      </p:grpSpPr>
      <p:grpSp>
        <p:nvGrpSpPr>
          <p:cNvPr id="7" name="组合 6"/>
          <p:cNvGrpSpPr/>
          <p:nvPr/>
        </p:nvGrpSpPr>
        <p:grpSpPr>
          <a:xfrm>
            <a:off x="12160" y="6104963"/>
            <a:ext cx="12181421" cy="754045"/>
            <a:chOff x="15714" y="4577478"/>
            <a:chExt cx="9136066" cy="565534"/>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3" y="4803998"/>
              <a:ext cx="1880309" cy="307617"/>
            </a:xfrm>
            <a:prstGeom prst="rect">
              <a:avLst/>
            </a:prstGeom>
            <a:noFill/>
          </p:spPr>
        </p:pic>
        <p:sp>
          <p:nvSpPr>
            <p:cNvPr id="9" name="矩形 8"/>
            <p:cNvSpPr/>
            <p:nvPr userDrawn="1"/>
          </p:nvSpPr>
          <p:spPr bwMode="auto">
            <a:xfrm>
              <a:off x="15714" y="4694791"/>
              <a:ext cx="2088232" cy="448221"/>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nvGrpSpPr>
            <p:cNvPr id="10" name="组合 9"/>
            <p:cNvGrpSpPr/>
            <p:nvPr userDrawn="1"/>
          </p:nvGrpSpPr>
          <p:grpSpPr>
            <a:xfrm>
              <a:off x="6816910" y="4577478"/>
              <a:ext cx="2334870" cy="565534"/>
              <a:chOff x="6816910" y="4577478"/>
              <a:chExt cx="2334870" cy="565534"/>
            </a:xfrm>
          </p:grpSpPr>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13152" y="4577478"/>
                <a:ext cx="2138628" cy="565534"/>
              </a:xfrm>
              <a:prstGeom prst="rect">
                <a:avLst/>
              </a:prstGeom>
            </p:spPr>
          </p:pic>
          <p:sp>
            <p:nvSpPr>
              <p:cNvPr id="12" name="矩形 11"/>
              <p:cNvSpPr/>
              <p:nvPr userDrawn="1"/>
            </p:nvSpPr>
            <p:spPr bwMode="auto">
              <a:xfrm>
                <a:off x="6816910" y="4577478"/>
                <a:ext cx="2329454" cy="565534"/>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grpSp>
      <p:sp>
        <p:nvSpPr>
          <p:cNvPr id="14" name="TextBox 1"/>
          <p:cNvSpPr txBox="1">
            <a:spLocks noChangeArrowheads="1"/>
          </p:cNvSpPr>
          <p:nvPr/>
        </p:nvSpPr>
        <p:spPr bwMode="auto">
          <a:xfrm>
            <a:off x="1199456" y="126376"/>
            <a:ext cx="9901438" cy="615527"/>
          </a:xfrm>
          <a:prstGeom prst="rect">
            <a:avLst/>
          </a:prstGeom>
          <a:noFill/>
          <a:ln w="9525">
            <a:noFill/>
            <a:miter lim="800000"/>
          </a:ln>
        </p:spPr>
        <p:txBody>
          <a:bodyPr wrap="square" lIns="121893" tIns="60947" rIns="121893" bIns="60947" anchor="ctr">
            <a:noAutofit/>
          </a:bodyPr>
          <a:lstStyle/>
          <a:p>
            <a:pPr algn="l"/>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三、未来规划</a:t>
            </a:r>
            <a:endPar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Sld>
  <p:clrMapOvr>
    <a:masterClrMapping/>
  </p:clrMapOvr>
  <p:transition spd="slow">
    <p:fade/>
  </p:transition>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7_自定义版式">
    <p:spTree>
      <p:nvGrpSpPr>
        <p:cNvPr id="1" name=""/>
        <p:cNvGrpSpPr/>
        <p:nvPr/>
      </p:nvGrpSpPr>
      <p:grpSpPr>
        <a:xfrm>
          <a:off x="0" y="0"/>
          <a:ext cx="0" cy="0"/>
          <a:chOff x="0" y="0"/>
          <a:chExt cx="0" cy="0"/>
        </a:xfrm>
      </p:grpSpPr>
      <p:grpSp>
        <p:nvGrpSpPr>
          <p:cNvPr id="7" name="组合 6"/>
          <p:cNvGrpSpPr/>
          <p:nvPr/>
        </p:nvGrpSpPr>
        <p:grpSpPr>
          <a:xfrm>
            <a:off x="12160" y="6104963"/>
            <a:ext cx="12181421" cy="754045"/>
            <a:chOff x="15714" y="4577478"/>
            <a:chExt cx="9136066" cy="565534"/>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3" y="4803998"/>
              <a:ext cx="1880309" cy="307617"/>
            </a:xfrm>
            <a:prstGeom prst="rect">
              <a:avLst/>
            </a:prstGeom>
            <a:noFill/>
          </p:spPr>
        </p:pic>
        <p:sp>
          <p:nvSpPr>
            <p:cNvPr id="9" name="矩形 8"/>
            <p:cNvSpPr/>
            <p:nvPr userDrawn="1"/>
          </p:nvSpPr>
          <p:spPr bwMode="auto">
            <a:xfrm>
              <a:off x="15714" y="4694791"/>
              <a:ext cx="2088232" cy="448221"/>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nvGrpSpPr>
            <p:cNvPr id="10" name="组合 9"/>
            <p:cNvGrpSpPr/>
            <p:nvPr userDrawn="1"/>
          </p:nvGrpSpPr>
          <p:grpSpPr>
            <a:xfrm>
              <a:off x="6816910" y="4577478"/>
              <a:ext cx="2334870" cy="565534"/>
              <a:chOff x="6816910" y="4577478"/>
              <a:chExt cx="2334870" cy="565534"/>
            </a:xfrm>
          </p:grpSpPr>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13152" y="4577478"/>
                <a:ext cx="2138628" cy="565534"/>
              </a:xfrm>
              <a:prstGeom prst="rect">
                <a:avLst/>
              </a:prstGeom>
            </p:spPr>
          </p:pic>
          <p:sp>
            <p:nvSpPr>
              <p:cNvPr id="12" name="矩形 11"/>
              <p:cNvSpPr/>
              <p:nvPr userDrawn="1"/>
            </p:nvSpPr>
            <p:spPr bwMode="auto">
              <a:xfrm>
                <a:off x="6816910" y="4577478"/>
                <a:ext cx="2329454" cy="565534"/>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grpSp>
      <p:sp>
        <p:nvSpPr>
          <p:cNvPr id="14" name="TextBox 1"/>
          <p:cNvSpPr txBox="1">
            <a:spLocks noChangeArrowheads="1"/>
          </p:cNvSpPr>
          <p:nvPr/>
        </p:nvSpPr>
        <p:spPr bwMode="auto">
          <a:xfrm>
            <a:off x="1199456" y="126376"/>
            <a:ext cx="9901438" cy="615527"/>
          </a:xfrm>
          <a:prstGeom prst="rect">
            <a:avLst/>
          </a:prstGeom>
          <a:noFill/>
          <a:ln w="9525">
            <a:noFill/>
            <a:miter lim="800000"/>
          </a:ln>
        </p:spPr>
        <p:txBody>
          <a:bodyPr wrap="square" lIns="121893" tIns="60947" rIns="121893" bIns="60947" anchor="ctr">
            <a:noAutofit/>
          </a:bodyPr>
          <a:lstStyle/>
          <a:p>
            <a:pPr algn="l"/>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四、未来计划</a:t>
            </a:r>
            <a:endPar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Sld>
  <p:clrMapOvr>
    <a:masterClrMapping/>
  </p:clrMapOvr>
  <p:transition spd="slow">
    <p:fade/>
  </p:transition>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showMasterSp="0">
  <p:cSld name="10_自定义版式">
    <p:bg>
      <p:bgPr>
        <a:solidFill>
          <a:schemeClr val="bg1"/>
        </a:solidFill>
        <a:effectLst/>
      </p:bgPr>
    </p:bg>
    <p:spTree>
      <p:nvGrpSpPr>
        <p:cNvPr id="1" name=""/>
        <p:cNvGrpSpPr/>
        <p:nvPr/>
      </p:nvGrpSpPr>
      <p:grpSpPr>
        <a:xfrm>
          <a:off x="0" y="0"/>
          <a:ext cx="0" cy="0"/>
          <a:chOff x="0" y="0"/>
          <a:chExt cx="0" cy="0"/>
        </a:xfrm>
      </p:grpSpPr>
      <p:grpSp>
        <p:nvGrpSpPr>
          <p:cNvPr id="7" name="组合 6"/>
          <p:cNvGrpSpPr/>
          <p:nvPr/>
        </p:nvGrpSpPr>
        <p:grpSpPr>
          <a:xfrm>
            <a:off x="12160" y="6104963"/>
            <a:ext cx="12181421" cy="754045"/>
            <a:chOff x="15714" y="4577478"/>
            <a:chExt cx="9136066" cy="565534"/>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3" y="4803998"/>
              <a:ext cx="1880309" cy="307617"/>
            </a:xfrm>
            <a:prstGeom prst="rect">
              <a:avLst/>
            </a:prstGeom>
            <a:noFill/>
          </p:spPr>
        </p:pic>
        <p:sp>
          <p:nvSpPr>
            <p:cNvPr id="9" name="矩形 8"/>
            <p:cNvSpPr/>
            <p:nvPr userDrawn="1"/>
          </p:nvSpPr>
          <p:spPr bwMode="auto">
            <a:xfrm>
              <a:off x="15714" y="4694791"/>
              <a:ext cx="2088232" cy="448221"/>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nvGrpSpPr>
            <p:cNvPr id="10" name="组合 9"/>
            <p:cNvGrpSpPr/>
            <p:nvPr userDrawn="1"/>
          </p:nvGrpSpPr>
          <p:grpSpPr>
            <a:xfrm>
              <a:off x="6816910" y="4577478"/>
              <a:ext cx="2334870" cy="565534"/>
              <a:chOff x="6816910" y="4577478"/>
              <a:chExt cx="2334870" cy="565534"/>
            </a:xfrm>
          </p:grpSpPr>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13152" y="4577478"/>
                <a:ext cx="2138628" cy="565534"/>
              </a:xfrm>
              <a:prstGeom prst="rect">
                <a:avLst/>
              </a:prstGeom>
            </p:spPr>
          </p:pic>
          <p:sp>
            <p:nvSpPr>
              <p:cNvPr id="12" name="矩形 11"/>
              <p:cNvSpPr/>
              <p:nvPr userDrawn="1"/>
            </p:nvSpPr>
            <p:spPr bwMode="auto">
              <a:xfrm>
                <a:off x="6816910" y="4577478"/>
                <a:ext cx="2329454" cy="565534"/>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grpSp>
    </p:spTree>
  </p:cSld>
  <p:clrMapOvr>
    <a:masterClrMapping/>
  </p:clrMapOvr>
  <p:transition spd="slow">
    <p:fade/>
  </p:transition>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5_标题幻灯片">
    <p:spTree>
      <p:nvGrpSpPr>
        <p:cNvPr id="1" name=""/>
        <p:cNvGrpSpPr/>
        <p:nvPr/>
      </p:nvGrpSpPr>
      <p:grpSpPr>
        <a:xfrm>
          <a:off x="0" y="0"/>
          <a:ext cx="0" cy="0"/>
          <a:chOff x="0" y="0"/>
          <a:chExt cx="0" cy="0"/>
        </a:xfrm>
      </p:grpSpPr>
      <p:pic>
        <p:nvPicPr>
          <p:cNvPr id="8" name="Picture 2"/>
          <p:cNvPicPr>
            <a:picLocks noChangeAspect="1" noChangeArrowheads="1"/>
          </p:cNvPicPr>
          <p:nvPr userDrawn="1"/>
        </p:nvPicPr>
        <p:blipFill>
          <a:blip r:embed="rId2" cstate="print"/>
          <a:srcRect/>
          <a:stretch>
            <a:fillRect/>
          </a:stretch>
        </p:blipFill>
        <p:spPr bwMode="auto">
          <a:xfrm>
            <a:off x="0" y="2276872"/>
            <a:ext cx="12192000" cy="4581128"/>
          </a:xfrm>
          <a:prstGeom prst="rect">
            <a:avLst/>
          </a:prstGeom>
          <a:noFill/>
          <a:ln w="9525">
            <a:noFill/>
            <a:miter lim="800000"/>
            <a:headEnd/>
            <a:tailEnd/>
          </a:ln>
        </p:spPr>
      </p:pic>
      <p:sp>
        <p:nvSpPr>
          <p:cNvPr id="9" name="矩形 8"/>
          <p:cNvSpPr/>
          <p:nvPr userDrawn="1"/>
        </p:nvSpPr>
        <p:spPr>
          <a:xfrm>
            <a:off x="0" y="2276872"/>
            <a:ext cx="12192000" cy="4581128"/>
          </a:xfrm>
          <a:prstGeom prst="rect">
            <a:avLst/>
          </a:prstGeom>
          <a:gradFill>
            <a:gsLst>
              <a:gs pos="0">
                <a:schemeClr val="bg1"/>
              </a:gs>
              <a:gs pos="50000">
                <a:schemeClr val="bg1"/>
              </a:gs>
              <a:gs pos="100000">
                <a:srgbClr val="006600">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descr="美丽的校园（小）.jpg"/>
          <p:cNvPicPr>
            <a:picLocks noChangeAspect="1"/>
          </p:cNvPicPr>
          <p:nvPr userDrawn="1"/>
        </p:nvPicPr>
        <p:blipFill>
          <a:blip r:embed="rId3" cstate="print"/>
          <a:stretch>
            <a:fillRect/>
          </a:stretch>
        </p:blipFill>
        <p:spPr>
          <a:xfrm>
            <a:off x="0" y="4597400"/>
            <a:ext cx="12240683" cy="2260600"/>
          </a:xfrm>
          <a:prstGeom prst="rect">
            <a:avLst/>
          </a:prstGeom>
        </p:spPr>
      </p:pic>
      <p:sp>
        <p:nvSpPr>
          <p:cNvPr id="11" name="矩形 10"/>
          <p:cNvSpPr/>
          <p:nvPr userDrawn="1"/>
        </p:nvSpPr>
        <p:spPr>
          <a:xfrm>
            <a:off x="-24343" y="3898155"/>
            <a:ext cx="12240683" cy="3031067"/>
          </a:xfrm>
          <a:prstGeom prst="rect">
            <a:avLst/>
          </a:prstGeom>
          <a:gradFill>
            <a:gsLst>
              <a:gs pos="0">
                <a:schemeClr val="bg1"/>
              </a:gs>
              <a:gs pos="50000">
                <a:schemeClr val="bg1"/>
              </a:gs>
              <a:gs pos="100000">
                <a:srgbClr val="006600">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Subtitle 2"/>
          <p:cNvSpPr>
            <a:spLocks noGrp="1"/>
          </p:cNvSpPr>
          <p:nvPr>
            <p:ph type="subTitle" idx="1"/>
          </p:nvPr>
        </p:nvSpPr>
        <p:spPr>
          <a:xfrm>
            <a:off x="3828137" y="3914692"/>
            <a:ext cx="4535724" cy="863435"/>
          </a:xfrm>
        </p:spPr>
        <p:txBody>
          <a:bodyPr/>
          <a:lstStyle>
            <a:lvl1pPr marL="0" indent="0" algn="ctr">
              <a:buNone/>
              <a:defRPr sz="2400">
                <a:latin typeface="仿宋_GB2312" panose="02010609030101010101" pitchFamily="49" charset="-122"/>
                <a:ea typeface="仿宋_GB2312" panose="0201060903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sp>
        <p:nvSpPr>
          <p:cNvPr id="2" name="Title 1"/>
          <p:cNvSpPr>
            <a:spLocks noGrp="1"/>
          </p:cNvSpPr>
          <p:nvPr>
            <p:ph type="ctrTitle"/>
          </p:nvPr>
        </p:nvSpPr>
        <p:spPr>
          <a:xfrm>
            <a:off x="2529902" y="2704786"/>
            <a:ext cx="7132196" cy="1067461"/>
          </a:xfrm>
        </p:spPr>
        <p:txBody>
          <a:bodyPr anchor="b">
            <a:noAutofit/>
          </a:bodyPr>
          <a:lstStyle>
            <a:lvl1pPr algn="ctr">
              <a:defRPr sz="3735">
                <a:latin typeface="方正大黑简体" panose="03000509000000000000" pitchFamily="2" charset="-122"/>
                <a:ea typeface="方正大黑简体" panose="03000509000000000000" pitchFamily="2" charset="-122"/>
              </a:defRPr>
            </a:lvl1pPr>
          </a:lstStyle>
          <a:p>
            <a:r>
              <a:rPr lang="zh-CN" altLang="en-US" dirty="0"/>
              <a:t>单击此处编辑母版标题样式</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p:txBody>
          <a:bodyPr/>
          <a:lstStyle/>
          <a:p>
            <a:pPr algn="ctr" fontAlgn="auto">
              <a:spcBef>
                <a:spcPts val="0"/>
              </a:spcBef>
              <a:spcAft>
                <a:spcPts val="0"/>
              </a:spcAft>
              <a:defRPr/>
            </a:pPr>
            <a:fld id="{B1B4F91B-EFDF-422F-A350-726993EC41AA}" type="slidenum">
              <a:rPr lang="en-US" smtClean="0">
                <a:solidFill>
                  <a:prstClr val="white"/>
                </a:solidFill>
                <a:ea typeface="微软雅黑" panose="020B0503020204020204" charset="-122"/>
              </a:rPr>
            </a:fld>
            <a:endParaRPr lang="en-US" dirty="0">
              <a:solidFill>
                <a:prstClr val="white"/>
              </a:solidFill>
              <a:ea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showMasterSp="0">
  <p:cSld name="4_标题幻灯片">
    <p:bg>
      <p:bgPr>
        <a:solidFill>
          <a:schemeClr val="bg1"/>
        </a:solidFill>
        <a:effectLst/>
      </p:bgPr>
    </p:bg>
    <p:spTree>
      <p:nvGrpSpPr>
        <p:cNvPr id="1" name=""/>
        <p:cNvGrpSpPr/>
        <p:nvPr/>
      </p:nvGrpSpPr>
      <p:grpSpPr>
        <a:xfrm>
          <a:off x="0" y="0"/>
          <a:ext cx="0" cy="0"/>
          <a:chOff x="0" y="0"/>
          <a:chExt cx="0" cy="0"/>
        </a:xfrm>
      </p:grpSpPr>
      <p:sp>
        <p:nvSpPr>
          <p:cNvPr id="10" name="矩形 9"/>
          <p:cNvSpPr/>
          <p:nvPr/>
        </p:nvSpPr>
        <p:spPr>
          <a:xfrm>
            <a:off x="335360" y="2326298"/>
            <a:ext cx="8369777" cy="377411"/>
          </a:xfrm>
          <a:prstGeom prst="rect">
            <a:avLst/>
          </a:prstGeom>
        </p:spPr>
        <p:txBody>
          <a:bodyPr wrap="square">
            <a:spAutoFit/>
          </a:bodyPr>
          <a:lstStyle/>
          <a:p>
            <a:pPr algn="just">
              <a:lnSpc>
                <a:spcPct val="120000"/>
              </a:lnSpc>
            </a:pPr>
            <a:r>
              <a:rPr lang="zh-CN" altLang="en-US" sz="1700" dirty="0">
                <a:solidFill>
                  <a:prstClr val="white"/>
                </a:solidFill>
                <a:latin typeface="+mn-lt"/>
                <a:ea typeface="+mn-ea"/>
                <a:cs typeface="+mn-ea"/>
                <a:sym typeface="+mn-lt"/>
              </a:rPr>
              <a:t>  </a:t>
            </a:r>
            <a:endParaRPr lang="zh-CN" altLang="en-US" sz="1700" dirty="0">
              <a:latin typeface="+mn-lt"/>
              <a:ea typeface="+mn-ea"/>
              <a:cs typeface="+mn-ea"/>
              <a:sym typeface="+mn-lt"/>
            </a:endParaRPr>
          </a:p>
        </p:txBody>
      </p:sp>
      <p:sp>
        <p:nvSpPr>
          <p:cNvPr id="3" name="Rectangle 28"/>
          <p:cNvSpPr/>
          <p:nvPr userDrawn="1"/>
        </p:nvSpPr>
        <p:spPr>
          <a:xfrm>
            <a:off x="352218" y="3609352"/>
            <a:ext cx="11504421" cy="2988000"/>
          </a:xfrm>
          <a:prstGeom prst="rect">
            <a:avLst/>
          </a:prstGeom>
          <a:solidFill>
            <a:schemeClr val="tx2">
              <a:lumMod val="20000"/>
              <a:lumOff val="80000"/>
            </a:schemeClr>
          </a:solidFill>
          <a:ln w="12700" cap="flat" cmpd="sng" algn="ctr">
            <a:noFill/>
            <a:prstDash val="solid"/>
            <a:miter lim="800000"/>
          </a:ln>
          <a:effectLst/>
        </p:spPr>
        <p:txBody>
          <a:bodyPr lIns="43200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5900" lvl="1" indent="-215900" defTabSz="755650">
              <a:lnSpc>
                <a:spcPct val="110000"/>
              </a:lnSpc>
              <a:spcBef>
                <a:spcPts val="300"/>
              </a:spcBef>
              <a:spcAft>
                <a:spcPts val="0"/>
              </a:spcAft>
              <a:buClr>
                <a:srgbClr val="C00000"/>
              </a:buClr>
              <a:buFontTx/>
              <a:buChar char="•"/>
            </a:pPr>
            <a:endParaRPr lang="zh-CN" altLang="en-US" dirty="0">
              <a:solidFill>
                <a:schemeClr val="tx1">
                  <a:lumMod val="85000"/>
                  <a:lumOff val="15000"/>
                </a:schemeClr>
              </a:solidFill>
              <a:cs typeface="+mn-ea"/>
              <a:sym typeface="+mn-lt"/>
            </a:endParaRPr>
          </a:p>
        </p:txBody>
      </p:sp>
      <p:sp>
        <p:nvSpPr>
          <p:cNvPr id="6" name="矩形: 圆顶角 5"/>
          <p:cNvSpPr/>
          <p:nvPr userDrawn="1"/>
        </p:nvSpPr>
        <p:spPr>
          <a:xfrm>
            <a:off x="352218" y="3072874"/>
            <a:ext cx="11504421" cy="516684"/>
          </a:xfrm>
          <a:prstGeom prst="round2Same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cs typeface="+mn-ea"/>
                <a:sym typeface="+mn-lt"/>
              </a:rPr>
              <a:t>研究方向：复杂系统建模仿真优化及军事应用</a:t>
            </a:r>
            <a:endParaRPr lang="zh-CN" altLang="en-US" sz="2000" dirty="0">
              <a:solidFill>
                <a:schemeClr val="bg1"/>
              </a:solidFill>
              <a:cs typeface="+mn-ea"/>
              <a:sym typeface="+mn-lt"/>
            </a:endParaRPr>
          </a:p>
        </p:txBody>
      </p:sp>
      <p:sp>
        <p:nvSpPr>
          <p:cNvPr id="7" name="矩形 6"/>
          <p:cNvSpPr/>
          <p:nvPr userDrawn="1"/>
        </p:nvSpPr>
        <p:spPr>
          <a:xfrm>
            <a:off x="1968409" y="2316995"/>
            <a:ext cx="8369777" cy="377411"/>
          </a:xfrm>
          <a:prstGeom prst="rect">
            <a:avLst/>
          </a:prstGeom>
        </p:spPr>
        <p:txBody>
          <a:bodyPr wrap="square">
            <a:spAutoFit/>
          </a:bodyPr>
          <a:lstStyle/>
          <a:p>
            <a:pPr algn="just">
              <a:lnSpc>
                <a:spcPct val="120000"/>
              </a:lnSpc>
            </a:pPr>
            <a:r>
              <a:rPr lang="zh-CN" altLang="en-US" sz="1700" dirty="0">
                <a:solidFill>
                  <a:prstClr val="white"/>
                </a:solidFill>
                <a:latin typeface="+mn-lt"/>
                <a:ea typeface="+mn-ea"/>
                <a:cs typeface="+mn-ea"/>
                <a:sym typeface="+mn-lt"/>
              </a:rPr>
              <a:t>  </a:t>
            </a:r>
            <a:endParaRPr lang="zh-CN" altLang="en-US" sz="1700" dirty="0">
              <a:latin typeface="+mn-lt"/>
              <a:ea typeface="+mn-ea"/>
              <a:cs typeface="+mn-ea"/>
              <a:sym typeface="+mn-lt"/>
            </a:endParaRPr>
          </a:p>
        </p:txBody>
      </p:sp>
      <p:pic>
        <p:nvPicPr>
          <p:cNvPr id="9" name="图片 8"/>
          <p:cNvPicPr/>
          <p:nvPr userDrawn="1"/>
        </p:nvPicPr>
        <p:blipFill>
          <a:blip r:embed="rId2" cstate="print">
            <a:extLst>
              <a:ext uri="{28A0092B-C50C-407E-A947-70E740481C1C}">
                <a14:useLocalDpi xmlns:a14="http://schemas.microsoft.com/office/drawing/2010/main" val="0"/>
              </a:ext>
            </a:extLst>
          </a:blip>
          <a:stretch>
            <a:fillRect/>
          </a:stretch>
        </p:blipFill>
        <p:spPr>
          <a:xfrm>
            <a:off x="1866283" y="5012122"/>
            <a:ext cx="1080000" cy="1440000"/>
          </a:xfrm>
          <a:prstGeom prst="rect">
            <a:avLst/>
          </a:prstGeom>
          <a:solidFill>
            <a:srgbClr val="FFFFFF">
              <a:shade val="85000"/>
            </a:srgbClr>
          </a:solidFill>
          <a:ln w="38100" cap="sq">
            <a:solidFill>
              <a:srgbClr val="C00000"/>
            </a:solidFill>
            <a:miter lim="800000"/>
            <a:headEnd/>
            <a:tailEnd/>
          </a:ln>
          <a:effectLst/>
        </p:spPr>
      </p:pic>
      <p:pic>
        <p:nvPicPr>
          <p:cNvPr id="30" name="图片 29"/>
          <p:cNvPicPr/>
          <p:nvPr userDrawn="1"/>
        </p:nvPicPr>
        <p:blipFill rotWithShape="1">
          <a:blip r:embed="rId3" cstate="print">
            <a:extLst>
              <a:ext uri="{28A0092B-C50C-407E-A947-70E740481C1C}">
                <a14:useLocalDpi xmlns:a14="http://schemas.microsoft.com/office/drawing/2010/main" val="0"/>
              </a:ext>
            </a:extLst>
          </a:blip>
          <a:srcRect r="5445"/>
          <a:stretch>
            <a:fillRect/>
          </a:stretch>
        </p:blipFill>
        <p:spPr>
          <a:xfrm>
            <a:off x="3037166" y="5012122"/>
            <a:ext cx="1080000" cy="1440000"/>
          </a:xfrm>
          <a:prstGeom prst="rect">
            <a:avLst/>
          </a:prstGeom>
          <a:solidFill>
            <a:srgbClr val="FFFFFF">
              <a:shade val="85000"/>
            </a:srgbClr>
          </a:solidFill>
          <a:ln w="38100" cap="sq">
            <a:solidFill>
              <a:srgbClr val="C00000"/>
            </a:solidFill>
            <a:miter lim="800000"/>
            <a:headEnd/>
            <a:tailEnd/>
          </a:ln>
          <a:effectLst/>
        </p:spPr>
      </p:pic>
      <p:pic>
        <p:nvPicPr>
          <p:cNvPr id="31" name="图片 30"/>
          <p:cNvPicPr/>
          <p:nvPr userDrawn="1"/>
        </p:nvPicPr>
        <p:blipFill>
          <a:blip r:embed="rId4" cstate="print">
            <a:extLst>
              <a:ext uri="{28A0092B-C50C-407E-A947-70E740481C1C}">
                <a14:useLocalDpi xmlns:a14="http://schemas.microsoft.com/office/drawing/2010/main" val="0"/>
              </a:ext>
            </a:extLst>
          </a:blip>
          <a:stretch>
            <a:fillRect/>
          </a:stretch>
        </p:blipFill>
        <p:spPr>
          <a:xfrm>
            <a:off x="4208049" y="5012122"/>
            <a:ext cx="1080000" cy="1440000"/>
          </a:xfrm>
          <a:prstGeom prst="rect">
            <a:avLst/>
          </a:prstGeom>
          <a:solidFill>
            <a:srgbClr val="FFFFFF">
              <a:shade val="85000"/>
            </a:srgbClr>
          </a:solidFill>
          <a:ln w="38100" cap="sq">
            <a:solidFill>
              <a:srgbClr val="C00000"/>
            </a:solidFill>
            <a:miter lim="800000"/>
            <a:headEnd/>
            <a:tailEnd/>
          </a:ln>
          <a:effectLst/>
        </p:spPr>
      </p:pic>
      <p:pic>
        <p:nvPicPr>
          <p:cNvPr id="64" name="图片 63"/>
          <p:cNvPicPr/>
          <p:nvPr userDrawn="1"/>
        </p:nvPicPr>
        <p:blipFill rotWithShape="1">
          <a:blip r:embed="rId5"/>
          <a:srcRect l="4398" t="7226" r="5718" b="3405"/>
          <a:stretch>
            <a:fillRect/>
          </a:stretch>
        </p:blipFill>
        <p:spPr>
          <a:xfrm>
            <a:off x="5378932" y="5012122"/>
            <a:ext cx="1080000" cy="1440000"/>
          </a:xfrm>
          <a:prstGeom prst="rect">
            <a:avLst/>
          </a:prstGeom>
          <a:solidFill>
            <a:srgbClr val="FFFFFF">
              <a:shade val="85000"/>
            </a:srgbClr>
          </a:solidFill>
          <a:ln w="38100" cap="sq">
            <a:solidFill>
              <a:srgbClr val="C00000"/>
            </a:solidFill>
            <a:miter lim="800000"/>
            <a:headEnd/>
            <a:tailEnd/>
          </a:ln>
          <a:effectLst/>
        </p:spPr>
      </p:pic>
      <p:pic>
        <p:nvPicPr>
          <p:cNvPr id="65" name="图片 64"/>
          <p:cNvPicPr/>
          <p:nvPr userDrawn="1"/>
        </p:nvPicPr>
        <p:blipFill>
          <a:blip r:embed="rId6"/>
          <a:stretch>
            <a:fillRect/>
          </a:stretch>
        </p:blipFill>
        <p:spPr>
          <a:xfrm>
            <a:off x="695400" y="5025656"/>
            <a:ext cx="1080000" cy="1440000"/>
          </a:xfrm>
          <a:prstGeom prst="rect">
            <a:avLst/>
          </a:prstGeom>
          <a:solidFill>
            <a:srgbClr val="FFFFFF">
              <a:shade val="85000"/>
            </a:srgbClr>
          </a:solidFill>
          <a:ln w="38100" cap="sq">
            <a:solidFill>
              <a:srgbClr val="C00000"/>
            </a:solidFill>
            <a:miter lim="800000"/>
            <a:headEnd/>
            <a:tailEnd/>
          </a:ln>
          <a:effectLst/>
        </p:spPr>
      </p:pic>
      <p:pic>
        <p:nvPicPr>
          <p:cNvPr id="66" name="图片 65"/>
          <p:cNvPicPr>
            <a:picLocks noChangeAspect="1"/>
          </p:cNvPicPr>
          <p:nvPr userDrawn="1"/>
        </p:nvPicPr>
        <p:blipFill>
          <a:blip r:embed="rId7" cstate="print">
            <a:extLst>
              <a:ext uri="{BEBA8EAE-BF5A-486C-A8C5-ECC9F3942E4B}">
                <a14:imgProps xmlns:a14="http://schemas.microsoft.com/office/drawing/2010/main">
                  <a14:imgLayer r:embed="rId8">
                    <a14:imgEffect>
                      <a14:sharpenSoften amount="50000"/>
                    </a14:imgEffect>
                  </a14:imgLayer>
                </a14:imgProps>
              </a:ext>
              <a:ext uri="{28A0092B-C50C-407E-A947-70E740481C1C}">
                <a14:useLocalDpi xmlns:a14="http://schemas.microsoft.com/office/drawing/2010/main" val="0"/>
              </a:ext>
            </a:extLst>
          </a:blip>
          <a:stretch>
            <a:fillRect/>
          </a:stretch>
        </p:blipFill>
        <p:spPr>
          <a:xfrm>
            <a:off x="6549815" y="5012123"/>
            <a:ext cx="1961145" cy="1439999"/>
          </a:xfrm>
          <a:prstGeom prst="rect">
            <a:avLst/>
          </a:prstGeom>
          <a:solidFill>
            <a:srgbClr val="FFFFFF">
              <a:shade val="85000"/>
            </a:srgbClr>
          </a:solidFill>
          <a:ln w="38100" cap="sq">
            <a:solidFill>
              <a:srgbClr val="C00000"/>
            </a:solidFill>
            <a:miter lim="800000"/>
            <a:headEnd/>
            <a:tailEnd/>
          </a:ln>
          <a:effectLst/>
        </p:spPr>
      </p:pic>
      <p:grpSp>
        <p:nvGrpSpPr>
          <p:cNvPr id="67" name="组合 66"/>
          <p:cNvGrpSpPr/>
          <p:nvPr userDrawn="1"/>
        </p:nvGrpSpPr>
        <p:grpSpPr>
          <a:xfrm rot="5400000">
            <a:off x="1805622" y="3539448"/>
            <a:ext cx="377411" cy="126909"/>
            <a:chOff x="852982" y="1596593"/>
            <a:chExt cx="881109" cy="296285"/>
          </a:xfrm>
        </p:grpSpPr>
        <p:sp>
          <p:nvSpPr>
            <p:cNvPr id="68" name="椭圆 67"/>
            <p:cNvSpPr/>
            <p:nvPr/>
          </p:nvSpPr>
          <p:spPr>
            <a:xfrm rot="16200000">
              <a:off x="853034" y="1596541"/>
              <a:ext cx="296285" cy="296390"/>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9" name="椭圆 68"/>
            <p:cNvSpPr/>
            <p:nvPr/>
          </p:nvSpPr>
          <p:spPr>
            <a:xfrm rot="16200000">
              <a:off x="879966" y="1623491"/>
              <a:ext cx="242415" cy="242501"/>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0" name="椭圆 69"/>
            <p:cNvSpPr/>
            <p:nvPr/>
          </p:nvSpPr>
          <p:spPr>
            <a:xfrm rot="16200000">
              <a:off x="1437753" y="1596541"/>
              <a:ext cx="296285" cy="296390"/>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1" name="椭圆 70"/>
            <p:cNvSpPr/>
            <p:nvPr/>
          </p:nvSpPr>
          <p:spPr>
            <a:xfrm rot="16200000">
              <a:off x="1464685" y="1623491"/>
              <a:ext cx="242415" cy="242501"/>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72" name="组合 71"/>
            <p:cNvGrpSpPr/>
            <p:nvPr/>
          </p:nvGrpSpPr>
          <p:grpSpPr>
            <a:xfrm rot="16200000">
              <a:off x="1238582" y="1443651"/>
              <a:ext cx="101040" cy="612665"/>
              <a:chOff x="2244455" y="772894"/>
              <a:chExt cx="80004" cy="485002"/>
            </a:xfrm>
          </p:grpSpPr>
          <p:sp>
            <p:nvSpPr>
              <p:cNvPr id="73" name="圆角矩形 15"/>
              <p:cNvSpPr/>
              <p:nvPr/>
            </p:nvSpPr>
            <p:spPr>
              <a:xfrm>
                <a:off x="2244455" y="772894"/>
                <a:ext cx="11053" cy="48500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905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4" name="圆角矩形 16"/>
              <p:cNvSpPr/>
              <p:nvPr/>
            </p:nvSpPr>
            <p:spPr>
              <a:xfrm>
                <a:off x="2313406" y="772896"/>
                <a:ext cx="11053" cy="485000"/>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905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grpSp>
        <p:nvGrpSpPr>
          <p:cNvPr id="75" name="组合 74"/>
          <p:cNvGrpSpPr/>
          <p:nvPr userDrawn="1"/>
        </p:nvGrpSpPr>
        <p:grpSpPr>
          <a:xfrm rot="5400000">
            <a:off x="9660264" y="3539448"/>
            <a:ext cx="377411" cy="126909"/>
            <a:chOff x="852982" y="1596593"/>
            <a:chExt cx="881109" cy="296285"/>
          </a:xfrm>
        </p:grpSpPr>
        <p:sp>
          <p:nvSpPr>
            <p:cNvPr id="76" name="椭圆 75"/>
            <p:cNvSpPr/>
            <p:nvPr/>
          </p:nvSpPr>
          <p:spPr>
            <a:xfrm rot="16200000">
              <a:off x="853034" y="1596541"/>
              <a:ext cx="296285" cy="296390"/>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7" name="椭圆 76"/>
            <p:cNvSpPr/>
            <p:nvPr/>
          </p:nvSpPr>
          <p:spPr>
            <a:xfrm rot="16200000">
              <a:off x="879966" y="1623491"/>
              <a:ext cx="242415" cy="242501"/>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8" name="椭圆 77"/>
            <p:cNvSpPr/>
            <p:nvPr/>
          </p:nvSpPr>
          <p:spPr>
            <a:xfrm rot="16200000">
              <a:off x="1437753" y="1596541"/>
              <a:ext cx="296285" cy="296390"/>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9" name="椭圆 78"/>
            <p:cNvSpPr/>
            <p:nvPr/>
          </p:nvSpPr>
          <p:spPr>
            <a:xfrm rot="16200000">
              <a:off x="1464685" y="1623491"/>
              <a:ext cx="242415" cy="242501"/>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80" name="组合 79"/>
            <p:cNvGrpSpPr/>
            <p:nvPr/>
          </p:nvGrpSpPr>
          <p:grpSpPr>
            <a:xfrm rot="16200000">
              <a:off x="1238582" y="1443651"/>
              <a:ext cx="101040" cy="612665"/>
              <a:chOff x="2244455" y="772894"/>
              <a:chExt cx="80004" cy="485002"/>
            </a:xfrm>
          </p:grpSpPr>
          <p:sp>
            <p:nvSpPr>
              <p:cNvPr id="81" name="圆角矩形 15"/>
              <p:cNvSpPr/>
              <p:nvPr/>
            </p:nvSpPr>
            <p:spPr>
              <a:xfrm>
                <a:off x="2244455" y="772894"/>
                <a:ext cx="11053" cy="48500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905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2" name="圆角矩形 16"/>
              <p:cNvSpPr/>
              <p:nvPr/>
            </p:nvSpPr>
            <p:spPr>
              <a:xfrm>
                <a:off x="2313406" y="772896"/>
                <a:ext cx="11053" cy="485000"/>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905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graphicFrame>
        <p:nvGraphicFramePr>
          <p:cNvPr id="83" name="表格 82"/>
          <p:cNvGraphicFramePr>
            <a:graphicFrameLocks noGrp="1"/>
          </p:cNvGraphicFramePr>
          <p:nvPr userDrawn="1"/>
        </p:nvGraphicFramePr>
        <p:xfrm>
          <a:off x="352217" y="208318"/>
          <a:ext cx="11504422" cy="2800954"/>
        </p:xfrm>
        <a:graphic>
          <a:graphicData uri="http://schemas.openxmlformats.org/drawingml/2006/table">
            <a:tbl>
              <a:tblPr/>
              <a:tblGrid>
                <a:gridCol w="2027995"/>
                <a:gridCol w="5460595"/>
                <a:gridCol w="2007916"/>
                <a:gridCol w="2007916"/>
              </a:tblGrid>
              <a:tr h="477462">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2004.09-2010.10</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a:noFill/>
                    </a:lnL>
                    <a:lnR w="9525" cap="flat" cmpd="sng" algn="ctr">
                      <a:solidFill>
                        <a:srgbClr val="123995"/>
                      </a:solidFill>
                      <a:prstDash val="solid"/>
                      <a:round/>
                      <a:headEnd type="none" w="med" len="med"/>
                      <a:tailEnd type="none" w="med" len="med"/>
                    </a:lnR>
                    <a:lnT w="19050"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国防科技大学信息系统与管理学院</a:t>
                      </a:r>
                      <a:endParaRPr kumimoji="0" lang="en-US" altLang="zh-CN"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19050"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本科、硕士</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19050"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rowSpan="5">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a:noFill/>
                    </a:lnTlToBr>
                    <a:lnBlToTr>
                      <a:noFill/>
                    </a:lnBlToTr>
                    <a:noFill/>
                  </a:tcPr>
                </a:tc>
              </a:tr>
              <a:tr h="950089">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2010.11-2014.01</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a:noFill/>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国防科技大学信息系统与管理学院</a:t>
                      </a:r>
                      <a:endParaRPr kumimoji="0" lang="en-US" altLang="zh-CN"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谢菲尔德大学自动控制与系统工程系</a:t>
                      </a:r>
                      <a:endParaRPr kumimoji="0" lang="en-US" altLang="zh-CN"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The OR Society </a:t>
                      </a:r>
                      <a:r>
                        <a:rPr kumimoji="0" lang="zh-CN" altLang="en-US" sz="1600" b="1"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优秀博士论文奖</a:t>
                      </a:r>
                      <a:endParaRPr kumimoji="0" lang="zh-CN" altLang="en-US" sz="1600" b="1"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博士</a:t>
                      </a: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Wingdings" panose="05000000000000000000" pitchFamily="2" charset="2"/>
                        </a:rPr>
                        <a:t>（</a:t>
                      </a:r>
                      <a:r>
                        <a:rPr kumimoji="0" lang="zh-CN" altLang="en-US" sz="1600" b="0" kern="1200" dirty="0">
                          <a:solidFill>
                            <a:schemeClr val="tx1">
                              <a:lumMod val="85000"/>
                              <a:lumOff val="15000"/>
                            </a:schemeClr>
                          </a:solidFill>
                          <a:latin typeface="+mn-ea"/>
                          <a:ea typeface="黑体" panose="02010609060101010101" pitchFamily="49" charset="-122"/>
                          <a:cs typeface="Times New Roman" panose="02020603050405020304" pitchFamily="18" charset="0"/>
                          <a:sym typeface="Arial" panose="020B0604020202020204" pitchFamily="34" charset="0"/>
                        </a:rPr>
                        <a:t>导师   郭波教授</a:t>
                      </a: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Wingdings" panose="05000000000000000000" pitchFamily="2" charset="2"/>
                        </a:rPr>
                        <a:t>）</a:t>
                      </a:r>
                      <a:endParaRPr kumimoji="0" lang="zh-CN" altLang="en-US" sz="1600" b="0" kern="1200" dirty="0">
                        <a:solidFill>
                          <a:schemeClr val="tx1">
                            <a:lumMod val="85000"/>
                            <a:lumOff val="15000"/>
                          </a:schemeClr>
                        </a:solidFill>
                        <a:latin typeface="+mn-ea"/>
                        <a:ea typeface="黑体" panose="02010609060101010101" pitchFamily="49" charset="-122"/>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vMerge="1">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r>
              <a:tr h="457801">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2014.01-</a:t>
                      </a:r>
                      <a:r>
                        <a:rPr kumimoji="0" lang="zh-CN" altLang="en-US"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至     今 </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a:noFill/>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国防科技大学系统工程学院</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a:solidFill>
                            <a:schemeClr val="tx1">
                              <a:lumMod val="85000"/>
                              <a:lumOff val="15000"/>
                            </a:schemeClr>
                          </a:solidFill>
                          <a:latin typeface="+mn-ea"/>
                          <a:ea typeface="+mn-ea"/>
                          <a:cs typeface="Times New Roman" panose="02020603050405020304" pitchFamily="18" charset="0"/>
                        </a:rPr>
                        <a:t>讲师、副研</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vMerge="1">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r>
              <a:tr h="457801">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2022.10-</a:t>
                      </a:r>
                      <a:r>
                        <a:rPr kumimoji="0" lang="zh-CN" altLang="en-US"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至     今 </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a:noFill/>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a:solidFill>
                            <a:schemeClr val="tx1">
                              <a:lumMod val="85000"/>
                              <a:lumOff val="15000"/>
                            </a:schemeClr>
                          </a:solidFill>
                          <a:latin typeface="+mn-ea"/>
                          <a:ea typeface="+mn-ea"/>
                          <a:cs typeface="Times New Roman" panose="02020603050405020304" pitchFamily="18" charset="0"/>
                        </a:rPr>
                        <a:t>国防科技大学系统工程学院装备管理系</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rPr>
                        <a:t>副主任</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vMerge="1">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r>
              <a:tr h="457801">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kern="1200" dirty="0">
                          <a:solidFill>
                            <a:schemeClr val="tx1">
                              <a:lumMod val="85000"/>
                              <a:lumOff val="15000"/>
                            </a:schemeClr>
                          </a:solidFill>
                          <a:latin typeface="+mn-ea"/>
                          <a:ea typeface="+mn-ea"/>
                          <a:cs typeface="Times New Roman" panose="02020603050405020304" pitchFamily="18" charset="0"/>
                        </a:rPr>
                        <a:t>2022.05-</a:t>
                      </a:r>
                      <a:r>
                        <a:rPr kumimoji="0" lang="zh-CN" altLang="en-US" sz="1600" b="0" kern="1200" dirty="0">
                          <a:solidFill>
                            <a:schemeClr val="tx1">
                              <a:lumMod val="85000"/>
                              <a:lumOff val="15000"/>
                            </a:schemeClr>
                          </a:solidFill>
                          <a:latin typeface="+mn-ea"/>
                          <a:ea typeface="+mn-ea"/>
                          <a:cs typeface="Times New Roman" panose="02020603050405020304" pitchFamily="18" charset="0"/>
                        </a:rPr>
                        <a:t>至     今</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a:noFill/>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rPr>
                        <a:t>多能源系统智慧互联省重点实验室</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rPr>
                        <a:t>常务副主任</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a:noFill/>
                    </a:lnTlToBr>
                    <a:lnBlToTr>
                      <a:noFill/>
                    </a:lnBlToTr>
                    <a:noFill/>
                  </a:tcPr>
                </a:tc>
                <a:tc vMerge="1">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a:noFill/>
                    </a:lnTlToBr>
                    <a:lnBlToTr>
                      <a:noFill/>
                    </a:lnBlToTr>
                    <a:noFill/>
                  </a:tcPr>
                </a:tc>
              </a:tr>
            </a:tbl>
          </a:graphicData>
        </a:graphic>
      </p:graphicFrame>
      <p:sp>
        <p:nvSpPr>
          <p:cNvPr id="84" name="矩形 83"/>
          <p:cNvSpPr/>
          <p:nvPr userDrawn="1"/>
        </p:nvSpPr>
        <p:spPr>
          <a:xfrm>
            <a:off x="617133" y="3679710"/>
            <a:ext cx="4974812" cy="12670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dist" defTabSz="914400" rtl="0" eaLnBrk="1" fontAlgn="base" latinLnBrk="0" hangingPunct="1">
              <a:lnSpc>
                <a:spcPct val="100000"/>
              </a:lnSpc>
              <a:spcBef>
                <a:spcPts val="600"/>
              </a:spcBef>
              <a:spcAft>
                <a:spcPct val="0"/>
              </a:spcAft>
              <a:buClr>
                <a:schemeClr val="tx2"/>
              </a:buClr>
              <a:buSzPct val="80000"/>
              <a:buFont typeface="Wingdings" panose="05000000000000000000" pitchFamily="2" charset="2"/>
              <a:buChar char="n"/>
              <a:defRPr/>
            </a:pPr>
            <a:r>
              <a:rPr lang="zh-CN" altLang="en-US" b="1" dirty="0">
                <a:solidFill>
                  <a:schemeClr val="tx1"/>
                </a:solidFill>
                <a:latin typeface="+mn-lt"/>
                <a:ea typeface="+mn-ea"/>
                <a:cs typeface="+mn-ea"/>
                <a:sym typeface="+mn-lt"/>
              </a:rPr>
              <a:t>国家优秀青年科学基金资助</a:t>
            </a:r>
            <a:endParaRPr lang="en-US" altLang="zh-CN" b="1" dirty="0">
              <a:solidFill>
                <a:schemeClr val="tx1"/>
              </a:solidFill>
              <a:latin typeface="+mn-lt"/>
              <a:ea typeface="+mn-ea"/>
              <a:cs typeface="+mn-ea"/>
              <a:sym typeface="+mn-lt"/>
            </a:endParaRPr>
          </a:p>
          <a:p>
            <a:pPr marL="285750" indent="-285750" algn="dist">
              <a:spcBef>
                <a:spcPts val="600"/>
              </a:spcBef>
              <a:buClr>
                <a:schemeClr val="tx2"/>
              </a:buClr>
              <a:buSzPct val="80000"/>
              <a:buFont typeface="Wingdings" panose="05000000000000000000" pitchFamily="2" charset="2"/>
              <a:buChar char="n"/>
            </a:pPr>
            <a:r>
              <a:rPr lang="zh-CN" altLang="en-US" b="1" dirty="0">
                <a:solidFill>
                  <a:schemeClr val="tx1"/>
                </a:solidFill>
                <a:latin typeface="+mn-lt"/>
                <a:ea typeface="+mn-ea"/>
                <a:cs typeface="+mn-ea"/>
                <a:sym typeface="+mn-lt"/>
              </a:rPr>
              <a:t>教育部自然科学二等奖（</a:t>
            </a:r>
            <a:r>
              <a:rPr lang="en-US" altLang="zh-CN" b="1" dirty="0">
                <a:solidFill>
                  <a:schemeClr val="tx1"/>
                </a:solidFill>
                <a:latin typeface="+mn-lt"/>
                <a:ea typeface="+mn-ea"/>
                <a:cs typeface="+mn-ea"/>
                <a:sym typeface="+mn-lt"/>
              </a:rPr>
              <a:t>1</a:t>
            </a:r>
            <a:r>
              <a:rPr lang="zh-CN" altLang="en-US" b="1" dirty="0">
                <a:solidFill>
                  <a:schemeClr val="tx1"/>
                </a:solidFill>
                <a:latin typeface="+mn-lt"/>
                <a:ea typeface="+mn-ea"/>
                <a:cs typeface="+mn-ea"/>
                <a:sym typeface="+mn-lt"/>
              </a:rPr>
              <a:t>）</a:t>
            </a:r>
            <a:endParaRPr lang="en-US" altLang="zh-CN" b="1" dirty="0">
              <a:solidFill>
                <a:schemeClr val="tx1"/>
              </a:solidFill>
              <a:latin typeface="+mn-lt"/>
              <a:ea typeface="+mn-ea"/>
              <a:cs typeface="+mn-ea"/>
              <a:sym typeface="+mn-lt"/>
            </a:endParaRPr>
          </a:p>
          <a:p>
            <a:pPr marL="285750" indent="-285750" algn="dist">
              <a:spcBef>
                <a:spcPts val="600"/>
              </a:spcBef>
              <a:buClr>
                <a:schemeClr val="tx2"/>
              </a:buClr>
              <a:buSzPct val="80000"/>
              <a:buFont typeface="Wingdings" panose="05000000000000000000" pitchFamily="2" charset="2"/>
              <a:buChar char="n"/>
            </a:pPr>
            <a:r>
              <a:rPr lang="zh-CN" altLang="en-US" b="1" dirty="0">
                <a:solidFill>
                  <a:schemeClr val="tx1"/>
                </a:solidFill>
                <a:latin typeface="+mn-lt"/>
                <a:ea typeface="+mn-ea"/>
                <a:cs typeface="+mn-ea"/>
                <a:sym typeface="+mn-lt"/>
              </a:rPr>
              <a:t>入选军队高层次科技创新人才工程</a:t>
            </a:r>
            <a:endParaRPr lang="zh-CN" altLang="en-US" b="1" dirty="0">
              <a:solidFill>
                <a:schemeClr val="tx1"/>
              </a:solidFill>
              <a:latin typeface="+mn-lt"/>
              <a:ea typeface="+mn-ea"/>
              <a:cs typeface="+mn-ea"/>
              <a:sym typeface="+mn-lt"/>
            </a:endParaRPr>
          </a:p>
        </p:txBody>
      </p:sp>
      <p:sp>
        <p:nvSpPr>
          <p:cNvPr id="85" name="矩形 84"/>
          <p:cNvSpPr/>
          <p:nvPr userDrawn="1"/>
        </p:nvSpPr>
        <p:spPr>
          <a:xfrm>
            <a:off x="6678324" y="3657344"/>
            <a:ext cx="5034300" cy="12670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dist" defTabSz="914400" rtl="0" eaLnBrk="1" fontAlgn="base" latinLnBrk="0" hangingPunct="1">
              <a:lnSpc>
                <a:spcPct val="100000"/>
              </a:lnSpc>
              <a:spcBef>
                <a:spcPts val="600"/>
              </a:spcBef>
              <a:spcAft>
                <a:spcPct val="0"/>
              </a:spcAft>
              <a:buClr>
                <a:schemeClr val="tx2"/>
              </a:buClr>
              <a:buSzPct val="80000"/>
              <a:buFont typeface="Wingdings" panose="05000000000000000000" pitchFamily="2" charset="2"/>
              <a:buChar char="n"/>
              <a:defRPr/>
            </a:pPr>
            <a:r>
              <a:rPr lang="zh-CN" altLang="en-US" b="1" dirty="0">
                <a:solidFill>
                  <a:schemeClr val="tx1"/>
                </a:solidFill>
                <a:latin typeface="+mn-lt"/>
                <a:ea typeface="+mn-ea"/>
                <a:cs typeface="+mn-ea"/>
                <a:sym typeface="+mn-lt"/>
              </a:rPr>
              <a:t>第十一届湖南省青年科技奖</a:t>
            </a:r>
            <a:endParaRPr lang="en-US" altLang="zh-CN" b="1" dirty="0">
              <a:solidFill>
                <a:schemeClr val="tx1"/>
              </a:solidFill>
              <a:latin typeface="+mn-lt"/>
              <a:ea typeface="+mn-ea"/>
              <a:cs typeface="+mn-ea"/>
              <a:sym typeface="+mn-lt"/>
            </a:endParaRPr>
          </a:p>
          <a:p>
            <a:pPr marL="285750" indent="-285750" algn="dist">
              <a:spcBef>
                <a:spcPts val="600"/>
              </a:spcBef>
              <a:buClr>
                <a:schemeClr val="tx2"/>
              </a:buClr>
              <a:buSzPct val="80000"/>
              <a:buFont typeface="Wingdings" panose="05000000000000000000" pitchFamily="2" charset="2"/>
              <a:buChar char="n"/>
            </a:pPr>
            <a:r>
              <a:rPr lang="zh-CN" altLang="en-US" b="1" dirty="0">
                <a:solidFill>
                  <a:schemeClr val="tx1"/>
                </a:solidFill>
                <a:latin typeface="+mn-lt"/>
                <a:ea typeface="+mn-ea"/>
                <a:cs typeface="+mn-ea"/>
                <a:sym typeface="+mn-lt"/>
              </a:rPr>
              <a:t>中国仿真学会自然科学一等奖</a:t>
            </a:r>
            <a:r>
              <a:rPr lang="en-US" altLang="zh-CN" b="1" dirty="0">
                <a:solidFill>
                  <a:schemeClr val="tx1"/>
                </a:solidFill>
                <a:latin typeface="+mn-lt"/>
                <a:ea typeface="+mn-ea"/>
                <a:cs typeface="+mn-ea"/>
                <a:sym typeface="+mn-lt"/>
              </a:rPr>
              <a:t>(1)</a:t>
            </a:r>
            <a:endParaRPr lang="en-US" altLang="zh-CN" b="1" dirty="0">
              <a:solidFill>
                <a:schemeClr val="tx1"/>
              </a:solidFill>
              <a:latin typeface="+mn-lt"/>
              <a:ea typeface="+mn-ea"/>
              <a:cs typeface="+mn-ea"/>
              <a:sym typeface="+mn-lt"/>
            </a:endParaRPr>
          </a:p>
          <a:p>
            <a:pPr marL="285750" indent="-285750" algn="dist">
              <a:spcBef>
                <a:spcPts val="600"/>
              </a:spcBef>
              <a:buClr>
                <a:schemeClr val="tx2"/>
              </a:buClr>
              <a:buSzPct val="80000"/>
              <a:buFont typeface="Wingdings" panose="05000000000000000000" pitchFamily="2" charset="2"/>
              <a:buChar char="n"/>
            </a:pPr>
            <a:r>
              <a:rPr lang="zh-CN" altLang="en-US" b="1" dirty="0">
                <a:solidFill>
                  <a:schemeClr val="tx1"/>
                </a:solidFill>
                <a:latin typeface="+mn-lt"/>
                <a:ea typeface="+mn-ea"/>
                <a:cs typeface="+mn-ea"/>
                <a:sym typeface="+mn-lt"/>
              </a:rPr>
              <a:t>首届吴文俊人工智能优秀青年奖</a:t>
            </a:r>
            <a:endParaRPr lang="zh-CN" altLang="en-US" b="1" dirty="0">
              <a:solidFill>
                <a:schemeClr val="tx1"/>
              </a:solidFill>
              <a:latin typeface="+mn-lt"/>
              <a:ea typeface="+mn-ea"/>
              <a:cs typeface="+mn-ea"/>
              <a:sym typeface="+mn-lt"/>
            </a:endParaRPr>
          </a:p>
        </p:txBody>
      </p:sp>
      <p:pic>
        <p:nvPicPr>
          <p:cNvPr id="86" name="图片 85"/>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9964512" y="306011"/>
            <a:ext cx="1854429" cy="2596202"/>
          </a:xfrm>
          <a:prstGeom prst="rect">
            <a:avLst/>
          </a:prstGeom>
        </p:spPr>
      </p:pic>
      <p:pic>
        <p:nvPicPr>
          <p:cNvPr id="91" name="图片 9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9840417" y="5006728"/>
            <a:ext cx="1800200" cy="1458928"/>
          </a:xfrm>
          <a:prstGeom prst="rect">
            <a:avLst/>
          </a:prstGeom>
          <a:solidFill>
            <a:srgbClr val="FFFFFF">
              <a:shade val="85000"/>
            </a:srgbClr>
          </a:solidFill>
          <a:ln w="38100" cap="sq">
            <a:solidFill>
              <a:srgbClr val="C00000"/>
            </a:solidFill>
            <a:miter lim="800000"/>
            <a:headEnd/>
            <a:tailEnd/>
          </a:ln>
          <a:effectLst/>
        </p:spPr>
      </p:pic>
      <p:pic>
        <p:nvPicPr>
          <p:cNvPr id="94" name="图片 93"/>
          <p:cNvPicPr>
            <a:picLocks noChangeAspect="1"/>
          </p:cNvPicPr>
          <p:nvPr userDrawn="1"/>
        </p:nvPicPr>
        <p:blipFill>
          <a:blip r:embed="rId11"/>
          <a:stretch>
            <a:fillRect/>
          </a:stretch>
        </p:blipFill>
        <p:spPr>
          <a:xfrm>
            <a:off x="8601843" y="4993194"/>
            <a:ext cx="1147694" cy="1458928"/>
          </a:xfrm>
          <a:prstGeom prst="rect">
            <a:avLst/>
          </a:prstGeom>
          <a:solidFill>
            <a:srgbClr val="FFFFFF">
              <a:shade val="85000"/>
            </a:srgbClr>
          </a:solidFill>
          <a:ln w="38100" cap="sq">
            <a:solidFill>
              <a:srgbClr val="C00000"/>
            </a:solidFill>
            <a:miter lim="800000"/>
            <a:headEnd/>
            <a:tailEnd/>
          </a:ln>
          <a:effectLst/>
        </p:spPr>
      </p:pic>
    </p:spTree>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showMasterSp="0">
  <p:cSld name="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88" name="矩形 87"/>
          <p:cNvSpPr/>
          <p:nvPr/>
        </p:nvSpPr>
        <p:spPr>
          <a:xfrm>
            <a:off x="-16280" y="2276873"/>
            <a:ext cx="12208280" cy="25144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1487488" y="1982491"/>
            <a:ext cx="9217024" cy="618114"/>
            <a:chOff x="1763688" y="1982491"/>
            <a:chExt cx="5616624" cy="618114"/>
          </a:xfrm>
        </p:grpSpPr>
        <p:sp>
          <p:nvSpPr>
            <p:cNvPr id="87" name="梯形 86"/>
            <p:cNvSpPr/>
            <p:nvPr userDrawn="1"/>
          </p:nvSpPr>
          <p:spPr>
            <a:xfrm>
              <a:off x="1763688" y="1982491"/>
              <a:ext cx="5616624" cy="294382"/>
            </a:xfrm>
            <a:prstGeom prst="trapezoid">
              <a:avLst>
                <a:gd name="adj" fmla="val 46763"/>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梯形 88"/>
            <p:cNvSpPr/>
            <p:nvPr userDrawn="1"/>
          </p:nvSpPr>
          <p:spPr>
            <a:xfrm flipV="1">
              <a:off x="1907705" y="1982491"/>
              <a:ext cx="5328591" cy="618114"/>
            </a:xfrm>
            <a:prstGeom prst="trapezoi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3" name="文本框 21"/>
          <p:cNvSpPr txBox="1"/>
          <p:nvPr/>
        </p:nvSpPr>
        <p:spPr>
          <a:xfrm>
            <a:off x="2495599" y="2018517"/>
            <a:ext cx="7272809" cy="523220"/>
          </a:xfrm>
          <a:prstGeom prst="rect">
            <a:avLst/>
          </a:prstGeom>
        </p:spPr>
        <p:txBody>
          <a:bodyPr wrap="square">
            <a:spAutoFit/>
          </a:bodyPr>
          <a:lstStyle>
            <a:defPPr>
              <a:defRPr lang="zh-CN"/>
            </a:defPPr>
            <a:lvl1pPr algn="ctr">
              <a:defRPr sz="4000" b="1" spc="0">
                <a:solidFill>
                  <a:schemeClr val="bg1"/>
                </a:solidFill>
                <a:latin typeface="+mn-ea"/>
                <a:ea typeface="+mn-e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lgn="dist"/>
            <a:r>
              <a:rPr lang="zh-CN" altLang="en-US" sz="2800" b="0" dirty="0">
                <a:ln w="3175">
                  <a:solidFill>
                    <a:schemeClr val="bg1"/>
                  </a:solidFill>
                </a:ln>
                <a:effectLst>
                  <a:outerShdw blurRad="38100" dist="38100" dir="2700000" algn="tl">
                    <a:srgbClr val="000000">
                      <a:alpha val="43137"/>
                    </a:srgbClr>
                  </a:outerShdw>
                </a:effectLst>
                <a:sym typeface="Wingdings" panose="05000000000000000000" pitchFamily="2" charset="2"/>
              </a:rPr>
              <a:t>国防科技大学系统工程学院</a:t>
            </a:r>
            <a:endParaRPr lang="zh-CN" altLang="en-US" sz="2800" b="0" dirty="0">
              <a:ln w="3175">
                <a:solidFill>
                  <a:schemeClr val="bg1"/>
                </a:solidFill>
              </a:ln>
              <a:effectLst>
                <a:outerShdw blurRad="38100" dist="38100" dir="2700000" algn="tl">
                  <a:srgbClr val="000000">
                    <a:alpha val="43137"/>
                  </a:srgbClr>
                </a:outerShdw>
              </a:effectLst>
              <a:sym typeface="Wingdings" panose="05000000000000000000" pitchFamily="2" charset="2"/>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3912" y="244301"/>
            <a:ext cx="1605664" cy="1610530"/>
          </a:xfrm>
          <a:prstGeom prst="rect">
            <a:avLst/>
          </a:prstGeom>
        </p:spPr>
      </p:pic>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43809" y="244301"/>
            <a:ext cx="1605664" cy="1610530"/>
          </a:xfrm>
          <a:prstGeom prst="rect">
            <a:avLst/>
          </a:prstGeom>
        </p:spPr>
      </p:pic>
    </p:spTree>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showMasterSp="0">
  <p:cSld name="1_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5" name="梯形 14"/>
          <p:cNvSpPr/>
          <p:nvPr/>
        </p:nvSpPr>
        <p:spPr>
          <a:xfrm>
            <a:off x="759997" y="897600"/>
            <a:ext cx="4279887" cy="343555"/>
          </a:xfrm>
          <a:prstGeom prst="trapezoid">
            <a:avLst>
              <a:gd name="adj" fmla="val 4574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0" y="1241155"/>
            <a:ext cx="12192000" cy="471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梯形 16"/>
          <p:cNvSpPr/>
          <p:nvPr/>
        </p:nvSpPr>
        <p:spPr>
          <a:xfrm flipV="1">
            <a:off x="968813" y="897599"/>
            <a:ext cx="3862255" cy="1197696"/>
          </a:xfrm>
          <a:prstGeom prst="trapezoid">
            <a:avLst>
              <a:gd name="adj" fmla="val 2099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44"/>
          <p:cNvSpPr txBox="1"/>
          <p:nvPr/>
        </p:nvSpPr>
        <p:spPr>
          <a:xfrm>
            <a:off x="1614934" y="944604"/>
            <a:ext cx="2570009" cy="1077218"/>
          </a:xfrm>
          <a:prstGeom prst="rect">
            <a:avLst/>
          </a:prstGeom>
          <a:noFill/>
        </p:spPr>
        <p:txBody>
          <a:bodyPr wrap="square" rtlCol="0">
            <a:spAutoFit/>
          </a:bodyPr>
          <a:lstStyle/>
          <a:p>
            <a:pPr algn="ctr"/>
            <a:r>
              <a:rPr lang="zh-CN" altLang="en-US" sz="4000" b="1" dirty="0">
                <a:solidFill>
                  <a:schemeClr val="bg1"/>
                </a:solidFill>
                <a:latin typeface="+mn-ea"/>
                <a:ea typeface="+mn-ea"/>
              </a:rPr>
              <a:t>目  录</a:t>
            </a:r>
            <a:endParaRPr lang="en-US" altLang="zh-CN" sz="4000" b="1" dirty="0">
              <a:solidFill>
                <a:schemeClr val="bg1"/>
              </a:solidFill>
              <a:latin typeface="+mn-ea"/>
              <a:ea typeface="+mn-ea"/>
            </a:endParaRPr>
          </a:p>
          <a:p>
            <a:pPr algn="ctr"/>
            <a:r>
              <a:rPr lang="en-US" sz="2400" b="1" dirty="0">
                <a:solidFill>
                  <a:schemeClr val="bg1"/>
                </a:solidFill>
                <a:latin typeface="+mn-ea"/>
                <a:ea typeface="+mn-ea"/>
              </a:rPr>
              <a:t>CONTENTS</a:t>
            </a:r>
            <a:endParaRPr lang="en-US" sz="2400" b="1" dirty="0">
              <a:solidFill>
                <a:schemeClr val="bg1"/>
              </a:solidFill>
              <a:latin typeface="+mn-ea"/>
              <a:ea typeface="+mn-ea"/>
            </a:endParaRPr>
          </a:p>
        </p:txBody>
      </p:sp>
      <p:sp>
        <p:nvSpPr>
          <p:cNvPr id="41" name="文本框 17"/>
          <p:cNvSpPr txBox="1"/>
          <p:nvPr/>
        </p:nvSpPr>
        <p:spPr>
          <a:xfrm>
            <a:off x="5231904" y="2438850"/>
            <a:ext cx="2397290" cy="584775"/>
          </a:xfrm>
          <a:prstGeom prst="rect">
            <a:avLst/>
          </a:prstGeom>
          <a:noFill/>
        </p:spPr>
        <p:txBody>
          <a:bodyPr wrap="square" rtlCol="0" anchor="ctr">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defTabSz="685800">
              <a:defRPr/>
            </a:pPr>
            <a:r>
              <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rPr>
              <a:t>使命担当</a:t>
            </a:r>
            <a:endPar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endParaRPr>
          </a:p>
        </p:txBody>
      </p:sp>
      <p:sp>
        <p:nvSpPr>
          <p:cNvPr id="42" name="文本框 17"/>
          <p:cNvSpPr txBox="1"/>
          <p:nvPr/>
        </p:nvSpPr>
        <p:spPr>
          <a:xfrm>
            <a:off x="5218922" y="3492660"/>
            <a:ext cx="2402157" cy="58477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chemeClr val="bg1"/>
                </a:solidFill>
                <a:effectLst>
                  <a:outerShdw blurRad="38100" dist="38100" dir="2700000" algn="tl">
                    <a:srgbClr val="000000">
                      <a:alpha val="43137"/>
                    </a:srgbClr>
                  </a:outerShdw>
                </a:effectLst>
              </a:rPr>
              <a:t>愿景目标</a:t>
            </a:r>
            <a:endParaRPr lang="zh-CN" altLang="en-US" sz="3200" dirty="0">
              <a:ln w="6350">
                <a:noFill/>
              </a:ln>
              <a:solidFill>
                <a:schemeClr val="bg1"/>
              </a:solidFill>
              <a:effectLst>
                <a:outerShdw blurRad="38100" dist="38100" dir="2700000" algn="tl">
                  <a:srgbClr val="000000">
                    <a:alpha val="43137"/>
                  </a:srgbClr>
                </a:outerShdw>
              </a:effectLst>
            </a:endParaRPr>
          </a:p>
        </p:txBody>
      </p:sp>
      <p:sp>
        <p:nvSpPr>
          <p:cNvPr id="45" name="Freeform 5"/>
          <p:cNvSpPr>
            <a:spLocks noChangeAspect="1"/>
          </p:cNvSpPr>
          <p:nvPr/>
        </p:nvSpPr>
        <p:spPr bwMode="auto">
          <a:xfrm>
            <a:off x="4028794" y="3477564"/>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a:effectLst>
                  <a:outerShdw blurRad="38100" dist="38100" dir="2700000" algn="tl">
                    <a:srgbClr val="000000">
                      <a:alpha val="43137"/>
                    </a:srgbClr>
                  </a:outerShdw>
                </a:effectLst>
                <a:sym typeface="+mn-lt"/>
              </a:rPr>
              <a:t>二</a:t>
            </a:r>
            <a:endParaRPr lang="zh-CN" altLang="en-US" sz="2400" b="1" dirty="0">
              <a:effectLst>
                <a:outerShdw blurRad="38100" dist="38100" dir="2700000" algn="tl">
                  <a:srgbClr val="000000">
                    <a:alpha val="43137"/>
                  </a:srgbClr>
                </a:outerShdw>
              </a:effectLst>
              <a:sym typeface="+mn-lt"/>
            </a:endParaRPr>
          </a:p>
        </p:txBody>
      </p:sp>
      <p:sp>
        <p:nvSpPr>
          <p:cNvPr id="18" name="文本框 17"/>
          <p:cNvSpPr txBox="1"/>
          <p:nvPr/>
        </p:nvSpPr>
        <p:spPr>
          <a:xfrm>
            <a:off x="5239179" y="4584475"/>
            <a:ext cx="2394563" cy="58477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chemeClr val="bg1"/>
                </a:solidFill>
                <a:effectLst>
                  <a:outerShdw blurRad="38100" dist="38100" dir="2700000" algn="tl">
                    <a:srgbClr val="000000">
                      <a:alpha val="43137"/>
                    </a:srgbClr>
                  </a:outerShdw>
                </a:effectLst>
              </a:rPr>
              <a:t>当前工作</a:t>
            </a:r>
            <a:endParaRPr lang="zh-CN" altLang="en-US" sz="3200" dirty="0">
              <a:ln w="6350">
                <a:noFill/>
              </a:ln>
              <a:solidFill>
                <a:schemeClr val="bg1"/>
              </a:solidFill>
              <a:effectLst>
                <a:outerShdw blurRad="38100" dist="38100" dir="2700000" algn="tl">
                  <a:srgbClr val="000000">
                    <a:alpha val="43137"/>
                  </a:srgbClr>
                </a:outerShdw>
              </a:effectLst>
            </a:endParaRPr>
          </a:p>
        </p:txBody>
      </p:sp>
      <p:sp>
        <p:nvSpPr>
          <p:cNvPr id="19" name="Freeform 5"/>
          <p:cNvSpPr>
            <a:spLocks noChangeAspect="1"/>
          </p:cNvSpPr>
          <p:nvPr/>
        </p:nvSpPr>
        <p:spPr bwMode="auto">
          <a:xfrm>
            <a:off x="4034925" y="4570861"/>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effectLst>
                  <a:outerShdw blurRad="38100" dist="38100" dir="2700000" algn="tl">
                    <a:srgbClr val="000000">
                      <a:alpha val="43137"/>
                    </a:srgbClr>
                  </a:outerShdw>
                </a:effectLst>
                <a:sym typeface="+mn-lt"/>
              </a:rPr>
              <a:t>三</a:t>
            </a:r>
            <a:endParaRPr lang="zh-CN" altLang="en-US" sz="2400" b="1" dirty="0">
              <a:effectLst>
                <a:outerShdw blurRad="38100" dist="38100" dir="2700000" algn="tl">
                  <a:srgbClr val="000000">
                    <a:alpha val="43137"/>
                  </a:srgbClr>
                </a:outerShdw>
              </a:effectLst>
              <a:sym typeface="+mn-lt"/>
            </a:endParaRPr>
          </a:p>
        </p:txBody>
      </p:sp>
      <p:sp>
        <p:nvSpPr>
          <p:cNvPr id="20" name="Freeform 5"/>
          <p:cNvSpPr>
            <a:spLocks noChangeAspect="1"/>
          </p:cNvSpPr>
          <p:nvPr/>
        </p:nvSpPr>
        <p:spPr bwMode="auto">
          <a:xfrm>
            <a:off x="4028793" y="243884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rgbClr val="FFFF00"/>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solidFill>
                  <a:srgbClr val="FFFF00"/>
                </a:solidFill>
                <a:effectLst>
                  <a:outerShdw blurRad="38100" dist="38100" dir="2700000" algn="tl">
                    <a:srgbClr val="000000">
                      <a:alpha val="43137"/>
                    </a:srgbClr>
                  </a:outerShdw>
                </a:effectLst>
                <a:sym typeface="+mn-lt"/>
              </a:rPr>
              <a:t>一</a:t>
            </a:r>
            <a:endParaRPr lang="zh-CN" altLang="en-US" sz="2400" b="1" dirty="0">
              <a:solidFill>
                <a:srgbClr val="FFFF00"/>
              </a:solidFill>
              <a:effectLst>
                <a:outerShdw blurRad="38100" dist="38100" dir="2700000" algn="tl">
                  <a:srgbClr val="000000">
                    <a:alpha val="43137"/>
                  </a:srgbClr>
                </a:outerShdw>
              </a:effectLst>
              <a:sym typeface="+mn-lt"/>
            </a:endParaRPr>
          </a:p>
        </p:txBody>
      </p:sp>
    </p:spTree>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showMasterSp="0">
  <p:cSld name="3_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5" name="梯形 14"/>
          <p:cNvSpPr/>
          <p:nvPr/>
        </p:nvSpPr>
        <p:spPr>
          <a:xfrm>
            <a:off x="759997" y="897600"/>
            <a:ext cx="4279887" cy="343555"/>
          </a:xfrm>
          <a:prstGeom prst="trapezoid">
            <a:avLst>
              <a:gd name="adj" fmla="val 4574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0" y="1241155"/>
            <a:ext cx="12192000" cy="471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梯形 16"/>
          <p:cNvSpPr/>
          <p:nvPr/>
        </p:nvSpPr>
        <p:spPr>
          <a:xfrm flipV="1">
            <a:off x="968813" y="897599"/>
            <a:ext cx="3862255" cy="1197696"/>
          </a:xfrm>
          <a:prstGeom prst="trapezoid">
            <a:avLst>
              <a:gd name="adj" fmla="val 2099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44"/>
          <p:cNvSpPr txBox="1"/>
          <p:nvPr/>
        </p:nvSpPr>
        <p:spPr>
          <a:xfrm>
            <a:off x="1614934" y="944604"/>
            <a:ext cx="2570009" cy="1077218"/>
          </a:xfrm>
          <a:prstGeom prst="rect">
            <a:avLst/>
          </a:prstGeom>
          <a:noFill/>
        </p:spPr>
        <p:txBody>
          <a:bodyPr wrap="square" rtlCol="0">
            <a:spAutoFit/>
          </a:bodyPr>
          <a:lstStyle/>
          <a:p>
            <a:pPr algn="ctr"/>
            <a:r>
              <a:rPr lang="zh-CN" altLang="en-US" sz="4000" b="1" dirty="0">
                <a:solidFill>
                  <a:schemeClr val="bg1"/>
                </a:solidFill>
                <a:latin typeface="+mn-ea"/>
                <a:ea typeface="+mn-ea"/>
              </a:rPr>
              <a:t>目  录</a:t>
            </a:r>
            <a:endParaRPr lang="en-US" altLang="zh-CN" sz="4000" b="1" dirty="0">
              <a:solidFill>
                <a:schemeClr val="bg1"/>
              </a:solidFill>
              <a:latin typeface="+mn-ea"/>
              <a:ea typeface="+mn-ea"/>
            </a:endParaRPr>
          </a:p>
          <a:p>
            <a:pPr algn="ctr"/>
            <a:r>
              <a:rPr lang="en-US" sz="2400" b="1" dirty="0">
                <a:solidFill>
                  <a:schemeClr val="bg1"/>
                </a:solidFill>
                <a:latin typeface="+mn-ea"/>
                <a:ea typeface="+mn-ea"/>
              </a:rPr>
              <a:t>CONTENTS</a:t>
            </a:r>
            <a:endParaRPr lang="en-US" sz="2400" b="1" dirty="0">
              <a:solidFill>
                <a:schemeClr val="bg1"/>
              </a:solidFill>
              <a:latin typeface="+mn-ea"/>
              <a:ea typeface="+mn-ea"/>
            </a:endParaRPr>
          </a:p>
        </p:txBody>
      </p:sp>
      <p:sp>
        <p:nvSpPr>
          <p:cNvPr id="41" name="文本框 17"/>
          <p:cNvSpPr txBox="1"/>
          <p:nvPr/>
        </p:nvSpPr>
        <p:spPr>
          <a:xfrm>
            <a:off x="5231904" y="2438850"/>
            <a:ext cx="2397290" cy="584775"/>
          </a:xfrm>
          <a:prstGeom prst="rect">
            <a:avLst/>
          </a:prstGeom>
          <a:noFill/>
        </p:spPr>
        <p:txBody>
          <a:bodyPr wrap="square" rtlCol="0" anchor="ctr">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defTabSz="685800">
              <a:defRPr/>
            </a:pPr>
            <a:r>
              <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rPr>
              <a:t>使命担当</a:t>
            </a:r>
            <a:endPar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endParaRPr>
          </a:p>
        </p:txBody>
      </p:sp>
      <p:sp>
        <p:nvSpPr>
          <p:cNvPr id="42" name="文本框 17"/>
          <p:cNvSpPr txBox="1"/>
          <p:nvPr/>
        </p:nvSpPr>
        <p:spPr>
          <a:xfrm>
            <a:off x="5218922" y="3492660"/>
            <a:ext cx="2402157" cy="58477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rgbClr val="FFFF00"/>
                </a:solidFill>
                <a:effectLst>
                  <a:outerShdw blurRad="38100" dist="38100" dir="2700000" algn="tl">
                    <a:srgbClr val="000000">
                      <a:alpha val="43137"/>
                    </a:srgbClr>
                  </a:outerShdw>
                </a:effectLst>
              </a:rPr>
              <a:t>愿景目标</a:t>
            </a:r>
            <a:endParaRPr lang="zh-CN" altLang="en-US" sz="3200" dirty="0">
              <a:ln w="6350">
                <a:noFill/>
              </a:ln>
              <a:solidFill>
                <a:srgbClr val="FFFF00"/>
              </a:solidFill>
              <a:effectLst>
                <a:outerShdw blurRad="38100" dist="38100" dir="2700000" algn="tl">
                  <a:srgbClr val="000000">
                    <a:alpha val="43137"/>
                  </a:srgbClr>
                </a:outerShdw>
              </a:effectLst>
            </a:endParaRPr>
          </a:p>
        </p:txBody>
      </p:sp>
      <p:sp>
        <p:nvSpPr>
          <p:cNvPr id="45" name="Freeform 5"/>
          <p:cNvSpPr>
            <a:spLocks noChangeAspect="1"/>
          </p:cNvSpPr>
          <p:nvPr/>
        </p:nvSpPr>
        <p:spPr bwMode="auto">
          <a:xfrm>
            <a:off x="4028794" y="3477564"/>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rgbClr val="FFFF00"/>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solidFill>
                  <a:srgbClr val="FFFF00"/>
                </a:solidFill>
                <a:effectLst>
                  <a:outerShdw blurRad="38100" dist="38100" dir="2700000" algn="tl">
                    <a:srgbClr val="000000">
                      <a:alpha val="43137"/>
                    </a:srgbClr>
                  </a:outerShdw>
                </a:effectLst>
                <a:sym typeface="+mn-lt"/>
              </a:rPr>
              <a:t>二</a:t>
            </a:r>
            <a:endParaRPr lang="zh-CN" altLang="en-US" sz="2400" b="1" dirty="0">
              <a:solidFill>
                <a:srgbClr val="FFFF00"/>
              </a:solidFill>
              <a:effectLst>
                <a:outerShdw blurRad="38100" dist="38100" dir="2700000" algn="tl">
                  <a:srgbClr val="000000">
                    <a:alpha val="43137"/>
                  </a:srgbClr>
                </a:outerShdw>
              </a:effectLst>
              <a:sym typeface="+mn-lt"/>
            </a:endParaRPr>
          </a:p>
        </p:txBody>
      </p:sp>
      <p:sp>
        <p:nvSpPr>
          <p:cNvPr id="18" name="文本框 17"/>
          <p:cNvSpPr txBox="1"/>
          <p:nvPr/>
        </p:nvSpPr>
        <p:spPr>
          <a:xfrm>
            <a:off x="5239179" y="4584475"/>
            <a:ext cx="2394563" cy="58477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chemeClr val="bg1"/>
                </a:solidFill>
                <a:effectLst>
                  <a:outerShdw blurRad="38100" dist="38100" dir="2700000" algn="tl">
                    <a:srgbClr val="000000">
                      <a:alpha val="43137"/>
                    </a:srgbClr>
                  </a:outerShdw>
                </a:effectLst>
              </a:rPr>
              <a:t>当前工作</a:t>
            </a:r>
            <a:endParaRPr lang="zh-CN" altLang="en-US" sz="3200" dirty="0">
              <a:ln w="6350">
                <a:noFill/>
              </a:ln>
              <a:solidFill>
                <a:schemeClr val="bg1"/>
              </a:solidFill>
              <a:effectLst>
                <a:outerShdw blurRad="38100" dist="38100" dir="2700000" algn="tl">
                  <a:srgbClr val="000000">
                    <a:alpha val="43137"/>
                  </a:srgbClr>
                </a:outerShdw>
              </a:effectLst>
            </a:endParaRPr>
          </a:p>
        </p:txBody>
      </p:sp>
      <p:sp>
        <p:nvSpPr>
          <p:cNvPr id="19" name="Freeform 5"/>
          <p:cNvSpPr>
            <a:spLocks noChangeAspect="1"/>
          </p:cNvSpPr>
          <p:nvPr/>
        </p:nvSpPr>
        <p:spPr bwMode="auto">
          <a:xfrm>
            <a:off x="4034925" y="4570861"/>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effectLst>
                  <a:outerShdw blurRad="38100" dist="38100" dir="2700000" algn="tl">
                    <a:srgbClr val="000000">
                      <a:alpha val="43137"/>
                    </a:srgbClr>
                  </a:outerShdw>
                </a:effectLst>
                <a:sym typeface="+mn-lt"/>
              </a:rPr>
              <a:t>三</a:t>
            </a:r>
            <a:endParaRPr lang="zh-CN" altLang="en-US" sz="2400" b="1" dirty="0">
              <a:effectLst>
                <a:outerShdw blurRad="38100" dist="38100" dir="2700000" algn="tl">
                  <a:srgbClr val="000000">
                    <a:alpha val="43137"/>
                  </a:srgbClr>
                </a:outerShdw>
              </a:effectLst>
              <a:sym typeface="+mn-lt"/>
            </a:endParaRPr>
          </a:p>
        </p:txBody>
      </p:sp>
      <p:sp>
        <p:nvSpPr>
          <p:cNvPr id="20" name="Freeform 5"/>
          <p:cNvSpPr>
            <a:spLocks noChangeAspect="1"/>
          </p:cNvSpPr>
          <p:nvPr/>
        </p:nvSpPr>
        <p:spPr bwMode="auto">
          <a:xfrm>
            <a:off x="4028793" y="243884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chemeClr val="bg1"/>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solidFill>
                  <a:schemeClr val="bg1"/>
                </a:solidFill>
                <a:effectLst>
                  <a:outerShdw blurRad="38100" dist="38100" dir="2700000" algn="tl">
                    <a:srgbClr val="000000">
                      <a:alpha val="43137"/>
                    </a:srgbClr>
                  </a:outerShdw>
                </a:effectLst>
                <a:sym typeface="+mn-lt"/>
              </a:rPr>
              <a:t>一</a:t>
            </a:r>
            <a:endParaRPr lang="zh-CN" altLang="en-US" sz="2400" b="1" dirty="0">
              <a:solidFill>
                <a:schemeClr val="bg1"/>
              </a:solidFill>
              <a:effectLst>
                <a:outerShdw blurRad="38100" dist="38100" dir="2700000" algn="tl">
                  <a:srgbClr val="000000">
                    <a:alpha val="43137"/>
                  </a:srgbClr>
                </a:outerShdw>
              </a:effectLst>
              <a:sym typeface="+mn-lt"/>
            </a:endParaRPr>
          </a:p>
        </p:txBody>
      </p:sp>
    </p:spTree>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showMasterSp="0">
  <p:cSld name="2_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5" name="梯形 14"/>
          <p:cNvSpPr/>
          <p:nvPr/>
        </p:nvSpPr>
        <p:spPr>
          <a:xfrm>
            <a:off x="759997" y="897600"/>
            <a:ext cx="4279887" cy="343555"/>
          </a:xfrm>
          <a:prstGeom prst="trapezoid">
            <a:avLst>
              <a:gd name="adj" fmla="val 4574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0" y="1241155"/>
            <a:ext cx="12192000" cy="471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梯形 16"/>
          <p:cNvSpPr/>
          <p:nvPr/>
        </p:nvSpPr>
        <p:spPr>
          <a:xfrm flipV="1">
            <a:off x="968813" y="897599"/>
            <a:ext cx="3862255" cy="1197696"/>
          </a:xfrm>
          <a:prstGeom prst="trapezoid">
            <a:avLst>
              <a:gd name="adj" fmla="val 2099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44"/>
          <p:cNvSpPr txBox="1"/>
          <p:nvPr/>
        </p:nvSpPr>
        <p:spPr>
          <a:xfrm>
            <a:off x="1614934" y="944604"/>
            <a:ext cx="2570009" cy="1077218"/>
          </a:xfrm>
          <a:prstGeom prst="rect">
            <a:avLst/>
          </a:prstGeom>
          <a:noFill/>
        </p:spPr>
        <p:txBody>
          <a:bodyPr wrap="square" rtlCol="0">
            <a:spAutoFit/>
          </a:bodyPr>
          <a:lstStyle/>
          <a:p>
            <a:pPr algn="ctr"/>
            <a:r>
              <a:rPr lang="zh-CN" altLang="en-US" sz="4000" b="1" dirty="0">
                <a:solidFill>
                  <a:schemeClr val="bg1"/>
                </a:solidFill>
                <a:latin typeface="+mn-ea"/>
                <a:ea typeface="+mn-ea"/>
              </a:rPr>
              <a:t>目  录</a:t>
            </a:r>
            <a:endParaRPr lang="en-US" altLang="zh-CN" sz="4000" b="1" dirty="0">
              <a:solidFill>
                <a:schemeClr val="bg1"/>
              </a:solidFill>
              <a:latin typeface="+mn-ea"/>
              <a:ea typeface="+mn-ea"/>
            </a:endParaRPr>
          </a:p>
          <a:p>
            <a:pPr algn="ctr"/>
            <a:r>
              <a:rPr lang="en-US" sz="2400" b="1" dirty="0">
                <a:solidFill>
                  <a:schemeClr val="bg1"/>
                </a:solidFill>
                <a:latin typeface="+mn-ea"/>
                <a:ea typeface="+mn-ea"/>
              </a:rPr>
              <a:t>CONTENTS</a:t>
            </a:r>
            <a:endParaRPr lang="en-US" sz="2400" b="1" dirty="0">
              <a:solidFill>
                <a:schemeClr val="bg1"/>
              </a:solidFill>
              <a:latin typeface="+mn-ea"/>
              <a:ea typeface="+mn-ea"/>
            </a:endParaRPr>
          </a:p>
        </p:txBody>
      </p:sp>
      <p:sp>
        <p:nvSpPr>
          <p:cNvPr id="41" name="文本框 17"/>
          <p:cNvSpPr txBox="1"/>
          <p:nvPr userDrawn="1"/>
        </p:nvSpPr>
        <p:spPr>
          <a:xfrm>
            <a:off x="5231765" y="2439670"/>
            <a:ext cx="2679065" cy="583565"/>
          </a:xfrm>
          <a:prstGeom prst="rect">
            <a:avLst/>
          </a:prstGeom>
          <a:noFill/>
        </p:spPr>
        <p:txBody>
          <a:bodyPr wrap="square" rtlCol="0" anchor="ctr">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defTabSz="685800">
              <a:defRPr/>
            </a:pPr>
            <a:r>
              <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rPr>
              <a:t>工作</a:t>
            </a:r>
            <a:r>
              <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rPr>
              <a:t>架构</a:t>
            </a:r>
            <a:endPar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endParaRPr>
          </a:p>
        </p:txBody>
      </p:sp>
      <p:sp>
        <p:nvSpPr>
          <p:cNvPr id="42" name="文本框 17"/>
          <p:cNvSpPr txBox="1"/>
          <p:nvPr/>
        </p:nvSpPr>
        <p:spPr>
          <a:xfrm>
            <a:off x="5231765" y="3890010"/>
            <a:ext cx="2679065" cy="58356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chemeClr val="bg1"/>
                </a:solidFill>
                <a:effectLst>
                  <a:outerShdw blurRad="38100" dist="38100" dir="2700000" algn="tl">
                    <a:srgbClr val="000000">
                      <a:alpha val="43137"/>
                    </a:srgbClr>
                  </a:outerShdw>
                </a:effectLst>
              </a:rPr>
              <a:t>工作</a:t>
            </a:r>
            <a:r>
              <a:rPr lang="zh-CN" altLang="en-US" sz="3200" dirty="0">
                <a:ln w="6350">
                  <a:noFill/>
                </a:ln>
                <a:solidFill>
                  <a:schemeClr val="bg1"/>
                </a:solidFill>
                <a:effectLst>
                  <a:outerShdw blurRad="38100" dist="38100" dir="2700000" algn="tl">
                    <a:srgbClr val="000000">
                      <a:alpha val="43137"/>
                    </a:srgbClr>
                  </a:outerShdw>
                </a:effectLst>
              </a:rPr>
              <a:t>细节</a:t>
            </a:r>
            <a:endParaRPr lang="zh-CN" altLang="en-US" sz="3200" dirty="0">
              <a:ln w="6350">
                <a:noFill/>
              </a:ln>
              <a:solidFill>
                <a:schemeClr val="bg1"/>
              </a:solidFill>
              <a:effectLst>
                <a:outerShdw blurRad="38100" dist="38100" dir="2700000" algn="tl">
                  <a:srgbClr val="000000">
                    <a:alpha val="43137"/>
                  </a:srgbClr>
                </a:outerShdw>
              </a:effectLst>
            </a:endParaRPr>
          </a:p>
        </p:txBody>
      </p:sp>
      <p:sp>
        <p:nvSpPr>
          <p:cNvPr id="45" name="Freeform 5"/>
          <p:cNvSpPr>
            <a:spLocks noChangeAspect="1"/>
          </p:cNvSpPr>
          <p:nvPr/>
        </p:nvSpPr>
        <p:spPr bwMode="auto">
          <a:xfrm>
            <a:off x="4028794" y="386173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a:solidFill>
                  <a:schemeClr val="bg1"/>
                </a:solidFill>
                <a:effectLst>
                  <a:outerShdw blurRad="38100" dist="38100" dir="2700000" algn="tl">
                    <a:srgbClr val="000000">
                      <a:alpha val="43137"/>
                    </a:srgbClr>
                  </a:outerShdw>
                </a:effectLst>
                <a:sym typeface="+mn-lt"/>
              </a:rPr>
              <a:t>二</a:t>
            </a:r>
            <a:endParaRPr lang="zh-CN" altLang="en-US" sz="2400" b="1" dirty="0">
              <a:solidFill>
                <a:schemeClr val="bg1"/>
              </a:solidFill>
              <a:effectLst>
                <a:outerShdw blurRad="38100" dist="38100" dir="2700000" algn="tl">
                  <a:srgbClr val="000000">
                    <a:alpha val="43137"/>
                  </a:srgbClr>
                </a:outerShdw>
              </a:effectLst>
              <a:sym typeface="+mn-lt"/>
            </a:endParaRPr>
          </a:p>
        </p:txBody>
      </p:sp>
      <p:sp>
        <p:nvSpPr>
          <p:cNvPr id="20" name="Freeform 5"/>
          <p:cNvSpPr>
            <a:spLocks noChangeAspect="1"/>
          </p:cNvSpPr>
          <p:nvPr/>
        </p:nvSpPr>
        <p:spPr bwMode="auto">
          <a:xfrm>
            <a:off x="4028793" y="243884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rgbClr val="FFFF00"/>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ln>
                  <a:solidFill>
                    <a:srgbClr val="FFFF00"/>
                  </a:solidFill>
                </a:ln>
                <a:solidFill>
                  <a:srgbClr val="FFFF00"/>
                </a:solidFill>
                <a:effectLst>
                  <a:outerShdw blurRad="38100" dist="38100" dir="2700000" algn="tl">
                    <a:srgbClr val="000000">
                      <a:alpha val="43137"/>
                    </a:srgbClr>
                  </a:outerShdw>
                </a:effectLst>
                <a:sym typeface="+mn-lt"/>
              </a:rPr>
              <a:t>一</a:t>
            </a:r>
            <a:endParaRPr lang="zh-CN" altLang="en-US" sz="2400" b="1" dirty="0">
              <a:ln>
                <a:solidFill>
                  <a:srgbClr val="FFFF00"/>
                </a:solidFill>
              </a:ln>
              <a:solidFill>
                <a:srgbClr val="FFFF00"/>
              </a:solidFill>
              <a:effectLst>
                <a:outerShdw blurRad="38100" dist="38100" dir="2700000" algn="tl">
                  <a:srgbClr val="000000">
                    <a:alpha val="43137"/>
                  </a:srgbClr>
                </a:outerShdw>
              </a:effectLst>
              <a:sym typeface="+mn-lt"/>
            </a:endParaRPr>
          </a:p>
        </p:txBody>
      </p:sp>
    </p:spTree>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showMasterSp="0">
  <p:cSld name="6_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5" name="梯形 14"/>
          <p:cNvSpPr/>
          <p:nvPr/>
        </p:nvSpPr>
        <p:spPr>
          <a:xfrm>
            <a:off x="759997" y="897600"/>
            <a:ext cx="4279887" cy="343555"/>
          </a:xfrm>
          <a:prstGeom prst="trapezoid">
            <a:avLst>
              <a:gd name="adj" fmla="val 4574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0" y="1241155"/>
            <a:ext cx="12192000" cy="471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梯形 16"/>
          <p:cNvSpPr/>
          <p:nvPr/>
        </p:nvSpPr>
        <p:spPr>
          <a:xfrm flipV="1">
            <a:off x="968813" y="897599"/>
            <a:ext cx="3862255" cy="1197696"/>
          </a:xfrm>
          <a:prstGeom prst="trapezoid">
            <a:avLst>
              <a:gd name="adj" fmla="val 2099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44"/>
          <p:cNvSpPr txBox="1"/>
          <p:nvPr/>
        </p:nvSpPr>
        <p:spPr>
          <a:xfrm>
            <a:off x="1614934" y="944604"/>
            <a:ext cx="2570009" cy="1077218"/>
          </a:xfrm>
          <a:prstGeom prst="rect">
            <a:avLst/>
          </a:prstGeom>
          <a:noFill/>
        </p:spPr>
        <p:txBody>
          <a:bodyPr wrap="square" rtlCol="0">
            <a:spAutoFit/>
          </a:bodyPr>
          <a:lstStyle/>
          <a:p>
            <a:pPr algn="ctr"/>
            <a:r>
              <a:rPr lang="zh-CN" altLang="en-US" sz="4000" b="1" dirty="0">
                <a:solidFill>
                  <a:schemeClr val="bg1"/>
                </a:solidFill>
                <a:latin typeface="+mn-ea"/>
                <a:ea typeface="+mn-ea"/>
              </a:rPr>
              <a:t>目  录</a:t>
            </a:r>
            <a:endParaRPr lang="en-US" altLang="zh-CN" sz="4000" b="1" dirty="0">
              <a:solidFill>
                <a:schemeClr val="bg1"/>
              </a:solidFill>
              <a:latin typeface="+mn-ea"/>
              <a:ea typeface="+mn-ea"/>
            </a:endParaRPr>
          </a:p>
          <a:p>
            <a:pPr algn="ctr"/>
            <a:r>
              <a:rPr lang="en-US" sz="2400" b="1" dirty="0">
                <a:solidFill>
                  <a:schemeClr val="bg1"/>
                </a:solidFill>
                <a:latin typeface="+mn-ea"/>
                <a:ea typeface="+mn-ea"/>
              </a:rPr>
              <a:t>CONTENTS</a:t>
            </a:r>
            <a:endParaRPr lang="en-US" sz="2400" b="1" dirty="0">
              <a:solidFill>
                <a:schemeClr val="bg1"/>
              </a:solidFill>
              <a:latin typeface="+mn-ea"/>
              <a:ea typeface="+mn-ea"/>
            </a:endParaRPr>
          </a:p>
        </p:txBody>
      </p:sp>
      <p:sp>
        <p:nvSpPr>
          <p:cNvPr id="41" name="文本框 17"/>
          <p:cNvSpPr txBox="1"/>
          <p:nvPr userDrawn="1"/>
        </p:nvSpPr>
        <p:spPr>
          <a:xfrm>
            <a:off x="5231765" y="2439670"/>
            <a:ext cx="2672080" cy="583565"/>
          </a:xfrm>
          <a:prstGeom prst="rect">
            <a:avLst/>
          </a:prstGeom>
          <a:noFill/>
        </p:spPr>
        <p:txBody>
          <a:bodyPr wrap="square" rtlCol="0" anchor="ctr">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defTabSz="685800">
              <a:defRPr/>
            </a:pPr>
            <a:r>
              <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rPr>
              <a:t>工作</a:t>
            </a:r>
            <a:r>
              <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rPr>
              <a:t>架构</a:t>
            </a:r>
            <a:endPar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endParaRPr>
          </a:p>
        </p:txBody>
      </p:sp>
      <p:sp>
        <p:nvSpPr>
          <p:cNvPr id="42" name="文本框 17"/>
          <p:cNvSpPr txBox="1"/>
          <p:nvPr/>
        </p:nvSpPr>
        <p:spPr>
          <a:xfrm>
            <a:off x="5231765" y="3890010"/>
            <a:ext cx="2672080" cy="58356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rgbClr val="FFFF00"/>
                </a:solidFill>
                <a:effectLst>
                  <a:outerShdw blurRad="38100" dist="38100" dir="2700000" algn="tl">
                    <a:srgbClr val="000000">
                      <a:alpha val="43137"/>
                    </a:srgbClr>
                  </a:outerShdw>
                </a:effectLst>
              </a:rPr>
              <a:t>工作</a:t>
            </a:r>
            <a:r>
              <a:rPr lang="zh-CN" altLang="en-US" sz="3200" dirty="0">
                <a:ln w="6350">
                  <a:noFill/>
                </a:ln>
                <a:solidFill>
                  <a:srgbClr val="FFFF00"/>
                </a:solidFill>
                <a:effectLst>
                  <a:outerShdw blurRad="38100" dist="38100" dir="2700000" algn="tl">
                    <a:srgbClr val="000000">
                      <a:alpha val="43137"/>
                    </a:srgbClr>
                  </a:outerShdw>
                </a:effectLst>
              </a:rPr>
              <a:t>细节</a:t>
            </a:r>
            <a:endParaRPr lang="zh-CN" altLang="en-US" sz="3200" dirty="0">
              <a:ln w="6350">
                <a:noFill/>
              </a:ln>
              <a:solidFill>
                <a:srgbClr val="FFFF00"/>
              </a:solidFill>
              <a:effectLst>
                <a:outerShdw blurRad="38100" dist="38100" dir="2700000" algn="tl">
                  <a:srgbClr val="000000">
                    <a:alpha val="43137"/>
                  </a:srgbClr>
                </a:outerShdw>
              </a:effectLst>
            </a:endParaRPr>
          </a:p>
        </p:txBody>
      </p:sp>
      <p:sp>
        <p:nvSpPr>
          <p:cNvPr id="45" name="Freeform 5"/>
          <p:cNvSpPr>
            <a:spLocks noChangeAspect="1"/>
          </p:cNvSpPr>
          <p:nvPr/>
        </p:nvSpPr>
        <p:spPr bwMode="auto">
          <a:xfrm>
            <a:off x="4028794" y="386173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rgbClr val="FFFF00"/>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a:solidFill>
                  <a:srgbClr val="FFFF00"/>
                </a:solidFill>
                <a:effectLst>
                  <a:outerShdw blurRad="38100" dist="38100" dir="2700000" algn="tl">
                    <a:srgbClr val="000000">
                      <a:alpha val="43137"/>
                    </a:srgbClr>
                  </a:outerShdw>
                </a:effectLst>
                <a:sym typeface="+mn-lt"/>
              </a:rPr>
              <a:t>二</a:t>
            </a:r>
            <a:endParaRPr lang="zh-CN" altLang="en-US" sz="2400" b="1" dirty="0">
              <a:solidFill>
                <a:srgbClr val="FFFF00"/>
              </a:solidFill>
              <a:effectLst>
                <a:outerShdw blurRad="38100" dist="38100" dir="2700000" algn="tl">
                  <a:srgbClr val="000000">
                    <a:alpha val="43137"/>
                  </a:srgbClr>
                </a:outerShdw>
              </a:effectLst>
              <a:sym typeface="+mn-lt"/>
            </a:endParaRPr>
          </a:p>
        </p:txBody>
      </p:sp>
      <p:sp>
        <p:nvSpPr>
          <p:cNvPr id="20" name="Freeform 5"/>
          <p:cNvSpPr>
            <a:spLocks noChangeAspect="1"/>
          </p:cNvSpPr>
          <p:nvPr/>
        </p:nvSpPr>
        <p:spPr bwMode="auto">
          <a:xfrm>
            <a:off x="4028793" y="243884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chemeClr val="bg1"/>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solidFill>
                  <a:schemeClr val="bg1"/>
                </a:solidFill>
                <a:effectLst>
                  <a:outerShdw blurRad="38100" dist="38100" dir="2700000" algn="tl">
                    <a:srgbClr val="000000">
                      <a:alpha val="43137"/>
                    </a:srgbClr>
                  </a:outerShdw>
                </a:effectLst>
                <a:sym typeface="+mn-lt"/>
              </a:rPr>
              <a:t>一</a:t>
            </a:r>
            <a:endParaRPr lang="zh-CN" altLang="en-US" sz="2400" b="1" dirty="0">
              <a:solidFill>
                <a:schemeClr val="bg1"/>
              </a:solidFill>
              <a:effectLst>
                <a:outerShdw blurRad="38100" dist="38100" dir="2700000" algn="tl">
                  <a:srgbClr val="000000">
                    <a:alpha val="43137"/>
                  </a:srgbClr>
                </a:outerShdw>
              </a:effectLst>
              <a:sym typeface="+mn-lt"/>
            </a:endParaRPr>
          </a:p>
        </p:txBody>
      </p:sp>
    </p:spTree>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4_自定义版式">
    <p:spTree>
      <p:nvGrpSpPr>
        <p:cNvPr id="1" name=""/>
        <p:cNvGrpSpPr/>
        <p:nvPr/>
      </p:nvGrpSpPr>
      <p:grpSpPr>
        <a:xfrm>
          <a:off x="0" y="0"/>
          <a:ext cx="0" cy="0"/>
          <a:chOff x="0" y="0"/>
          <a:chExt cx="0" cy="0"/>
        </a:xfrm>
      </p:grpSpPr>
      <p:grpSp>
        <p:nvGrpSpPr>
          <p:cNvPr id="7" name="组合 6"/>
          <p:cNvGrpSpPr/>
          <p:nvPr/>
        </p:nvGrpSpPr>
        <p:grpSpPr>
          <a:xfrm>
            <a:off x="12160" y="6104963"/>
            <a:ext cx="12181421" cy="754045"/>
            <a:chOff x="15714" y="4577478"/>
            <a:chExt cx="9136066" cy="565534"/>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3" y="4803998"/>
              <a:ext cx="1880309" cy="307617"/>
            </a:xfrm>
            <a:prstGeom prst="rect">
              <a:avLst/>
            </a:prstGeom>
            <a:noFill/>
          </p:spPr>
        </p:pic>
        <p:sp>
          <p:nvSpPr>
            <p:cNvPr id="9" name="矩形 8"/>
            <p:cNvSpPr/>
            <p:nvPr userDrawn="1"/>
          </p:nvSpPr>
          <p:spPr bwMode="auto">
            <a:xfrm>
              <a:off x="15714" y="4694791"/>
              <a:ext cx="2088232" cy="448221"/>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nvGrpSpPr>
            <p:cNvPr id="10" name="组合 9"/>
            <p:cNvGrpSpPr/>
            <p:nvPr userDrawn="1"/>
          </p:nvGrpSpPr>
          <p:grpSpPr>
            <a:xfrm>
              <a:off x="6816910" y="4577478"/>
              <a:ext cx="2334870" cy="565534"/>
              <a:chOff x="6816910" y="4577478"/>
              <a:chExt cx="2334870" cy="565534"/>
            </a:xfrm>
          </p:grpSpPr>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13152" y="4577478"/>
                <a:ext cx="2138628" cy="565534"/>
              </a:xfrm>
              <a:prstGeom prst="rect">
                <a:avLst/>
              </a:prstGeom>
            </p:spPr>
          </p:pic>
          <p:sp>
            <p:nvSpPr>
              <p:cNvPr id="12" name="矩形 11"/>
              <p:cNvSpPr/>
              <p:nvPr userDrawn="1"/>
            </p:nvSpPr>
            <p:spPr bwMode="auto">
              <a:xfrm>
                <a:off x="6816910" y="4577478"/>
                <a:ext cx="2329454" cy="565534"/>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grpSp>
      <p:sp>
        <p:nvSpPr>
          <p:cNvPr id="14" name="TextBox 1"/>
          <p:cNvSpPr txBox="1">
            <a:spLocks noChangeArrowheads="1"/>
          </p:cNvSpPr>
          <p:nvPr/>
        </p:nvSpPr>
        <p:spPr bwMode="auto">
          <a:xfrm>
            <a:off x="1199456" y="164476"/>
            <a:ext cx="9901438" cy="582295"/>
          </a:xfrm>
          <a:prstGeom prst="rect">
            <a:avLst/>
          </a:prstGeom>
          <a:noFill/>
          <a:ln w="9525">
            <a:noFill/>
            <a:miter lim="800000"/>
          </a:ln>
        </p:spPr>
        <p:txBody>
          <a:bodyPr wrap="square" lIns="121893" tIns="60947" rIns="121893" bIns="60947">
            <a:spAutoFit/>
          </a:bodyPr>
          <a:lstStyle/>
          <a:p>
            <a:pPr algn="l"/>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一、工作</a:t>
            </a:r>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架构</a:t>
            </a:r>
            <a:endPar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Sld>
  <p:clrMapOvr>
    <a:masterClrMapping/>
  </p:clrMapOvr>
  <p:transition spd="slow">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5_自定义版式">
    <p:spTree>
      <p:nvGrpSpPr>
        <p:cNvPr id="1" name=""/>
        <p:cNvGrpSpPr/>
        <p:nvPr/>
      </p:nvGrpSpPr>
      <p:grpSpPr>
        <a:xfrm>
          <a:off x="0" y="0"/>
          <a:ext cx="0" cy="0"/>
          <a:chOff x="0" y="0"/>
          <a:chExt cx="0" cy="0"/>
        </a:xfrm>
      </p:grpSpPr>
      <p:grpSp>
        <p:nvGrpSpPr>
          <p:cNvPr id="7" name="组合 6"/>
          <p:cNvGrpSpPr/>
          <p:nvPr/>
        </p:nvGrpSpPr>
        <p:grpSpPr>
          <a:xfrm>
            <a:off x="12160" y="6104963"/>
            <a:ext cx="12181421" cy="754045"/>
            <a:chOff x="15714" y="4577478"/>
            <a:chExt cx="9136066" cy="565534"/>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3" y="4803998"/>
              <a:ext cx="1880309" cy="307617"/>
            </a:xfrm>
            <a:prstGeom prst="rect">
              <a:avLst/>
            </a:prstGeom>
            <a:noFill/>
          </p:spPr>
        </p:pic>
        <p:sp>
          <p:nvSpPr>
            <p:cNvPr id="9" name="矩形 8"/>
            <p:cNvSpPr/>
            <p:nvPr userDrawn="1"/>
          </p:nvSpPr>
          <p:spPr bwMode="auto">
            <a:xfrm>
              <a:off x="15714" y="4694791"/>
              <a:ext cx="2088232" cy="448221"/>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nvGrpSpPr>
            <p:cNvPr id="10" name="组合 9"/>
            <p:cNvGrpSpPr/>
            <p:nvPr userDrawn="1"/>
          </p:nvGrpSpPr>
          <p:grpSpPr>
            <a:xfrm>
              <a:off x="6816910" y="4577478"/>
              <a:ext cx="2334870" cy="565534"/>
              <a:chOff x="6816910" y="4577478"/>
              <a:chExt cx="2334870" cy="565534"/>
            </a:xfrm>
          </p:grpSpPr>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13152" y="4577478"/>
                <a:ext cx="2138628" cy="565534"/>
              </a:xfrm>
              <a:prstGeom prst="rect">
                <a:avLst/>
              </a:prstGeom>
            </p:spPr>
          </p:pic>
          <p:sp>
            <p:nvSpPr>
              <p:cNvPr id="12" name="矩形 11"/>
              <p:cNvSpPr/>
              <p:nvPr userDrawn="1"/>
            </p:nvSpPr>
            <p:spPr bwMode="auto">
              <a:xfrm>
                <a:off x="6816910" y="4577478"/>
                <a:ext cx="2329454" cy="565534"/>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grpSp>
      <p:sp>
        <p:nvSpPr>
          <p:cNvPr id="14" name="TextBox 1"/>
          <p:cNvSpPr txBox="1">
            <a:spLocks noChangeArrowheads="1"/>
          </p:cNvSpPr>
          <p:nvPr/>
        </p:nvSpPr>
        <p:spPr bwMode="auto">
          <a:xfrm>
            <a:off x="1199456" y="164476"/>
            <a:ext cx="9901438" cy="553972"/>
          </a:xfrm>
          <a:prstGeom prst="rect">
            <a:avLst/>
          </a:prstGeom>
          <a:noFill/>
          <a:ln w="9525">
            <a:noFill/>
            <a:miter lim="800000"/>
          </a:ln>
        </p:spPr>
        <p:txBody>
          <a:bodyPr wrap="square" lIns="121893" tIns="60947" rIns="121893" bIns="60947">
            <a:noAutofit/>
          </a:bodyPr>
          <a:lstStyle/>
          <a:p>
            <a:pPr algn="l"/>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二、工作</a:t>
            </a:r>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细节</a:t>
            </a:r>
            <a:endPar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Sld>
  <p:clrMapOvr>
    <a:masterClrMapping/>
  </p:clrMapOvr>
  <p:transition spd="slow">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6_自定义版式">
    <p:spTree>
      <p:nvGrpSpPr>
        <p:cNvPr id="1" name=""/>
        <p:cNvGrpSpPr/>
        <p:nvPr/>
      </p:nvGrpSpPr>
      <p:grpSpPr>
        <a:xfrm>
          <a:off x="0" y="0"/>
          <a:ext cx="0" cy="0"/>
          <a:chOff x="0" y="0"/>
          <a:chExt cx="0" cy="0"/>
        </a:xfrm>
      </p:grpSpPr>
      <p:grpSp>
        <p:nvGrpSpPr>
          <p:cNvPr id="7" name="组合 6"/>
          <p:cNvGrpSpPr/>
          <p:nvPr/>
        </p:nvGrpSpPr>
        <p:grpSpPr>
          <a:xfrm>
            <a:off x="12160" y="6104963"/>
            <a:ext cx="12181421" cy="754045"/>
            <a:chOff x="15714" y="4577478"/>
            <a:chExt cx="9136066" cy="565534"/>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3" y="4803998"/>
              <a:ext cx="1880309" cy="307617"/>
            </a:xfrm>
            <a:prstGeom prst="rect">
              <a:avLst/>
            </a:prstGeom>
            <a:noFill/>
          </p:spPr>
        </p:pic>
        <p:sp>
          <p:nvSpPr>
            <p:cNvPr id="9" name="矩形 8"/>
            <p:cNvSpPr/>
            <p:nvPr userDrawn="1"/>
          </p:nvSpPr>
          <p:spPr bwMode="auto">
            <a:xfrm>
              <a:off x="15714" y="4694791"/>
              <a:ext cx="2088232" cy="448221"/>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nvGrpSpPr>
            <p:cNvPr id="10" name="组合 9"/>
            <p:cNvGrpSpPr/>
            <p:nvPr userDrawn="1"/>
          </p:nvGrpSpPr>
          <p:grpSpPr>
            <a:xfrm>
              <a:off x="6816910" y="4577478"/>
              <a:ext cx="2334870" cy="565534"/>
              <a:chOff x="6816910" y="4577478"/>
              <a:chExt cx="2334870" cy="565534"/>
            </a:xfrm>
          </p:grpSpPr>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13152" y="4577478"/>
                <a:ext cx="2138628" cy="565534"/>
              </a:xfrm>
              <a:prstGeom prst="rect">
                <a:avLst/>
              </a:prstGeom>
            </p:spPr>
          </p:pic>
          <p:sp>
            <p:nvSpPr>
              <p:cNvPr id="12" name="矩形 11"/>
              <p:cNvSpPr/>
              <p:nvPr userDrawn="1"/>
            </p:nvSpPr>
            <p:spPr bwMode="auto">
              <a:xfrm>
                <a:off x="6816910" y="4577478"/>
                <a:ext cx="2329454" cy="565534"/>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grpSp>
      <p:sp>
        <p:nvSpPr>
          <p:cNvPr id="14" name="TextBox 1"/>
          <p:cNvSpPr txBox="1">
            <a:spLocks noChangeArrowheads="1"/>
          </p:cNvSpPr>
          <p:nvPr/>
        </p:nvSpPr>
        <p:spPr bwMode="auto">
          <a:xfrm>
            <a:off x="1199456" y="126376"/>
            <a:ext cx="9901438" cy="615527"/>
          </a:xfrm>
          <a:prstGeom prst="rect">
            <a:avLst/>
          </a:prstGeom>
          <a:noFill/>
          <a:ln w="9525">
            <a:noFill/>
            <a:miter lim="800000"/>
          </a:ln>
        </p:spPr>
        <p:txBody>
          <a:bodyPr wrap="square" lIns="121893" tIns="60947" rIns="121893" bIns="60947" anchor="ctr">
            <a:noAutofit/>
          </a:bodyPr>
          <a:lstStyle/>
          <a:p>
            <a:pPr algn="l"/>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三、未来规划</a:t>
            </a:r>
            <a:endPar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Sld>
  <p:clrMapOvr>
    <a:masterClrMapping/>
  </p:clrMapOvr>
  <p:transition spd="slow">
    <p:fade/>
  </p:transition>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7_自定义版式">
    <p:spTree>
      <p:nvGrpSpPr>
        <p:cNvPr id="1" name=""/>
        <p:cNvGrpSpPr/>
        <p:nvPr/>
      </p:nvGrpSpPr>
      <p:grpSpPr>
        <a:xfrm>
          <a:off x="0" y="0"/>
          <a:ext cx="0" cy="0"/>
          <a:chOff x="0" y="0"/>
          <a:chExt cx="0" cy="0"/>
        </a:xfrm>
      </p:grpSpPr>
      <p:grpSp>
        <p:nvGrpSpPr>
          <p:cNvPr id="7" name="组合 6"/>
          <p:cNvGrpSpPr/>
          <p:nvPr/>
        </p:nvGrpSpPr>
        <p:grpSpPr>
          <a:xfrm>
            <a:off x="12160" y="6104963"/>
            <a:ext cx="12181421" cy="754045"/>
            <a:chOff x="15714" y="4577478"/>
            <a:chExt cx="9136066" cy="565534"/>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3" y="4803998"/>
              <a:ext cx="1880309" cy="307617"/>
            </a:xfrm>
            <a:prstGeom prst="rect">
              <a:avLst/>
            </a:prstGeom>
            <a:noFill/>
          </p:spPr>
        </p:pic>
        <p:sp>
          <p:nvSpPr>
            <p:cNvPr id="9" name="矩形 8"/>
            <p:cNvSpPr/>
            <p:nvPr userDrawn="1"/>
          </p:nvSpPr>
          <p:spPr bwMode="auto">
            <a:xfrm>
              <a:off x="15714" y="4694791"/>
              <a:ext cx="2088232" cy="448221"/>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nvGrpSpPr>
            <p:cNvPr id="10" name="组合 9"/>
            <p:cNvGrpSpPr/>
            <p:nvPr userDrawn="1"/>
          </p:nvGrpSpPr>
          <p:grpSpPr>
            <a:xfrm>
              <a:off x="6816910" y="4577478"/>
              <a:ext cx="2334870" cy="565534"/>
              <a:chOff x="6816910" y="4577478"/>
              <a:chExt cx="2334870" cy="565534"/>
            </a:xfrm>
          </p:grpSpPr>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13152" y="4577478"/>
                <a:ext cx="2138628" cy="565534"/>
              </a:xfrm>
              <a:prstGeom prst="rect">
                <a:avLst/>
              </a:prstGeom>
            </p:spPr>
          </p:pic>
          <p:sp>
            <p:nvSpPr>
              <p:cNvPr id="12" name="矩形 11"/>
              <p:cNvSpPr/>
              <p:nvPr userDrawn="1"/>
            </p:nvSpPr>
            <p:spPr bwMode="auto">
              <a:xfrm>
                <a:off x="6816910" y="4577478"/>
                <a:ext cx="2329454" cy="565534"/>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grpSp>
      <p:sp>
        <p:nvSpPr>
          <p:cNvPr id="14" name="TextBox 1"/>
          <p:cNvSpPr txBox="1">
            <a:spLocks noChangeArrowheads="1"/>
          </p:cNvSpPr>
          <p:nvPr/>
        </p:nvSpPr>
        <p:spPr bwMode="auto">
          <a:xfrm>
            <a:off x="1199456" y="126376"/>
            <a:ext cx="9901438" cy="615527"/>
          </a:xfrm>
          <a:prstGeom prst="rect">
            <a:avLst/>
          </a:prstGeom>
          <a:noFill/>
          <a:ln w="9525">
            <a:noFill/>
            <a:miter lim="800000"/>
          </a:ln>
        </p:spPr>
        <p:txBody>
          <a:bodyPr wrap="square" lIns="121893" tIns="60947" rIns="121893" bIns="60947" anchor="ctr">
            <a:noAutofit/>
          </a:bodyPr>
          <a:lstStyle/>
          <a:p>
            <a:pPr algn="l"/>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四、未来计划</a:t>
            </a:r>
            <a:endPar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Sld>
  <p:clrMapOvr>
    <a:masterClrMapping/>
  </p:clrMapOvr>
  <p:transition spd="slow">
    <p:fade/>
  </p:transition>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showMasterSp="0">
  <p:cSld name="10_自定义版式">
    <p:bg>
      <p:bgPr>
        <a:solidFill>
          <a:schemeClr val="bg1"/>
        </a:solidFill>
        <a:effectLst/>
      </p:bgPr>
    </p:bg>
    <p:spTree>
      <p:nvGrpSpPr>
        <p:cNvPr id="1" name=""/>
        <p:cNvGrpSpPr/>
        <p:nvPr/>
      </p:nvGrpSpPr>
      <p:grpSpPr>
        <a:xfrm>
          <a:off x="0" y="0"/>
          <a:ext cx="0" cy="0"/>
          <a:chOff x="0" y="0"/>
          <a:chExt cx="0" cy="0"/>
        </a:xfrm>
      </p:grpSpPr>
      <p:grpSp>
        <p:nvGrpSpPr>
          <p:cNvPr id="7" name="组合 6"/>
          <p:cNvGrpSpPr/>
          <p:nvPr/>
        </p:nvGrpSpPr>
        <p:grpSpPr>
          <a:xfrm>
            <a:off x="12160" y="6104963"/>
            <a:ext cx="12181421" cy="754045"/>
            <a:chOff x="15714" y="4577478"/>
            <a:chExt cx="9136066" cy="565534"/>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3" y="4803998"/>
              <a:ext cx="1880309" cy="307617"/>
            </a:xfrm>
            <a:prstGeom prst="rect">
              <a:avLst/>
            </a:prstGeom>
            <a:noFill/>
          </p:spPr>
        </p:pic>
        <p:sp>
          <p:nvSpPr>
            <p:cNvPr id="9" name="矩形 8"/>
            <p:cNvSpPr/>
            <p:nvPr userDrawn="1"/>
          </p:nvSpPr>
          <p:spPr bwMode="auto">
            <a:xfrm>
              <a:off x="15714" y="4694791"/>
              <a:ext cx="2088232" cy="448221"/>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nvGrpSpPr>
            <p:cNvPr id="10" name="组合 9"/>
            <p:cNvGrpSpPr/>
            <p:nvPr userDrawn="1"/>
          </p:nvGrpSpPr>
          <p:grpSpPr>
            <a:xfrm>
              <a:off x="6816910" y="4577478"/>
              <a:ext cx="2334870" cy="565534"/>
              <a:chOff x="6816910" y="4577478"/>
              <a:chExt cx="2334870" cy="565534"/>
            </a:xfrm>
          </p:grpSpPr>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13152" y="4577478"/>
                <a:ext cx="2138628" cy="565534"/>
              </a:xfrm>
              <a:prstGeom prst="rect">
                <a:avLst/>
              </a:prstGeom>
            </p:spPr>
          </p:pic>
          <p:sp>
            <p:nvSpPr>
              <p:cNvPr id="12" name="矩形 11"/>
              <p:cNvSpPr/>
              <p:nvPr userDrawn="1"/>
            </p:nvSpPr>
            <p:spPr bwMode="auto">
              <a:xfrm>
                <a:off x="6816910" y="4577478"/>
                <a:ext cx="2329454" cy="565534"/>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grpSp>
    </p:spTree>
  </p:cSld>
  <p:clrMapOvr>
    <a:masterClrMapping/>
  </p:clrMapOvr>
  <p:transition spd="slow">
    <p:fade/>
  </p:transition>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5_标题幻灯片">
    <p:spTree>
      <p:nvGrpSpPr>
        <p:cNvPr id="1" name=""/>
        <p:cNvGrpSpPr/>
        <p:nvPr/>
      </p:nvGrpSpPr>
      <p:grpSpPr>
        <a:xfrm>
          <a:off x="0" y="0"/>
          <a:ext cx="0" cy="0"/>
          <a:chOff x="0" y="0"/>
          <a:chExt cx="0" cy="0"/>
        </a:xfrm>
      </p:grpSpPr>
      <p:pic>
        <p:nvPicPr>
          <p:cNvPr id="8" name="Picture 2"/>
          <p:cNvPicPr>
            <a:picLocks noChangeAspect="1" noChangeArrowheads="1"/>
          </p:cNvPicPr>
          <p:nvPr userDrawn="1"/>
        </p:nvPicPr>
        <p:blipFill>
          <a:blip r:embed="rId2" cstate="print"/>
          <a:srcRect/>
          <a:stretch>
            <a:fillRect/>
          </a:stretch>
        </p:blipFill>
        <p:spPr bwMode="auto">
          <a:xfrm>
            <a:off x="0" y="2276872"/>
            <a:ext cx="12192000" cy="4581128"/>
          </a:xfrm>
          <a:prstGeom prst="rect">
            <a:avLst/>
          </a:prstGeom>
          <a:noFill/>
          <a:ln w="9525">
            <a:noFill/>
            <a:miter lim="800000"/>
            <a:headEnd/>
            <a:tailEnd/>
          </a:ln>
        </p:spPr>
      </p:pic>
      <p:sp>
        <p:nvSpPr>
          <p:cNvPr id="9" name="矩形 8"/>
          <p:cNvSpPr/>
          <p:nvPr userDrawn="1"/>
        </p:nvSpPr>
        <p:spPr>
          <a:xfrm>
            <a:off x="0" y="2276872"/>
            <a:ext cx="12192000" cy="4581128"/>
          </a:xfrm>
          <a:prstGeom prst="rect">
            <a:avLst/>
          </a:prstGeom>
          <a:gradFill>
            <a:gsLst>
              <a:gs pos="0">
                <a:schemeClr val="bg1"/>
              </a:gs>
              <a:gs pos="50000">
                <a:schemeClr val="bg1"/>
              </a:gs>
              <a:gs pos="100000">
                <a:srgbClr val="006600">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descr="美丽的校园（小）.jpg"/>
          <p:cNvPicPr>
            <a:picLocks noChangeAspect="1"/>
          </p:cNvPicPr>
          <p:nvPr userDrawn="1"/>
        </p:nvPicPr>
        <p:blipFill>
          <a:blip r:embed="rId3" cstate="print"/>
          <a:stretch>
            <a:fillRect/>
          </a:stretch>
        </p:blipFill>
        <p:spPr>
          <a:xfrm>
            <a:off x="0" y="4597400"/>
            <a:ext cx="12240683" cy="2260600"/>
          </a:xfrm>
          <a:prstGeom prst="rect">
            <a:avLst/>
          </a:prstGeom>
        </p:spPr>
      </p:pic>
      <p:sp>
        <p:nvSpPr>
          <p:cNvPr id="11" name="矩形 10"/>
          <p:cNvSpPr/>
          <p:nvPr userDrawn="1"/>
        </p:nvSpPr>
        <p:spPr>
          <a:xfrm>
            <a:off x="-24343" y="3898155"/>
            <a:ext cx="12240683" cy="3031067"/>
          </a:xfrm>
          <a:prstGeom prst="rect">
            <a:avLst/>
          </a:prstGeom>
          <a:gradFill>
            <a:gsLst>
              <a:gs pos="0">
                <a:schemeClr val="bg1"/>
              </a:gs>
              <a:gs pos="50000">
                <a:schemeClr val="bg1"/>
              </a:gs>
              <a:gs pos="100000">
                <a:srgbClr val="006600">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Subtitle 2"/>
          <p:cNvSpPr>
            <a:spLocks noGrp="1"/>
          </p:cNvSpPr>
          <p:nvPr>
            <p:ph type="subTitle" idx="1"/>
          </p:nvPr>
        </p:nvSpPr>
        <p:spPr>
          <a:xfrm>
            <a:off x="3828137" y="3914692"/>
            <a:ext cx="4535724" cy="863435"/>
          </a:xfrm>
        </p:spPr>
        <p:txBody>
          <a:bodyPr/>
          <a:lstStyle>
            <a:lvl1pPr marL="0" indent="0" algn="ctr">
              <a:buNone/>
              <a:defRPr sz="2400">
                <a:latin typeface="仿宋_GB2312" panose="02010609030101010101" pitchFamily="49" charset="-122"/>
                <a:ea typeface="仿宋_GB2312" panose="0201060903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sp>
        <p:nvSpPr>
          <p:cNvPr id="2" name="Title 1"/>
          <p:cNvSpPr>
            <a:spLocks noGrp="1"/>
          </p:cNvSpPr>
          <p:nvPr>
            <p:ph type="ctrTitle"/>
          </p:nvPr>
        </p:nvSpPr>
        <p:spPr>
          <a:xfrm>
            <a:off x="2529902" y="2704786"/>
            <a:ext cx="7132196" cy="1067461"/>
          </a:xfrm>
        </p:spPr>
        <p:txBody>
          <a:bodyPr anchor="b">
            <a:noAutofit/>
          </a:bodyPr>
          <a:lstStyle>
            <a:lvl1pPr algn="ctr">
              <a:defRPr sz="3735">
                <a:latin typeface="方正大黑简体" panose="03000509000000000000" pitchFamily="2" charset="-122"/>
                <a:ea typeface="方正大黑简体" panose="03000509000000000000" pitchFamily="2" charset="-122"/>
              </a:defRPr>
            </a:lvl1pPr>
          </a:lstStyle>
          <a:p>
            <a:r>
              <a:rPr lang="zh-CN" altLang="en-US" dirty="0"/>
              <a:t>单击此处编辑母版标题样式</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p:txBody>
          <a:bodyPr/>
          <a:lstStyle/>
          <a:p>
            <a:pPr algn="ctr" fontAlgn="auto">
              <a:spcBef>
                <a:spcPts val="0"/>
              </a:spcBef>
              <a:spcAft>
                <a:spcPts val="0"/>
              </a:spcAft>
              <a:defRPr/>
            </a:pPr>
            <a:fld id="{B1B4F91B-EFDF-422F-A350-726993EC41AA}" type="slidenum">
              <a:rPr lang="en-US" smtClean="0">
                <a:solidFill>
                  <a:prstClr val="white"/>
                </a:solidFill>
                <a:ea typeface="微软雅黑" panose="020B0503020204020204" charset="-122"/>
              </a:rPr>
            </a:fld>
            <a:endParaRPr lang="en-US" dirty="0">
              <a:solidFill>
                <a:prstClr val="white"/>
              </a:solidFill>
              <a:ea typeface="微软雅黑" panose="020B0503020204020204" charset="-122"/>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showMasterSp="0">
  <p:cSld name="4_标题幻灯片">
    <p:bg>
      <p:bgPr>
        <a:solidFill>
          <a:schemeClr val="bg1"/>
        </a:solidFill>
        <a:effectLst/>
      </p:bgPr>
    </p:bg>
    <p:spTree>
      <p:nvGrpSpPr>
        <p:cNvPr id="1" name=""/>
        <p:cNvGrpSpPr/>
        <p:nvPr/>
      </p:nvGrpSpPr>
      <p:grpSpPr>
        <a:xfrm>
          <a:off x="0" y="0"/>
          <a:ext cx="0" cy="0"/>
          <a:chOff x="0" y="0"/>
          <a:chExt cx="0" cy="0"/>
        </a:xfrm>
      </p:grpSpPr>
      <p:sp>
        <p:nvSpPr>
          <p:cNvPr id="10" name="矩形 9"/>
          <p:cNvSpPr/>
          <p:nvPr/>
        </p:nvSpPr>
        <p:spPr>
          <a:xfrm>
            <a:off x="335360" y="2326298"/>
            <a:ext cx="8369777" cy="377411"/>
          </a:xfrm>
          <a:prstGeom prst="rect">
            <a:avLst/>
          </a:prstGeom>
        </p:spPr>
        <p:txBody>
          <a:bodyPr wrap="square">
            <a:spAutoFit/>
          </a:bodyPr>
          <a:lstStyle/>
          <a:p>
            <a:pPr algn="just">
              <a:lnSpc>
                <a:spcPct val="120000"/>
              </a:lnSpc>
            </a:pPr>
            <a:r>
              <a:rPr lang="zh-CN" altLang="en-US" sz="1700" dirty="0">
                <a:solidFill>
                  <a:prstClr val="white"/>
                </a:solidFill>
                <a:latin typeface="+mn-lt"/>
                <a:ea typeface="+mn-ea"/>
                <a:cs typeface="+mn-ea"/>
                <a:sym typeface="+mn-lt"/>
              </a:rPr>
              <a:t>  </a:t>
            </a:r>
            <a:endParaRPr lang="zh-CN" altLang="en-US" sz="1700" dirty="0">
              <a:latin typeface="+mn-lt"/>
              <a:ea typeface="+mn-ea"/>
              <a:cs typeface="+mn-ea"/>
              <a:sym typeface="+mn-lt"/>
            </a:endParaRPr>
          </a:p>
        </p:txBody>
      </p:sp>
      <p:sp>
        <p:nvSpPr>
          <p:cNvPr id="3" name="Rectangle 28"/>
          <p:cNvSpPr/>
          <p:nvPr userDrawn="1"/>
        </p:nvSpPr>
        <p:spPr>
          <a:xfrm>
            <a:off x="352218" y="3609352"/>
            <a:ext cx="11504421" cy="2988000"/>
          </a:xfrm>
          <a:prstGeom prst="rect">
            <a:avLst/>
          </a:prstGeom>
          <a:solidFill>
            <a:schemeClr val="tx2">
              <a:lumMod val="20000"/>
              <a:lumOff val="80000"/>
            </a:schemeClr>
          </a:solidFill>
          <a:ln w="12700" cap="flat" cmpd="sng" algn="ctr">
            <a:noFill/>
            <a:prstDash val="solid"/>
            <a:miter lim="800000"/>
          </a:ln>
          <a:effectLst/>
        </p:spPr>
        <p:txBody>
          <a:bodyPr lIns="43200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5900" lvl="1" indent="-215900" defTabSz="755650">
              <a:lnSpc>
                <a:spcPct val="110000"/>
              </a:lnSpc>
              <a:spcBef>
                <a:spcPts val="300"/>
              </a:spcBef>
              <a:spcAft>
                <a:spcPts val="0"/>
              </a:spcAft>
              <a:buClr>
                <a:srgbClr val="C00000"/>
              </a:buClr>
              <a:buFontTx/>
              <a:buChar char="•"/>
            </a:pPr>
            <a:endParaRPr lang="zh-CN" altLang="en-US" dirty="0">
              <a:solidFill>
                <a:schemeClr val="tx1">
                  <a:lumMod val="85000"/>
                  <a:lumOff val="15000"/>
                </a:schemeClr>
              </a:solidFill>
              <a:cs typeface="+mn-ea"/>
              <a:sym typeface="+mn-lt"/>
            </a:endParaRPr>
          </a:p>
        </p:txBody>
      </p:sp>
      <p:sp>
        <p:nvSpPr>
          <p:cNvPr id="6" name="矩形: 圆顶角 5"/>
          <p:cNvSpPr/>
          <p:nvPr userDrawn="1"/>
        </p:nvSpPr>
        <p:spPr>
          <a:xfrm>
            <a:off x="352218" y="3072874"/>
            <a:ext cx="11504421" cy="516684"/>
          </a:xfrm>
          <a:prstGeom prst="round2Same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cs typeface="+mn-ea"/>
                <a:sym typeface="+mn-lt"/>
              </a:rPr>
              <a:t>研究方向：复杂系统建模仿真优化及军事应用</a:t>
            </a:r>
            <a:endParaRPr lang="zh-CN" altLang="en-US" sz="2000" dirty="0">
              <a:solidFill>
                <a:schemeClr val="bg1"/>
              </a:solidFill>
              <a:cs typeface="+mn-ea"/>
              <a:sym typeface="+mn-lt"/>
            </a:endParaRPr>
          </a:p>
        </p:txBody>
      </p:sp>
      <p:sp>
        <p:nvSpPr>
          <p:cNvPr id="7" name="矩形 6"/>
          <p:cNvSpPr/>
          <p:nvPr userDrawn="1"/>
        </p:nvSpPr>
        <p:spPr>
          <a:xfrm>
            <a:off x="1968409" y="2316995"/>
            <a:ext cx="8369777" cy="377411"/>
          </a:xfrm>
          <a:prstGeom prst="rect">
            <a:avLst/>
          </a:prstGeom>
        </p:spPr>
        <p:txBody>
          <a:bodyPr wrap="square">
            <a:spAutoFit/>
          </a:bodyPr>
          <a:lstStyle/>
          <a:p>
            <a:pPr algn="just">
              <a:lnSpc>
                <a:spcPct val="120000"/>
              </a:lnSpc>
            </a:pPr>
            <a:r>
              <a:rPr lang="zh-CN" altLang="en-US" sz="1700" dirty="0">
                <a:solidFill>
                  <a:prstClr val="white"/>
                </a:solidFill>
                <a:latin typeface="+mn-lt"/>
                <a:ea typeface="+mn-ea"/>
                <a:cs typeface="+mn-ea"/>
                <a:sym typeface="+mn-lt"/>
              </a:rPr>
              <a:t>  </a:t>
            </a:r>
            <a:endParaRPr lang="zh-CN" altLang="en-US" sz="1700" dirty="0">
              <a:latin typeface="+mn-lt"/>
              <a:ea typeface="+mn-ea"/>
              <a:cs typeface="+mn-ea"/>
              <a:sym typeface="+mn-lt"/>
            </a:endParaRPr>
          </a:p>
        </p:txBody>
      </p:sp>
      <p:pic>
        <p:nvPicPr>
          <p:cNvPr id="9" name="图片 8"/>
          <p:cNvPicPr/>
          <p:nvPr userDrawn="1"/>
        </p:nvPicPr>
        <p:blipFill>
          <a:blip r:embed="rId2" cstate="print">
            <a:extLst>
              <a:ext uri="{28A0092B-C50C-407E-A947-70E740481C1C}">
                <a14:useLocalDpi xmlns:a14="http://schemas.microsoft.com/office/drawing/2010/main" val="0"/>
              </a:ext>
            </a:extLst>
          </a:blip>
          <a:stretch>
            <a:fillRect/>
          </a:stretch>
        </p:blipFill>
        <p:spPr>
          <a:xfrm>
            <a:off x="1866283" y="5012122"/>
            <a:ext cx="1080000" cy="1440000"/>
          </a:xfrm>
          <a:prstGeom prst="rect">
            <a:avLst/>
          </a:prstGeom>
          <a:solidFill>
            <a:srgbClr val="FFFFFF">
              <a:shade val="85000"/>
            </a:srgbClr>
          </a:solidFill>
          <a:ln w="38100" cap="sq">
            <a:solidFill>
              <a:srgbClr val="C00000"/>
            </a:solidFill>
            <a:miter lim="800000"/>
            <a:headEnd/>
            <a:tailEnd/>
          </a:ln>
          <a:effectLst/>
        </p:spPr>
      </p:pic>
      <p:pic>
        <p:nvPicPr>
          <p:cNvPr id="30" name="图片 29"/>
          <p:cNvPicPr/>
          <p:nvPr userDrawn="1"/>
        </p:nvPicPr>
        <p:blipFill rotWithShape="1">
          <a:blip r:embed="rId3" cstate="print">
            <a:extLst>
              <a:ext uri="{28A0092B-C50C-407E-A947-70E740481C1C}">
                <a14:useLocalDpi xmlns:a14="http://schemas.microsoft.com/office/drawing/2010/main" val="0"/>
              </a:ext>
            </a:extLst>
          </a:blip>
          <a:srcRect r="5445"/>
          <a:stretch>
            <a:fillRect/>
          </a:stretch>
        </p:blipFill>
        <p:spPr>
          <a:xfrm>
            <a:off x="3037166" y="5012122"/>
            <a:ext cx="1080000" cy="1440000"/>
          </a:xfrm>
          <a:prstGeom prst="rect">
            <a:avLst/>
          </a:prstGeom>
          <a:solidFill>
            <a:srgbClr val="FFFFFF">
              <a:shade val="85000"/>
            </a:srgbClr>
          </a:solidFill>
          <a:ln w="38100" cap="sq">
            <a:solidFill>
              <a:srgbClr val="C00000"/>
            </a:solidFill>
            <a:miter lim="800000"/>
            <a:headEnd/>
            <a:tailEnd/>
          </a:ln>
          <a:effectLst/>
        </p:spPr>
      </p:pic>
      <p:pic>
        <p:nvPicPr>
          <p:cNvPr id="31" name="图片 30"/>
          <p:cNvPicPr/>
          <p:nvPr userDrawn="1"/>
        </p:nvPicPr>
        <p:blipFill>
          <a:blip r:embed="rId4" cstate="print">
            <a:extLst>
              <a:ext uri="{28A0092B-C50C-407E-A947-70E740481C1C}">
                <a14:useLocalDpi xmlns:a14="http://schemas.microsoft.com/office/drawing/2010/main" val="0"/>
              </a:ext>
            </a:extLst>
          </a:blip>
          <a:stretch>
            <a:fillRect/>
          </a:stretch>
        </p:blipFill>
        <p:spPr>
          <a:xfrm>
            <a:off x="4208049" y="5012122"/>
            <a:ext cx="1080000" cy="1440000"/>
          </a:xfrm>
          <a:prstGeom prst="rect">
            <a:avLst/>
          </a:prstGeom>
          <a:solidFill>
            <a:srgbClr val="FFFFFF">
              <a:shade val="85000"/>
            </a:srgbClr>
          </a:solidFill>
          <a:ln w="38100" cap="sq">
            <a:solidFill>
              <a:srgbClr val="C00000"/>
            </a:solidFill>
            <a:miter lim="800000"/>
            <a:headEnd/>
            <a:tailEnd/>
          </a:ln>
          <a:effectLst/>
        </p:spPr>
      </p:pic>
      <p:pic>
        <p:nvPicPr>
          <p:cNvPr id="64" name="图片 63"/>
          <p:cNvPicPr/>
          <p:nvPr userDrawn="1"/>
        </p:nvPicPr>
        <p:blipFill rotWithShape="1">
          <a:blip r:embed="rId5"/>
          <a:srcRect l="4398" t="7226" r="5718" b="3405"/>
          <a:stretch>
            <a:fillRect/>
          </a:stretch>
        </p:blipFill>
        <p:spPr>
          <a:xfrm>
            <a:off x="5378932" y="5012122"/>
            <a:ext cx="1080000" cy="1440000"/>
          </a:xfrm>
          <a:prstGeom prst="rect">
            <a:avLst/>
          </a:prstGeom>
          <a:solidFill>
            <a:srgbClr val="FFFFFF">
              <a:shade val="85000"/>
            </a:srgbClr>
          </a:solidFill>
          <a:ln w="38100" cap="sq">
            <a:solidFill>
              <a:srgbClr val="C00000"/>
            </a:solidFill>
            <a:miter lim="800000"/>
            <a:headEnd/>
            <a:tailEnd/>
          </a:ln>
          <a:effectLst/>
        </p:spPr>
      </p:pic>
      <p:pic>
        <p:nvPicPr>
          <p:cNvPr id="65" name="图片 64"/>
          <p:cNvPicPr/>
          <p:nvPr userDrawn="1"/>
        </p:nvPicPr>
        <p:blipFill>
          <a:blip r:embed="rId6"/>
          <a:stretch>
            <a:fillRect/>
          </a:stretch>
        </p:blipFill>
        <p:spPr>
          <a:xfrm>
            <a:off x="695400" y="5025656"/>
            <a:ext cx="1080000" cy="1440000"/>
          </a:xfrm>
          <a:prstGeom prst="rect">
            <a:avLst/>
          </a:prstGeom>
          <a:solidFill>
            <a:srgbClr val="FFFFFF">
              <a:shade val="85000"/>
            </a:srgbClr>
          </a:solidFill>
          <a:ln w="38100" cap="sq">
            <a:solidFill>
              <a:srgbClr val="C00000"/>
            </a:solidFill>
            <a:miter lim="800000"/>
            <a:headEnd/>
            <a:tailEnd/>
          </a:ln>
          <a:effectLst/>
        </p:spPr>
      </p:pic>
      <p:pic>
        <p:nvPicPr>
          <p:cNvPr id="66" name="图片 65"/>
          <p:cNvPicPr>
            <a:picLocks noChangeAspect="1"/>
          </p:cNvPicPr>
          <p:nvPr userDrawn="1"/>
        </p:nvPicPr>
        <p:blipFill>
          <a:blip r:embed="rId7" cstate="print">
            <a:extLst>
              <a:ext uri="{BEBA8EAE-BF5A-486C-A8C5-ECC9F3942E4B}">
                <a14:imgProps xmlns:a14="http://schemas.microsoft.com/office/drawing/2010/main">
                  <a14:imgLayer r:embed="rId8">
                    <a14:imgEffect>
                      <a14:sharpenSoften amount="50000"/>
                    </a14:imgEffect>
                  </a14:imgLayer>
                </a14:imgProps>
              </a:ext>
              <a:ext uri="{28A0092B-C50C-407E-A947-70E740481C1C}">
                <a14:useLocalDpi xmlns:a14="http://schemas.microsoft.com/office/drawing/2010/main" val="0"/>
              </a:ext>
            </a:extLst>
          </a:blip>
          <a:stretch>
            <a:fillRect/>
          </a:stretch>
        </p:blipFill>
        <p:spPr>
          <a:xfrm>
            <a:off x="6549815" y="5012123"/>
            <a:ext cx="1961145" cy="1439999"/>
          </a:xfrm>
          <a:prstGeom prst="rect">
            <a:avLst/>
          </a:prstGeom>
          <a:solidFill>
            <a:srgbClr val="FFFFFF">
              <a:shade val="85000"/>
            </a:srgbClr>
          </a:solidFill>
          <a:ln w="38100" cap="sq">
            <a:solidFill>
              <a:srgbClr val="C00000"/>
            </a:solidFill>
            <a:miter lim="800000"/>
            <a:headEnd/>
            <a:tailEnd/>
          </a:ln>
          <a:effectLst/>
        </p:spPr>
      </p:pic>
      <p:grpSp>
        <p:nvGrpSpPr>
          <p:cNvPr id="67" name="组合 66"/>
          <p:cNvGrpSpPr/>
          <p:nvPr userDrawn="1"/>
        </p:nvGrpSpPr>
        <p:grpSpPr>
          <a:xfrm rot="5400000">
            <a:off x="1805622" y="3539448"/>
            <a:ext cx="377411" cy="126909"/>
            <a:chOff x="852982" y="1596593"/>
            <a:chExt cx="881109" cy="296285"/>
          </a:xfrm>
        </p:grpSpPr>
        <p:sp>
          <p:nvSpPr>
            <p:cNvPr id="68" name="椭圆 67"/>
            <p:cNvSpPr/>
            <p:nvPr/>
          </p:nvSpPr>
          <p:spPr>
            <a:xfrm rot="16200000">
              <a:off x="853034" y="1596541"/>
              <a:ext cx="296285" cy="296390"/>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9" name="椭圆 68"/>
            <p:cNvSpPr/>
            <p:nvPr/>
          </p:nvSpPr>
          <p:spPr>
            <a:xfrm rot="16200000">
              <a:off x="879966" y="1623491"/>
              <a:ext cx="242415" cy="242501"/>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0" name="椭圆 69"/>
            <p:cNvSpPr/>
            <p:nvPr/>
          </p:nvSpPr>
          <p:spPr>
            <a:xfrm rot="16200000">
              <a:off x="1437753" y="1596541"/>
              <a:ext cx="296285" cy="296390"/>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1" name="椭圆 70"/>
            <p:cNvSpPr/>
            <p:nvPr/>
          </p:nvSpPr>
          <p:spPr>
            <a:xfrm rot="16200000">
              <a:off x="1464685" y="1623491"/>
              <a:ext cx="242415" cy="242501"/>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72" name="组合 71"/>
            <p:cNvGrpSpPr/>
            <p:nvPr/>
          </p:nvGrpSpPr>
          <p:grpSpPr>
            <a:xfrm rot="16200000">
              <a:off x="1238582" y="1443651"/>
              <a:ext cx="101040" cy="612665"/>
              <a:chOff x="2244455" y="772894"/>
              <a:chExt cx="80004" cy="485002"/>
            </a:xfrm>
          </p:grpSpPr>
          <p:sp>
            <p:nvSpPr>
              <p:cNvPr id="73" name="圆角矩形 15"/>
              <p:cNvSpPr/>
              <p:nvPr/>
            </p:nvSpPr>
            <p:spPr>
              <a:xfrm>
                <a:off x="2244455" y="772894"/>
                <a:ext cx="11053" cy="48500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905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4" name="圆角矩形 16"/>
              <p:cNvSpPr/>
              <p:nvPr/>
            </p:nvSpPr>
            <p:spPr>
              <a:xfrm>
                <a:off x="2313406" y="772896"/>
                <a:ext cx="11053" cy="485000"/>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905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grpSp>
        <p:nvGrpSpPr>
          <p:cNvPr id="75" name="组合 74"/>
          <p:cNvGrpSpPr/>
          <p:nvPr userDrawn="1"/>
        </p:nvGrpSpPr>
        <p:grpSpPr>
          <a:xfrm rot="5400000">
            <a:off x="9660264" y="3539448"/>
            <a:ext cx="377411" cy="126909"/>
            <a:chOff x="852982" y="1596593"/>
            <a:chExt cx="881109" cy="296285"/>
          </a:xfrm>
        </p:grpSpPr>
        <p:sp>
          <p:nvSpPr>
            <p:cNvPr id="76" name="椭圆 75"/>
            <p:cNvSpPr/>
            <p:nvPr/>
          </p:nvSpPr>
          <p:spPr>
            <a:xfrm rot="16200000">
              <a:off x="853034" y="1596541"/>
              <a:ext cx="296285" cy="296390"/>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7" name="椭圆 76"/>
            <p:cNvSpPr/>
            <p:nvPr/>
          </p:nvSpPr>
          <p:spPr>
            <a:xfrm rot="16200000">
              <a:off x="879966" y="1623491"/>
              <a:ext cx="242415" cy="242501"/>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8" name="椭圆 77"/>
            <p:cNvSpPr/>
            <p:nvPr/>
          </p:nvSpPr>
          <p:spPr>
            <a:xfrm rot="16200000">
              <a:off x="1437753" y="1596541"/>
              <a:ext cx="296285" cy="296390"/>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9" name="椭圆 78"/>
            <p:cNvSpPr/>
            <p:nvPr/>
          </p:nvSpPr>
          <p:spPr>
            <a:xfrm rot="16200000">
              <a:off x="1464685" y="1623491"/>
              <a:ext cx="242415" cy="242501"/>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80" name="组合 79"/>
            <p:cNvGrpSpPr/>
            <p:nvPr/>
          </p:nvGrpSpPr>
          <p:grpSpPr>
            <a:xfrm rot="16200000">
              <a:off x="1238582" y="1443651"/>
              <a:ext cx="101040" cy="612665"/>
              <a:chOff x="2244455" y="772894"/>
              <a:chExt cx="80004" cy="485002"/>
            </a:xfrm>
          </p:grpSpPr>
          <p:sp>
            <p:nvSpPr>
              <p:cNvPr id="81" name="圆角矩形 15"/>
              <p:cNvSpPr/>
              <p:nvPr/>
            </p:nvSpPr>
            <p:spPr>
              <a:xfrm>
                <a:off x="2244455" y="772894"/>
                <a:ext cx="11053" cy="48500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905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2" name="圆角矩形 16"/>
              <p:cNvSpPr/>
              <p:nvPr/>
            </p:nvSpPr>
            <p:spPr>
              <a:xfrm>
                <a:off x="2313406" y="772896"/>
                <a:ext cx="11053" cy="485000"/>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905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graphicFrame>
        <p:nvGraphicFramePr>
          <p:cNvPr id="83" name="表格 82"/>
          <p:cNvGraphicFramePr>
            <a:graphicFrameLocks noGrp="1"/>
          </p:cNvGraphicFramePr>
          <p:nvPr userDrawn="1"/>
        </p:nvGraphicFramePr>
        <p:xfrm>
          <a:off x="352217" y="208318"/>
          <a:ext cx="11504422" cy="2800954"/>
        </p:xfrm>
        <a:graphic>
          <a:graphicData uri="http://schemas.openxmlformats.org/drawingml/2006/table">
            <a:tbl>
              <a:tblPr/>
              <a:tblGrid>
                <a:gridCol w="2027995"/>
                <a:gridCol w="5460595"/>
                <a:gridCol w="2007916"/>
                <a:gridCol w="2007916"/>
              </a:tblGrid>
              <a:tr h="477462">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2004.09-2010.10</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a:noFill/>
                    </a:lnL>
                    <a:lnR w="9525" cap="flat" cmpd="sng" algn="ctr">
                      <a:solidFill>
                        <a:srgbClr val="123995"/>
                      </a:solidFill>
                      <a:prstDash val="solid"/>
                      <a:round/>
                      <a:headEnd type="none" w="med" len="med"/>
                      <a:tailEnd type="none" w="med" len="med"/>
                    </a:lnR>
                    <a:lnT w="19050"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国防科技大学信息系统与管理学院</a:t>
                      </a:r>
                      <a:endParaRPr kumimoji="0" lang="en-US" altLang="zh-CN"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19050"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本科、硕士</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19050"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rowSpan="5">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a:noFill/>
                    </a:lnTlToBr>
                    <a:lnBlToTr>
                      <a:noFill/>
                    </a:lnBlToTr>
                    <a:noFill/>
                  </a:tcPr>
                </a:tc>
              </a:tr>
              <a:tr h="950089">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2010.11-2014.01</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a:noFill/>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国防科技大学信息系统与管理学院</a:t>
                      </a:r>
                      <a:endParaRPr kumimoji="0" lang="en-US" altLang="zh-CN"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谢菲尔德大学自动控制与系统工程系</a:t>
                      </a:r>
                      <a:endParaRPr kumimoji="0" lang="en-US" altLang="zh-CN"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The OR Society </a:t>
                      </a:r>
                      <a:r>
                        <a:rPr kumimoji="0" lang="zh-CN" altLang="en-US" sz="1600" b="1"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优秀博士论文奖</a:t>
                      </a:r>
                      <a:endParaRPr kumimoji="0" lang="zh-CN" altLang="en-US" sz="1600" b="1"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博士</a:t>
                      </a: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Wingdings" panose="05000000000000000000" pitchFamily="2" charset="2"/>
                        </a:rPr>
                        <a:t>（</a:t>
                      </a:r>
                      <a:r>
                        <a:rPr kumimoji="0" lang="zh-CN" altLang="en-US" sz="1600" b="0" kern="1200" dirty="0">
                          <a:solidFill>
                            <a:schemeClr val="tx1">
                              <a:lumMod val="85000"/>
                              <a:lumOff val="15000"/>
                            </a:schemeClr>
                          </a:solidFill>
                          <a:latin typeface="+mn-ea"/>
                          <a:ea typeface="黑体" panose="02010609060101010101" pitchFamily="49" charset="-122"/>
                          <a:cs typeface="Times New Roman" panose="02020603050405020304" pitchFamily="18" charset="0"/>
                          <a:sym typeface="Arial" panose="020B0604020202020204" pitchFamily="34" charset="0"/>
                        </a:rPr>
                        <a:t>导师   郭波教授</a:t>
                      </a: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Wingdings" panose="05000000000000000000" pitchFamily="2" charset="2"/>
                        </a:rPr>
                        <a:t>）</a:t>
                      </a:r>
                      <a:endParaRPr kumimoji="0" lang="zh-CN" altLang="en-US" sz="1600" b="0" kern="1200" dirty="0">
                        <a:solidFill>
                          <a:schemeClr val="tx1">
                            <a:lumMod val="85000"/>
                            <a:lumOff val="15000"/>
                          </a:schemeClr>
                        </a:solidFill>
                        <a:latin typeface="+mn-ea"/>
                        <a:ea typeface="黑体" panose="02010609060101010101" pitchFamily="49" charset="-122"/>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vMerge="1">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r>
              <a:tr h="457801">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2014.01-</a:t>
                      </a:r>
                      <a:r>
                        <a:rPr kumimoji="0" lang="zh-CN" altLang="en-US"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至     今 </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a:noFill/>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国防科技大学系统工程学院</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a:solidFill>
                            <a:schemeClr val="tx1">
                              <a:lumMod val="85000"/>
                              <a:lumOff val="15000"/>
                            </a:schemeClr>
                          </a:solidFill>
                          <a:latin typeface="+mn-ea"/>
                          <a:ea typeface="+mn-ea"/>
                          <a:cs typeface="Times New Roman" panose="02020603050405020304" pitchFamily="18" charset="0"/>
                        </a:rPr>
                        <a:t>讲师、副研</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vMerge="1">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r>
              <a:tr h="457801">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2022.10-</a:t>
                      </a:r>
                      <a:r>
                        <a:rPr kumimoji="0" lang="zh-CN" altLang="en-US"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至     今 </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a:noFill/>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a:solidFill>
                            <a:schemeClr val="tx1">
                              <a:lumMod val="85000"/>
                              <a:lumOff val="15000"/>
                            </a:schemeClr>
                          </a:solidFill>
                          <a:latin typeface="+mn-ea"/>
                          <a:ea typeface="+mn-ea"/>
                          <a:cs typeface="Times New Roman" panose="02020603050405020304" pitchFamily="18" charset="0"/>
                        </a:rPr>
                        <a:t>国防科技大学系统工程学院装备管理系</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rPr>
                        <a:t>副主任</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vMerge="1">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r>
              <a:tr h="457801">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kern="1200" dirty="0">
                          <a:solidFill>
                            <a:schemeClr val="tx1">
                              <a:lumMod val="85000"/>
                              <a:lumOff val="15000"/>
                            </a:schemeClr>
                          </a:solidFill>
                          <a:latin typeface="+mn-ea"/>
                          <a:ea typeface="+mn-ea"/>
                          <a:cs typeface="Times New Roman" panose="02020603050405020304" pitchFamily="18" charset="0"/>
                        </a:rPr>
                        <a:t>2022.05-</a:t>
                      </a:r>
                      <a:r>
                        <a:rPr kumimoji="0" lang="zh-CN" altLang="en-US" sz="1600" b="0" kern="1200" dirty="0">
                          <a:solidFill>
                            <a:schemeClr val="tx1">
                              <a:lumMod val="85000"/>
                              <a:lumOff val="15000"/>
                            </a:schemeClr>
                          </a:solidFill>
                          <a:latin typeface="+mn-ea"/>
                          <a:ea typeface="+mn-ea"/>
                          <a:cs typeface="Times New Roman" panose="02020603050405020304" pitchFamily="18" charset="0"/>
                        </a:rPr>
                        <a:t>至     今</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a:noFill/>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rPr>
                        <a:t>多能源系统智慧互联省重点实验室</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rPr>
                        <a:t>常务副主任</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a:noFill/>
                    </a:lnTlToBr>
                    <a:lnBlToTr>
                      <a:noFill/>
                    </a:lnBlToTr>
                    <a:noFill/>
                  </a:tcPr>
                </a:tc>
                <a:tc vMerge="1">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a:noFill/>
                    </a:lnTlToBr>
                    <a:lnBlToTr>
                      <a:noFill/>
                    </a:lnBlToTr>
                    <a:noFill/>
                  </a:tcPr>
                </a:tc>
              </a:tr>
            </a:tbl>
          </a:graphicData>
        </a:graphic>
      </p:graphicFrame>
      <p:sp>
        <p:nvSpPr>
          <p:cNvPr id="84" name="矩形 83"/>
          <p:cNvSpPr/>
          <p:nvPr userDrawn="1"/>
        </p:nvSpPr>
        <p:spPr>
          <a:xfrm>
            <a:off x="617133" y="3679710"/>
            <a:ext cx="4974812" cy="12670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dist" defTabSz="914400" rtl="0" eaLnBrk="1" fontAlgn="base" latinLnBrk="0" hangingPunct="1">
              <a:lnSpc>
                <a:spcPct val="100000"/>
              </a:lnSpc>
              <a:spcBef>
                <a:spcPts val="600"/>
              </a:spcBef>
              <a:spcAft>
                <a:spcPct val="0"/>
              </a:spcAft>
              <a:buClr>
                <a:schemeClr val="tx2"/>
              </a:buClr>
              <a:buSzPct val="80000"/>
              <a:buFont typeface="Wingdings" panose="05000000000000000000" pitchFamily="2" charset="2"/>
              <a:buChar char="n"/>
              <a:defRPr/>
            </a:pPr>
            <a:r>
              <a:rPr lang="zh-CN" altLang="en-US" b="1" dirty="0">
                <a:solidFill>
                  <a:schemeClr val="tx1"/>
                </a:solidFill>
                <a:latin typeface="+mn-lt"/>
                <a:ea typeface="+mn-ea"/>
                <a:cs typeface="+mn-ea"/>
                <a:sym typeface="+mn-lt"/>
              </a:rPr>
              <a:t>国家优秀青年科学基金资助</a:t>
            </a:r>
            <a:endParaRPr lang="en-US" altLang="zh-CN" b="1" dirty="0">
              <a:solidFill>
                <a:schemeClr val="tx1"/>
              </a:solidFill>
              <a:latin typeface="+mn-lt"/>
              <a:ea typeface="+mn-ea"/>
              <a:cs typeface="+mn-ea"/>
              <a:sym typeface="+mn-lt"/>
            </a:endParaRPr>
          </a:p>
          <a:p>
            <a:pPr marL="285750" indent="-285750" algn="dist">
              <a:spcBef>
                <a:spcPts val="600"/>
              </a:spcBef>
              <a:buClr>
                <a:schemeClr val="tx2"/>
              </a:buClr>
              <a:buSzPct val="80000"/>
              <a:buFont typeface="Wingdings" panose="05000000000000000000" pitchFamily="2" charset="2"/>
              <a:buChar char="n"/>
            </a:pPr>
            <a:r>
              <a:rPr lang="zh-CN" altLang="en-US" b="1" dirty="0">
                <a:solidFill>
                  <a:schemeClr val="tx1"/>
                </a:solidFill>
                <a:latin typeface="+mn-lt"/>
                <a:ea typeface="+mn-ea"/>
                <a:cs typeface="+mn-ea"/>
                <a:sym typeface="+mn-lt"/>
              </a:rPr>
              <a:t>教育部自然科学二等奖（</a:t>
            </a:r>
            <a:r>
              <a:rPr lang="en-US" altLang="zh-CN" b="1" dirty="0">
                <a:solidFill>
                  <a:schemeClr val="tx1"/>
                </a:solidFill>
                <a:latin typeface="+mn-lt"/>
                <a:ea typeface="+mn-ea"/>
                <a:cs typeface="+mn-ea"/>
                <a:sym typeface="+mn-lt"/>
              </a:rPr>
              <a:t>1</a:t>
            </a:r>
            <a:r>
              <a:rPr lang="zh-CN" altLang="en-US" b="1" dirty="0">
                <a:solidFill>
                  <a:schemeClr val="tx1"/>
                </a:solidFill>
                <a:latin typeface="+mn-lt"/>
                <a:ea typeface="+mn-ea"/>
                <a:cs typeface="+mn-ea"/>
                <a:sym typeface="+mn-lt"/>
              </a:rPr>
              <a:t>）</a:t>
            </a:r>
            <a:endParaRPr lang="en-US" altLang="zh-CN" b="1" dirty="0">
              <a:solidFill>
                <a:schemeClr val="tx1"/>
              </a:solidFill>
              <a:latin typeface="+mn-lt"/>
              <a:ea typeface="+mn-ea"/>
              <a:cs typeface="+mn-ea"/>
              <a:sym typeface="+mn-lt"/>
            </a:endParaRPr>
          </a:p>
          <a:p>
            <a:pPr marL="285750" indent="-285750" algn="dist">
              <a:spcBef>
                <a:spcPts val="600"/>
              </a:spcBef>
              <a:buClr>
                <a:schemeClr val="tx2"/>
              </a:buClr>
              <a:buSzPct val="80000"/>
              <a:buFont typeface="Wingdings" panose="05000000000000000000" pitchFamily="2" charset="2"/>
              <a:buChar char="n"/>
            </a:pPr>
            <a:r>
              <a:rPr lang="zh-CN" altLang="en-US" b="1" dirty="0">
                <a:solidFill>
                  <a:schemeClr val="tx1"/>
                </a:solidFill>
                <a:latin typeface="+mn-lt"/>
                <a:ea typeface="+mn-ea"/>
                <a:cs typeface="+mn-ea"/>
                <a:sym typeface="+mn-lt"/>
              </a:rPr>
              <a:t>入选军队高层次科技创新人才工程</a:t>
            </a:r>
            <a:endParaRPr lang="zh-CN" altLang="en-US" b="1" dirty="0">
              <a:solidFill>
                <a:schemeClr val="tx1"/>
              </a:solidFill>
              <a:latin typeface="+mn-lt"/>
              <a:ea typeface="+mn-ea"/>
              <a:cs typeface="+mn-ea"/>
              <a:sym typeface="+mn-lt"/>
            </a:endParaRPr>
          </a:p>
        </p:txBody>
      </p:sp>
      <p:sp>
        <p:nvSpPr>
          <p:cNvPr id="85" name="矩形 84"/>
          <p:cNvSpPr/>
          <p:nvPr userDrawn="1"/>
        </p:nvSpPr>
        <p:spPr>
          <a:xfrm>
            <a:off x="6678324" y="3657344"/>
            <a:ext cx="5034300" cy="12670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dist" defTabSz="914400" rtl="0" eaLnBrk="1" fontAlgn="base" latinLnBrk="0" hangingPunct="1">
              <a:lnSpc>
                <a:spcPct val="100000"/>
              </a:lnSpc>
              <a:spcBef>
                <a:spcPts val="600"/>
              </a:spcBef>
              <a:spcAft>
                <a:spcPct val="0"/>
              </a:spcAft>
              <a:buClr>
                <a:schemeClr val="tx2"/>
              </a:buClr>
              <a:buSzPct val="80000"/>
              <a:buFont typeface="Wingdings" panose="05000000000000000000" pitchFamily="2" charset="2"/>
              <a:buChar char="n"/>
              <a:defRPr/>
            </a:pPr>
            <a:r>
              <a:rPr lang="zh-CN" altLang="en-US" b="1" dirty="0">
                <a:solidFill>
                  <a:schemeClr val="tx1"/>
                </a:solidFill>
                <a:latin typeface="+mn-lt"/>
                <a:ea typeface="+mn-ea"/>
                <a:cs typeface="+mn-ea"/>
                <a:sym typeface="+mn-lt"/>
              </a:rPr>
              <a:t>第十一届湖南省青年科技奖</a:t>
            </a:r>
            <a:endParaRPr lang="en-US" altLang="zh-CN" b="1" dirty="0">
              <a:solidFill>
                <a:schemeClr val="tx1"/>
              </a:solidFill>
              <a:latin typeface="+mn-lt"/>
              <a:ea typeface="+mn-ea"/>
              <a:cs typeface="+mn-ea"/>
              <a:sym typeface="+mn-lt"/>
            </a:endParaRPr>
          </a:p>
          <a:p>
            <a:pPr marL="285750" indent="-285750" algn="dist">
              <a:spcBef>
                <a:spcPts val="600"/>
              </a:spcBef>
              <a:buClr>
                <a:schemeClr val="tx2"/>
              </a:buClr>
              <a:buSzPct val="80000"/>
              <a:buFont typeface="Wingdings" panose="05000000000000000000" pitchFamily="2" charset="2"/>
              <a:buChar char="n"/>
            </a:pPr>
            <a:r>
              <a:rPr lang="zh-CN" altLang="en-US" b="1" dirty="0">
                <a:solidFill>
                  <a:schemeClr val="tx1"/>
                </a:solidFill>
                <a:latin typeface="+mn-lt"/>
                <a:ea typeface="+mn-ea"/>
                <a:cs typeface="+mn-ea"/>
                <a:sym typeface="+mn-lt"/>
              </a:rPr>
              <a:t>中国仿真学会自然科学一等奖</a:t>
            </a:r>
            <a:r>
              <a:rPr lang="en-US" altLang="zh-CN" b="1" dirty="0">
                <a:solidFill>
                  <a:schemeClr val="tx1"/>
                </a:solidFill>
                <a:latin typeface="+mn-lt"/>
                <a:ea typeface="+mn-ea"/>
                <a:cs typeface="+mn-ea"/>
                <a:sym typeface="+mn-lt"/>
              </a:rPr>
              <a:t>(1)</a:t>
            </a:r>
            <a:endParaRPr lang="en-US" altLang="zh-CN" b="1" dirty="0">
              <a:solidFill>
                <a:schemeClr val="tx1"/>
              </a:solidFill>
              <a:latin typeface="+mn-lt"/>
              <a:ea typeface="+mn-ea"/>
              <a:cs typeface="+mn-ea"/>
              <a:sym typeface="+mn-lt"/>
            </a:endParaRPr>
          </a:p>
          <a:p>
            <a:pPr marL="285750" indent="-285750" algn="dist">
              <a:spcBef>
                <a:spcPts val="600"/>
              </a:spcBef>
              <a:buClr>
                <a:schemeClr val="tx2"/>
              </a:buClr>
              <a:buSzPct val="80000"/>
              <a:buFont typeface="Wingdings" panose="05000000000000000000" pitchFamily="2" charset="2"/>
              <a:buChar char="n"/>
            </a:pPr>
            <a:r>
              <a:rPr lang="zh-CN" altLang="en-US" b="1" dirty="0">
                <a:solidFill>
                  <a:schemeClr val="tx1"/>
                </a:solidFill>
                <a:latin typeface="+mn-lt"/>
                <a:ea typeface="+mn-ea"/>
                <a:cs typeface="+mn-ea"/>
                <a:sym typeface="+mn-lt"/>
              </a:rPr>
              <a:t>首届吴文俊人工智能优秀青年奖</a:t>
            </a:r>
            <a:endParaRPr lang="zh-CN" altLang="en-US" b="1" dirty="0">
              <a:solidFill>
                <a:schemeClr val="tx1"/>
              </a:solidFill>
              <a:latin typeface="+mn-lt"/>
              <a:ea typeface="+mn-ea"/>
              <a:cs typeface="+mn-ea"/>
              <a:sym typeface="+mn-lt"/>
            </a:endParaRPr>
          </a:p>
        </p:txBody>
      </p:sp>
      <p:pic>
        <p:nvPicPr>
          <p:cNvPr id="86" name="图片 85"/>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9964512" y="306011"/>
            <a:ext cx="1854429" cy="2596202"/>
          </a:xfrm>
          <a:prstGeom prst="rect">
            <a:avLst/>
          </a:prstGeom>
        </p:spPr>
      </p:pic>
      <p:pic>
        <p:nvPicPr>
          <p:cNvPr id="91" name="图片 9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9840417" y="5006728"/>
            <a:ext cx="1800200" cy="1458928"/>
          </a:xfrm>
          <a:prstGeom prst="rect">
            <a:avLst/>
          </a:prstGeom>
          <a:solidFill>
            <a:srgbClr val="FFFFFF">
              <a:shade val="85000"/>
            </a:srgbClr>
          </a:solidFill>
          <a:ln w="38100" cap="sq">
            <a:solidFill>
              <a:srgbClr val="C00000"/>
            </a:solidFill>
            <a:miter lim="800000"/>
            <a:headEnd/>
            <a:tailEnd/>
          </a:ln>
          <a:effectLst/>
        </p:spPr>
      </p:pic>
      <p:pic>
        <p:nvPicPr>
          <p:cNvPr id="94" name="图片 93"/>
          <p:cNvPicPr>
            <a:picLocks noChangeAspect="1"/>
          </p:cNvPicPr>
          <p:nvPr userDrawn="1"/>
        </p:nvPicPr>
        <p:blipFill>
          <a:blip r:embed="rId11"/>
          <a:stretch>
            <a:fillRect/>
          </a:stretch>
        </p:blipFill>
        <p:spPr>
          <a:xfrm>
            <a:off x="8601843" y="4993194"/>
            <a:ext cx="1147694" cy="1458928"/>
          </a:xfrm>
          <a:prstGeom prst="rect">
            <a:avLst/>
          </a:prstGeom>
          <a:solidFill>
            <a:srgbClr val="FFFFFF">
              <a:shade val="85000"/>
            </a:srgbClr>
          </a:solidFill>
          <a:ln w="38100" cap="sq">
            <a:solidFill>
              <a:srgbClr val="C00000"/>
            </a:solidFill>
            <a:miter lim="800000"/>
            <a:headEnd/>
            <a:tailEnd/>
          </a:ln>
          <a:effectLst/>
        </p:spPr>
      </p:pic>
    </p:spTree>
  </p:cSld>
  <p:clrMapOvr>
    <a:masterClrMapping/>
  </p:clrMapOvr>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showMasterSp="0">
  <p:cSld name="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88" name="矩形 87"/>
          <p:cNvSpPr/>
          <p:nvPr/>
        </p:nvSpPr>
        <p:spPr>
          <a:xfrm>
            <a:off x="-16280" y="2276873"/>
            <a:ext cx="12208280" cy="25144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1487488" y="1982491"/>
            <a:ext cx="9217024" cy="618114"/>
            <a:chOff x="1763688" y="1982491"/>
            <a:chExt cx="5616624" cy="618114"/>
          </a:xfrm>
        </p:grpSpPr>
        <p:sp>
          <p:nvSpPr>
            <p:cNvPr id="87" name="梯形 86"/>
            <p:cNvSpPr/>
            <p:nvPr userDrawn="1"/>
          </p:nvSpPr>
          <p:spPr>
            <a:xfrm>
              <a:off x="1763688" y="1982491"/>
              <a:ext cx="5616624" cy="294382"/>
            </a:xfrm>
            <a:prstGeom prst="trapezoid">
              <a:avLst>
                <a:gd name="adj" fmla="val 46763"/>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梯形 88"/>
            <p:cNvSpPr/>
            <p:nvPr userDrawn="1"/>
          </p:nvSpPr>
          <p:spPr>
            <a:xfrm flipV="1">
              <a:off x="1907705" y="1982491"/>
              <a:ext cx="5328591" cy="618114"/>
            </a:xfrm>
            <a:prstGeom prst="trapezoi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3" name="文本框 21"/>
          <p:cNvSpPr txBox="1"/>
          <p:nvPr/>
        </p:nvSpPr>
        <p:spPr>
          <a:xfrm>
            <a:off x="2495599" y="2018517"/>
            <a:ext cx="7272809" cy="523220"/>
          </a:xfrm>
          <a:prstGeom prst="rect">
            <a:avLst/>
          </a:prstGeom>
        </p:spPr>
        <p:txBody>
          <a:bodyPr wrap="square">
            <a:spAutoFit/>
          </a:bodyPr>
          <a:lstStyle>
            <a:defPPr>
              <a:defRPr lang="zh-CN"/>
            </a:defPPr>
            <a:lvl1pPr algn="ctr">
              <a:defRPr sz="4000" b="1" spc="0">
                <a:solidFill>
                  <a:schemeClr val="bg1"/>
                </a:solidFill>
                <a:latin typeface="+mn-ea"/>
                <a:ea typeface="+mn-e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lgn="dist"/>
            <a:r>
              <a:rPr lang="zh-CN" altLang="en-US" sz="2800" b="0" dirty="0">
                <a:ln w="3175">
                  <a:solidFill>
                    <a:schemeClr val="bg1"/>
                  </a:solidFill>
                </a:ln>
                <a:effectLst>
                  <a:outerShdw blurRad="38100" dist="38100" dir="2700000" algn="tl">
                    <a:srgbClr val="000000">
                      <a:alpha val="43137"/>
                    </a:srgbClr>
                  </a:outerShdw>
                </a:effectLst>
                <a:sym typeface="Wingdings" panose="05000000000000000000" pitchFamily="2" charset="2"/>
              </a:rPr>
              <a:t>国防科技大学系统工程学院</a:t>
            </a:r>
            <a:endParaRPr lang="zh-CN" altLang="en-US" sz="2800" b="0" dirty="0">
              <a:ln w="3175">
                <a:solidFill>
                  <a:schemeClr val="bg1"/>
                </a:solidFill>
              </a:ln>
              <a:effectLst>
                <a:outerShdw blurRad="38100" dist="38100" dir="2700000" algn="tl">
                  <a:srgbClr val="000000">
                    <a:alpha val="43137"/>
                  </a:srgbClr>
                </a:outerShdw>
              </a:effectLst>
              <a:sym typeface="Wingdings" panose="05000000000000000000" pitchFamily="2" charset="2"/>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3912" y="244301"/>
            <a:ext cx="1605664" cy="1610530"/>
          </a:xfrm>
          <a:prstGeom prst="rect">
            <a:avLst/>
          </a:prstGeom>
        </p:spPr>
      </p:pic>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43809" y="244301"/>
            <a:ext cx="1605664" cy="1610530"/>
          </a:xfrm>
          <a:prstGeom prst="rect">
            <a:avLst/>
          </a:prstGeom>
        </p:spPr>
      </p:pic>
    </p:spTree>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showMasterSp="0">
  <p:cSld name="1_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5" name="梯形 14"/>
          <p:cNvSpPr/>
          <p:nvPr/>
        </p:nvSpPr>
        <p:spPr>
          <a:xfrm>
            <a:off x="759997" y="897600"/>
            <a:ext cx="4279887" cy="343555"/>
          </a:xfrm>
          <a:prstGeom prst="trapezoid">
            <a:avLst>
              <a:gd name="adj" fmla="val 4574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0" y="1241155"/>
            <a:ext cx="12192000" cy="471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梯形 16"/>
          <p:cNvSpPr/>
          <p:nvPr/>
        </p:nvSpPr>
        <p:spPr>
          <a:xfrm flipV="1">
            <a:off x="968813" y="897599"/>
            <a:ext cx="3862255" cy="1197696"/>
          </a:xfrm>
          <a:prstGeom prst="trapezoid">
            <a:avLst>
              <a:gd name="adj" fmla="val 2099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44"/>
          <p:cNvSpPr txBox="1"/>
          <p:nvPr/>
        </p:nvSpPr>
        <p:spPr>
          <a:xfrm>
            <a:off x="1614934" y="944604"/>
            <a:ext cx="2570009" cy="1077218"/>
          </a:xfrm>
          <a:prstGeom prst="rect">
            <a:avLst/>
          </a:prstGeom>
          <a:noFill/>
        </p:spPr>
        <p:txBody>
          <a:bodyPr wrap="square" rtlCol="0">
            <a:spAutoFit/>
          </a:bodyPr>
          <a:lstStyle/>
          <a:p>
            <a:pPr algn="ctr"/>
            <a:r>
              <a:rPr lang="zh-CN" altLang="en-US" sz="4000" b="1" dirty="0">
                <a:solidFill>
                  <a:schemeClr val="bg1"/>
                </a:solidFill>
                <a:latin typeface="+mn-ea"/>
                <a:ea typeface="+mn-ea"/>
              </a:rPr>
              <a:t>目  录</a:t>
            </a:r>
            <a:endParaRPr lang="en-US" altLang="zh-CN" sz="4000" b="1" dirty="0">
              <a:solidFill>
                <a:schemeClr val="bg1"/>
              </a:solidFill>
              <a:latin typeface="+mn-ea"/>
              <a:ea typeface="+mn-ea"/>
            </a:endParaRPr>
          </a:p>
          <a:p>
            <a:pPr algn="ctr"/>
            <a:r>
              <a:rPr lang="en-US" sz="2400" b="1" dirty="0">
                <a:solidFill>
                  <a:schemeClr val="bg1"/>
                </a:solidFill>
                <a:latin typeface="+mn-ea"/>
                <a:ea typeface="+mn-ea"/>
              </a:rPr>
              <a:t>CONTENTS</a:t>
            </a:r>
            <a:endParaRPr lang="en-US" sz="2400" b="1" dirty="0">
              <a:solidFill>
                <a:schemeClr val="bg1"/>
              </a:solidFill>
              <a:latin typeface="+mn-ea"/>
              <a:ea typeface="+mn-ea"/>
            </a:endParaRPr>
          </a:p>
        </p:txBody>
      </p:sp>
      <p:sp>
        <p:nvSpPr>
          <p:cNvPr id="41" name="文本框 17"/>
          <p:cNvSpPr txBox="1"/>
          <p:nvPr/>
        </p:nvSpPr>
        <p:spPr>
          <a:xfrm>
            <a:off x="5231904" y="2438850"/>
            <a:ext cx="2397290" cy="584775"/>
          </a:xfrm>
          <a:prstGeom prst="rect">
            <a:avLst/>
          </a:prstGeom>
          <a:noFill/>
        </p:spPr>
        <p:txBody>
          <a:bodyPr wrap="square" rtlCol="0" anchor="ctr">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defTabSz="685800">
              <a:defRPr/>
            </a:pPr>
            <a:r>
              <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rPr>
              <a:t>使命担当</a:t>
            </a:r>
            <a:endPar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endParaRPr>
          </a:p>
        </p:txBody>
      </p:sp>
      <p:sp>
        <p:nvSpPr>
          <p:cNvPr id="42" name="文本框 17"/>
          <p:cNvSpPr txBox="1"/>
          <p:nvPr/>
        </p:nvSpPr>
        <p:spPr>
          <a:xfrm>
            <a:off x="5218922" y="3492660"/>
            <a:ext cx="2402157" cy="58477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chemeClr val="bg1"/>
                </a:solidFill>
                <a:effectLst>
                  <a:outerShdw blurRad="38100" dist="38100" dir="2700000" algn="tl">
                    <a:srgbClr val="000000">
                      <a:alpha val="43137"/>
                    </a:srgbClr>
                  </a:outerShdw>
                </a:effectLst>
              </a:rPr>
              <a:t>愿景目标</a:t>
            </a:r>
            <a:endParaRPr lang="zh-CN" altLang="en-US" sz="3200" dirty="0">
              <a:ln w="6350">
                <a:noFill/>
              </a:ln>
              <a:solidFill>
                <a:schemeClr val="bg1"/>
              </a:solidFill>
              <a:effectLst>
                <a:outerShdw blurRad="38100" dist="38100" dir="2700000" algn="tl">
                  <a:srgbClr val="000000">
                    <a:alpha val="43137"/>
                  </a:srgbClr>
                </a:outerShdw>
              </a:effectLst>
            </a:endParaRPr>
          </a:p>
        </p:txBody>
      </p:sp>
      <p:sp>
        <p:nvSpPr>
          <p:cNvPr id="45" name="Freeform 5"/>
          <p:cNvSpPr>
            <a:spLocks noChangeAspect="1"/>
          </p:cNvSpPr>
          <p:nvPr/>
        </p:nvSpPr>
        <p:spPr bwMode="auto">
          <a:xfrm>
            <a:off x="4028794" y="3477564"/>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a:effectLst>
                  <a:outerShdw blurRad="38100" dist="38100" dir="2700000" algn="tl">
                    <a:srgbClr val="000000">
                      <a:alpha val="43137"/>
                    </a:srgbClr>
                  </a:outerShdw>
                </a:effectLst>
                <a:sym typeface="+mn-lt"/>
              </a:rPr>
              <a:t>二</a:t>
            </a:r>
            <a:endParaRPr lang="zh-CN" altLang="en-US" sz="2400" b="1" dirty="0">
              <a:effectLst>
                <a:outerShdw blurRad="38100" dist="38100" dir="2700000" algn="tl">
                  <a:srgbClr val="000000">
                    <a:alpha val="43137"/>
                  </a:srgbClr>
                </a:outerShdw>
              </a:effectLst>
              <a:sym typeface="+mn-lt"/>
            </a:endParaRPr>
          </a:p>
        </p:txBody>
      </p:sp>
      <p:sp>
        <p:nvSpPr>
          <p:cNvPr id="18" name="文本框 17"/>
          <p:cNvSpPr txBox="1"/>
          <p:nvPr/>
        </p:nvSpPr>
        <p:spPr>
          <a:xfrm>
            <a:off x="5239179" y="4584475"/>
            <a:ext cx="2394563" cy="58477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chemeClr val="bg1"/>
                </a:solidFill>
                <a:effectLst>
                  <a:outerShdw blurRad="38100" dist="38100" dir="2700000" algn="tl">
                    <a:srgbClr val="000000">
                      <a:alpha val="43137"/>
                    </a:srgbClr>
                  </a:outerShdw>
                </a:effectLst>
              </a:rPr>
              <a:t>当前工作</a:t>
            </a:r>
            <a:endParaRPr lang="zh-CN" altLang="en-US" sz="3200" dirty="0">
              <a:ln w="6350">
                <a:noFill/>
              </a:ln>
              <a:solidFill>
                <a:schemeClr val="bg1"/>
              </a:solidFill>
              <a:effectLst>
                <a:outerShdw blurRad="38100" dist="38100" dir="2700000" algn="tl">
                  <a:srgbClr val="000000">
                    <a:alpha val="43137"/>
                  </a:srgbClr>
                </a:outerShdw>
              </a:effectLst>
            </a:endParaRPr>
          </a:p>
        </p:txBody>
      </p:sp>
      <p:sp>
        <p:nvSpPr>
          <p:cNvPr id="19" name="Freeform 5"/>
          <p:cNvSpPr>
            <a:spLocks noChangeAspect="1"/>
          </p:cNvSpPr>
          <p:nvPr/>
        </p:nvSpPr>
        <p:spPr bwMode="auto">
          <a:xfrm>
            <a:off x="4034925" y="4570861"/>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effectLst>
                  <a:outerShdw blurRad="38100" dist="38100" dir="2700000" algn="tl">
                    <a:srgbClr val="000000">
                      <a:alpha val="43137"/>
                    </a:srgbClr>
                  </a:outerShdw>
                </a:effectLst>
                <a:sym typeface="+mn-lt"/>
              </a:rPr>
              <a:t>三</a:t>
            </a:r>
            <a:endParaRPr lang="zh-CN" altLang="en-US" sz="2400" b="1" dirty="0">
              <a:effectLst>
                <a:outerShdw blurRad="38100" dist="38100" dir="2700000" algn="tl">
                  <a:srgbClr val="000000">
                    <a:alpha val="43137"/>
                  </a:srgbClr>
                </a:outerShdw>
              </a:effectLst>
              <a:sym typeface="+mn-lt"/>
            </a:endParaRPr>
          </a:p>
        </p:txBody>
      </p:sp>
      <p:sp>
        <p:nvSpPr>
          <p:cNvPr id="20" name="Freeform 5"/>
          <p:cNvSpPr>
            <a:spLocks noChangeAspect="1"/>
          </p:cNvSpPr>
          <p:nvPr/>
        </p:nvSpPr>
        <p:spPr bwMode="auto">
          <a:xfrm>
            <a:off x="4028793" y="243884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rgbClr val="FFFF00"/>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solidFill>
                  <a:srgbClr val="FFFF00"/>
                </a:solidFill>
                <a:effectLst>
                  <a:outerShdw blurRad="38100" dist="38100" dir="2700000" algn="tl">
                    <a:srgbClr val="000000">
                      <a:alpha val="43137"/>
                    </a:srgbClr>
                  </a:outerShdw>
                </a:effectLst>
                <a:sym typeface="+mn-lt"/>
              </a:rPr>
              <a:t>一</a:t>
            </a:r>
            <a:endParaRPr lang="zh-CN" altLang="en-US" sz="2400" b="1" dirty="0">
              <a:solidFill>
                <a:srgbClr val="FFFF00"/>
              </a:solidFill>
              <a:effectLst>
                <a:outerShdw blurRad="38100" dist="38100" dir="2700000" algn="tl">
                  <a:srgbClr val="000000">
                    <a:alpha val="43137"/>
                  </a:srgbClr>
                </a:outerShdw>
              </a:effectLst>
              <a:sym typeface="+mn-lt"/>
            </a:endParaRPr>
          </a:p>
        </p:txBody>
      </p:sp>
    </p:spTree>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showMasterSp="0">
  <p:cSld name="3_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5" name="梯形 14"/>
          <p:cNvSpPr/>
          <p:nvPr/>
        </p:nvSpPr>
        <p:spPr>
          <a:xfrm>
            <a:off x="759997" y="897600"/>
            <a:ext cx="4279887" cy="343555"/>
          </a:xfrm>
          <a:prstGeom prst="trapezoid">
            <a:avLst>
              <a:gd name="adj" fmla="val 4574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0" y="1241155"/>
            <a:ext cx="12192000" cy="471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梯形 16"/>
          <p:cNvSpPr/>
          <p:nvPr/>
        </p:nvSpPr>
        <p:spPr>
          <a:xfrm flipV="1">
            <a:off x="968813" y="897599"/>
            <a:ext cx="3862255" cy="1197696"/>
          </a:xfrm>
          <a:prstGeom prst="trapezoid">
            <a:avLst>
              <a:gd name="adj" fmla="val 2099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44"/>
          <p:cNvSpPr txBox="1"/>
          <p:nvPr/>
        </p:nvSpPr>
        <p:spPr>
          <a:xfrm>
            <a:off x="1614934" y="944604"/>
            <a:ext cx="2570009" cy="1077218"/>
          </a:xfrm>
          <a:prstGeom prst="rect">
            <a:avLst/>
          </a:prstGeom>
          <a:noFill/>
        </p:spPr>
        <p:txBody>
          <a:bodyPr wrap="square" rtlCol="0">
            <a:spAutoFit/>
          </a:bodyPr>
          <a:lstStyle/>
          <a:p>
            <a:pPr algn="ctr"/>
            <a:r>
              <a:rPr lang="zh-CN" altLang="en-US" sz="4000" b="1" dirty="0">
                <a:solidFill>
                  <a:schemeClr val="bg1"/>
                </a:solidFill>
                <a:latin typeface="+mn-ea"/>
                <a:ea typeface="+mn-ea"/>
              </a:rPr>
              <a:t>目  录</a:t>
            </a:r>
            <a:endParaRPr lang="en-US" altLang="zh-CN" sz="4000" b="1" dirty="0">
              <a:solidFill>
                <a:schemeClr val="bg1"/>
              </a:solidFill>
              <a:latin typeface="+mn-ea"/>
              <a:ea typeface="+mn-ea"/>
            </a:endParaRPr>
          </a:p>
          <a:p>
            <a:pPr algn="ctr"/>
            <a:r>
              <a:rPr lang="en-US" sz="2400" b="1" dirty="0">
                <a:solidFill>
                  <a:schemeClr val="bg1"/>
                </a:solidFill>
                <a:latin typeface="+mn-ea"/>
                <a:ea typeface="+mn-ea"/>
              </a:rPr>
              <a:t>CONTENTS</a:t>
            </a:r>
            <a:endParaRPr lang="en-US" sz="2400" b="1" dirty="0">
              <a:solidFill>
                <a:schemeClr val="bg1"/>
              </a:solidFill>
              <a:latin typeface="+mn-ea"/>
              <a:ea typeface="+mn-ea"/>
            </a:endParaRPr>
          </a:p>
        </p:txBody>
      </p:sp>
      <p:sp>
        <p:nvSpPr>
          <p:cNvPr id="41" name="文本框 17"/>
          <p:cNvSpPr txBox="1"/>
          <p:nvPr/>
        </p:nvSpPr>
        <p:spPr>
          <a:xfrm>
            <a:off x="5231904" y="2438850"/>
            <a:ext cx="2397290" cy="584775"/>
          </a:xfrm>
          <a:prstGeom prst="rect">
            <a:avLst/>
          </a:prstGeom>
          <a:noFill/>
        </p:spPr>
        <p:txBody>
          <a:bodyPr wrap="square" rtlCol="0" anchor="ctr">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defTabSz="685800">
              <a:defRPr/>
            </a:pPr>
            <a:r>
              <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rPr>
              <a:t>使命担当</a:t>
            </a:r>
            <a:endPar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endParaRPr>
          </a:p>
        </p:txBody>
      </p:sp>
      <p:sp>
        <p:nvSpPr>
          <p:cNvPr id="42" name="文本框 17"/>
          <p:cNvSpPr txBox="1"/>
          <p:nvPr/>
        </p:nvSpPr>
        <p:spPr>
          <a:xfrm>
            <a:off x="5218922" y="3492660"/>
            <a:ext cx="2402157" cy="58477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rgbClr val="FFFF00"/>
                </a:solidFill>
                <a:effectLst>
                  <a:outerShdw blurRad="38100" dist="38100" dir="2700000" algn="tl">
                    <a:srgbClr val="000000">
                      <a:alpha val="43137"/>
                    </a:srgbClr>
                  </a:outerShdw>
                </a:effectLst>
              </a:rPr>
              <a:t>愿景目标</a:t>
            </a:r>
            <a:endParaRPr lang="zh-CN" altLang="en-US" sz="3200" dirty="0">
              <a:ln w="6350">
                <a:noFill/>
              </a:ln>
              <a:solidFill>
                <a:srgbClr val="FFFF00"/>
              </a:solidFill>
              <a:effectLst>
                <a:outerShdw blurRad="38100" dist="38100" dir="2700000" algn="tl">
                  <a:srgbClr val="000000">
                    <a:alpha val="43137"/>
                  </a:srgbClr>
                </a:outerShdw>
              </a:effectLst>
            </a:endParaRPr>
          </a:p>
        </p:txBody>
      </p:sp>
      <p:sp>
        <p:nvSpPr>
          <p:cNvPr id="45" name="Freeform 5"/>
          <p:cNvSpPr>
            <a:spLocks noChangeAspect="1"/>
          </p:cNvSpPr>
          <p:nvPr/>
        </p:nvSpPr>
        <p:spPr bwMode="auto">
          <a:xfrm>
            <a:off x="4028794" y="3477564"/>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rgbClr val="FFFF00"/>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solidFill>
                  <a:srgbClr val="FFFF00"/>
                </a:solidFill>
                <a:effectLst>
                  <a:outerShdw blurRad="38100" dist="38100" dir="2700000" algn="tl">
                    <a:srgbClr val="000000">
                      <a:alpha val="43137"/>
                    </a:srgbClr>
                  </a:outerShdw>
                </a:effectLst>
                <a:sym typeface="+mn-lt"/>
              </a:rPr>
              <a:t>二</a:t>
            </a:r>
            <a:endParaRPr lang="zh-CN" altLang="en-US" sz="2400" b="1" dirty="0">
              <a:solidFill>
                <a:srgbClr val="FFFF00"/>
              </a:solidFill>
              <a:effectLst>
                <a:outerShdw blurRad="38100" dist="38100" dir="2700000" algn="tl">
                  <a:srgbClr val="000000">
                    <a:alpha val="43137"/>
                  </a:srgbClr>
                </a:outerShdw>
              </a:effectLst>
              <a:sym typeface="+mn-lt"/>
            </a:endParaRPr>
          </a:p>
        </p:txBody>
      </p:sp>
      <p:sp>
        <p:nvSpPr>
          <p:cNvPr id="18" name="文本框 17"/>
          <p:cNvSpPr txBox="1"/>
          <p:nvPr/>
        </p:nvSpPr>
        <p:spPr>
          <a:xfrm>
            <a:off x="5239179" y="4584475"/>
            <a:ext cx="2394563" cy="58477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chemeClr val="bg1"/>
                </a:solidFill>
                <a:effectLst>
                  <a:outerShdw blurRad="38100" dist="38100" dir="2700000" algn="tl">
                    <a:srgbClr val="000000">
                      <a:alpha val="43137"/>
                    </a:srgbClr>
                  </a:outerShdw>
                </a:effectLst>
              </a:rPr>
              <a:t>当前工作</a:t>
            </a:r>
            <a:endParaRPr lang="zh-CN" altLang="en-US" sz="3200" dirty="0">
              <a:ln w="6350">
                <a:noFill/>
              </a:ln>
              <a:solidFill>
                <a:schemeClr val="bg1"/>
              </a:solidFill>
              <a:effectLst>
                <a:outerShdw blurRad="38100" dist="38100" dir="2700000" algn="tl">
                  <a:srgbClr val="000000">
                    <a:alpha val="43137"/>
                  </a:srgbClr>
                </a:outerShdw>
              </a:effectLst>
            </a:endParaRPr>
          </a:p>
        </p:txBody>
      </p:sp>
      <p:sp>
        <p:nvSpPr>
          <p:cNvPr id="19" name="Freeform 5"/>
          <p:cNvSpPr>
            <a:spLocks noChangeAspect="1"/>
          </p:cNvSpPr>
          <p:nvPr/>
        </p:nvSpPr>
        <p:spPr bwMode="auto">
          <a:xfrm>
            <a:off x="4034925" y="4570861"/>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effectLst>
                  <a:outerShdw blurRad="38100" dist="38100" dir="2700000" algn="tl">
                    <a:srgbClr val="000000">
                      <a:alpha val="43137"/>
                    </a:srgbClr>
                  </a:outerShdw>
                </a:effectLst>
                <a:sym typeface="+mn-lt"/>
              </a:rPr>
              <a:t>三</a:t>
            </a:r>
            <a:endParaRPr lang="zh-CN" altLang="en-US" sz="2400" b="1" dirty="0">
              <a:effectLst>
                <a:outerShdw blurRad="38100" dist="38100" dir="2700000" algn="tl">
                  <a:srgbClr val="000000">
                    <a:alpha val="43137"/>
                  </a:srgbClr>
                </a:outerShdw>
              </a:effectLst>
              <a:sym typeface="+mn-lt"/>
            </a:endParaRPr>
          </a:p>
        </p:txBody>
      </p:sp>
      <p:sp>
        <p:nvSpPr>
          <p:cNvPr id="20" name="Freeform 5"/>
          <p:cNvSpPr>
            <a:spLocks noChangeAspect="1"/>
          </p:cNvSpPr>
          <p:nvPr/>
        </p:nvSpPr>
        <p:spPr bwMode="auto">
          <a:xfrm>
            <a:off x="4028793" y="243884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chemeClr val="bg1"/>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solidFill>
                  <a:schemeClr val="bg1"/>
                </a:solidFill>
                <a:effectLst>
                  <a:outerShdw blurRad="38100" dist="38100" dir="2700000" algn="tl">
                    <a:srgbClr val="000000">
                      <a:alpha val="43137"/>
                    </a:srgbClr>
                  </a:outerShdw>
                </a:effectLst>
                <a:sym typeface="+mn-lt"/>
              </a:rPr>
              <a:t>一</a:t>
            </a:r>
            <a:endParaRPr lang="zh-CN" altLang="en-US" sz="2400" b="1" dirty="0">
              <a:solidFill>
                <a:schemeClr val="bg1"/>
              </a:solidFill>
              <a:effectLst>
                <a:outerShdw blurRad="38100" dist="38100" dir="2700000" algn="tl">
                  <a:srgbClr val="000000">
                    <a:alpha val="43137"/>
                  </a:srgbClr>
                </a:outerShdw>
              </a:effectLst>
              <a:sym typeface="+mn-lt"/>
            </a:endParaRPr>
          </a:p>
        </p:txBody>
      </p:sp>
    </p:spTree>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showMasterSp="0">
  <p:cSld name="2_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5" name="梯形 14"/>
          <p:cNvSpPr/>
          <p:nvPr/>
        </p:nvSpPr>
        <p:spPr>
          <a:xfrm>
            <a:off x="759997" y="897600"/>
            <a:ext cx="4279887" cy="343555"/>
          </a:xfrm>
          <a:prstGeom prst="trapezoid">
            <a:avLst>
              <a:gd name="adj" fmla="val 4574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0" y="1241155"/>
            <a:ext cx="12192000" cy="471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梯形 16"/>
          <p:cNvSpPr/>
          <p:nvPr/>
        </p:nvSpPr>
        <p:spPr>
          <a:xfrm flipV="1">
            <a:off x="968813" y="897599"/>
            <a:ext cx="3862255" cy="1197696"/>
          </a:xfrm>
          <a:prstGeom prst="trapezoid">
            <a:avLst>
              <a:gd name="adj" fmla="val 2099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44"/>
          <p:cNvSpPr txBox="1"/>
          <p:nvPr/>
        </p:nvSpPr>
        <p:spPr>
          <a:xfrm>
            <a:off x="1614934" y="944604"/>
            <a:ext cx="2570009" cy="1077218"/>
          </a:xfrm>
          <a:prstGeom prst="rect">
            <a:avLst/>
          </a:prstGeom>
          <a:noFill/>
        </p:spPr>
        <p:txBody>
          <a:bodyPr wrap="square" rtlCol="0">
            <a:spAutoFit/>
          </a:bodyPr>
          <a:lstStyle/>
          <a:p>
            <a:pPr algn="ctr"/>
            <a:r>
              <a:rPr lang="zh-CN" altLang="en-US" sz="4000" b="1" dirty="0">
                <a:solidFill>
                  <a:schemeClr val="bg1"/>
                </a:solidFill>
                <a:latin typeface="+mn-ea"/>
                <a:ea typeface="+mn-ea"/>
              </a:rPr>
              <a:t>目  录</a:t>
            </a:r>
            <a:endParaRPr lang="en-US" altLang="zh-CN" sz="4000" b="1" dirty="0">
              <a:solidFill>
                <a:schemeClr val="bg1"/>
              </a:solidFill>
              <a:latin typeface="+mn-ea"/>
              <a:ea typeface="+mn-ea"/>
            </a:endParaRPr>
          </a:p>
          <a:p>
            <a:pPr algn="ctr"/>
            <a:r>
              <a:rPr lang="en-US" sz="2400" b="1" dirty="0">
                <a:solidFill>
                  <a:schemeClr val="bg1"/>
                </a:solidFill>
                <a:latin typeface="+mn-ea"/>
                <a:ea typeface="+mn-ea"/>
              </a:rPr>
              <a:t>CONTENTS</a:t>
            </a:r>
            <a:endParaRPr lang="en-US" sz="2400" b="1" dirty="0">
              <a:solidFill>
                <a:schemeClr val="bg1"/>
              </a:solidFill>
              <a:latin typeface="+mn-ea"/>
              <a:ea typeface="+mn-ea"/>
            </a:endParaRPr>
          </a:p>
        </p:txBody>
      </p:sp>
      <p:sp>
        <p:nvSpPr>
          <p:cNvPr id="41" name="文本框 17"/>
          <p:cNvSpPr txBox="1"/>
          <p:nvPr userDrawn="1"/>
        </p:nvSpPr>
        <p:spPr>
          <a:xfrm>
            <a:off x="5231765" y="2439670"/>
            <a:ext cx="2679065" cy="583565"/>
          </a:xfrm>
          <a:prstGeom prst="rect">
            <a:avLst/>
          </a:prstGeom>
          <a:noFill/>
        </p:spPr>
        <p:txBody>
          <a:bodyPr wrap="square" rtlCol="0" anchor="ctr">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defTabSz="685800">
              <a:defRPr/>
            </a:pPr>
            <a:r>
              <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rPr>
              <a:t>工作</a:t>
            </a:r>
            <a:r>
              <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rPr>
              <a:t>架构</a:t>
            </a:r>
            <a:endPar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endParaRPr>
          </a:p>
        </p:txBody>
      </p:sp>
      <p:sp>
        <p:nvSpPr>
          <p:cNvPr id="42" name="文本框 17"/>
          <p:cNvSpPr txBox="1"/>
          <p:nvPr/>
        </p:nvSpPr>
        <p:spPr>
          <a:xfrm>
            <a:off x="5231765" y="3890010"/>
            <a:ext cx="2679065" cy="58356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chemeClr val="bg1"/>
                </a:solidFill>
                <a:effectLst>
                  <a:outerShdw blurRad="38100" dist="38100" dir="2700000" algn="tl">
                    <a:srgbClr val="000000">
                      <a:alpha val="43137"/>
                    </a:srgbClr>
                  </a:outerShdw>
                </a:effectLst>
              </a:rPr>
              <a:t>工作</a:t>
            </a:r>
            <a:r>
              <a:rPr lang="zh-CN" altLang="en-US" sz="3200" dirty="0">
                <a:ln w="6350">
                  <a:noFill/>
                </a:ln>
                <a:solidFill>
                  <a:schemeClr val="bg1"/>
                </a:solidFill>
                <a:effectLst>
                  <a:outerShdw blurRad="38100" dist="38100" dir="2700000" algn="tl">
                    <a:srgbClr val="000000">
                      <a:alpha val="43137"/>
                    </a:srgbClr>
                  </a:outerShdw>
                </a:effectLst>
              </a:rPr>
              <a:t>细节</a:t>
            </a:r>
            <a:endParaRPr lang="zh-CN" altLang="en-US" sz="3200" dirty="0">
              <a:ln w="6350">
                <a:noFill/>
              </a:ln>
              <a:solidFill>
                <a:schemeClr val="bg1"/>
              </a:solidFill>
              <a:effectLst>
                <a:outerShdw blurRad="38100" dist="38100" dir="2700000" algn="tl">
                  <a:srgbClr val="000000">
                    <a:alpha val="43137"/>
                  </a:srgbClr>
                </a:outerShdw>
              </a:effectLst>
            </a:endParaRPr>
          </a:p>
        </p:txBody>
      </p:sp>
      <p:sp>
        <p:nvSpPr>
          <p:cNvPr id="45" name="Freeform 5"/>
          <p:cNvSpPr>
            <a:spLocks noChangeAspect="1"/>
          </p:cNvSpPr>
          <p:nvPr/>
        </p:nvSpPr>
        <p:spPr bwMode="auto">
          <a:xfrm>
            <a:off x="4028794" y="386173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a:solidFill>
                  <a:schemeClr val="bg1"/>
                </a:solidFill>
                <a:effectLst>
                  <a:outerShdw blurRad="38100" dist="38100" dir="2700000" algn="tl">
                    <a:srgbClr val="000000">
                      <a:alpha val="43137"/>
                    </a:srgbClr>
                  </a:outerShdw>
                </a:effectLst>
                <a:sym typeface="+mn-lt"/>
              </a:rPr>
              <a:t>二</a:t>
            </a:r>
            <a:endParaRPr lang="zh-CN" altLang="en-US" sz="2400" b="1" dirty="0">
              <a:solidFill>
                <a:schemeClr val="bg1"/>
              </a:solidFill>
              <a:effectLst>
                <a:outerShdw blurRad="38100" dist="38100" dir="2700000" algn="tl">
                  <a:srgbClr val="000000">
                    <a:alpha val="43137"/>
                  </a:srgbClr>
                </a:outerShdw>
              </a:effectLst>
              <a:sym typeface="+mn-lt"/>
            </a:endParaRPr>
          </a:p>
        </p:txBody>
      </p:sp>
      <p:sp>
        <p:nvSpPr>
          <p:cNvPr id="20" name="Freeform 5"/>
          <p:cNvSpPr>
            <a:spLocks noChangeAspect="1"/>
          </p:cNvSpPr>
          <p:nvPr/>
        </p:nvSpPr>
        <p:spPr bwMode="auto">
          <a:xfrm>
            <a:off x="4028793" y="243884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rgbClr val="FFFF00"/>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ln>
                  <a:solidFill>
                    <a:srgbClr val="FFFF00"/>
                  </a:solidFill>
                </a:ln>
                <a:solidFill>
                  <a:srgbClr val="FFFF00"/>
                </a:solidFill>
                <a:effectLst>
                  <a:outerShdw blurRad="38100" dist="38100" dir="2700000" algn="tl">
                    <a:srgbClr val="000000">
                      <a:alpha val="43137"/>
                    </a:srgbClr>
                  </a:outerShdw>
                </a:effectLst>
                <a:sym typeface="+mn-lt"/>
              </a:rPr>
              <a:t>一</a:t>
            </a:r>
            <a:endParaRPr lang="zh-CN" altLang="en-US" sz="2400" b="1" dirty="0">
              <a:ln>
                <a:solidFill>
                  <a:srgbClr val="FFFF00"/>
                </a:solidFill>
              </a:ln>
              <a:solidFill>
                <a:srgbClr val="FFFF00"/>
              </a:solidFill>
              <a:effectLst>
                <a:outerShdw blurRad="38100" dist="38100" dir="2700000" algn="tl">
                  <a:srgbClr val="000000">
                    <a:alpha val="43137"/>
                  </a:srgbClr>
                </a:outerShdw>
              </a:effectLst>
              <a:sym typeface="+mn-lt"/>
            </a:endParaRPr>
          </a:p>
        </p:txBody>
      </p:sp>
    </p:spTree>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showMasterSp="0">
  <p:cSld name="6_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5" name="梯形 14"/>
          <p:cNvSpPr/>
          <p:nvPr/>
        </p:nvSpPr>
        <p:spPr>
          <a:xfrm>
            <a:off x="759997" y="897600"/>
            <a:ext cx="4279887" cy="343555"/>
          </a:xfrm>
          <a:prstGeom prst="trapezoid">
            <a:avLst>
              <a:gd name="adj" fmla="val 4574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0" y="1241155"/>
            <a:ext cx="12192000" cy="471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梯形 16"/>
          <p:cNvSpPr/>
          <p:nvPr/>
        </p:nvSpPr>
        <p:spPr>
          <a:xfrm flipV="1">
            <a:off x="968813" y="897599"/>
            <a:ext cx="3862255" cy="1197696"/>
          </a:xfrm>
          <a:prstGeom prst="trapezoid">
            <a:avLst>
              <a:gd name="adj" fmla="val 2099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44"/>
          <p:cNvSpPr txBox="1"/>
          <p:nvPr/>
        </p:nvSpPr>
        <p:spPr>
          <a:xfrm>
            <a:off x="1614934" y="944604"/>
            <a:ext cx="2570009" cy="1077218"/>
          </a:xfrm>
          <a:prstGeom prst="rect">
            <a:avLst/>
          </a:prstGeom>
          <a:noFill/>
        </p:spPr>
        <p:txBody>
          <a:bodyPr wrap="square" rtlCol="0">
            <a:spAutoFit/>
          </a:bodyPr>
          <a:lstStyle/>
          <a:p>
            <a:pPr algn="ctr"/>
            <a:r>
              <a:rPr lang="zh-CN" altLang="en-US" sz="4000" b="1" dirty="0">
                <a:solidFill>
                  <a:schemeClr val="bg1"/>
                </a:solidFill>
                <a:latin typeface="+mn-ea"/>
                <a:ea typeface="+mn-ea"/>
              </a:rPr>
              <a:t>目  录</a:t>
            </a:r>
            <a:endParaRPr lang="en-US" altLang="zh-CN" sz="4000" b="1" dirty="0">
              <a:solidFill>
                <a:schemeClr val="bg1"/>
              </a:solidFill>
              <a:latin typeface="+mn-ea"/>
              <a:ea typeface="+mn-ea"/>
            </a:endParaRPr>
          </a:p>
          <a:p>
            <a:pPr algn="ctr"/>
            <a:r>
              <a:rPr lang="en-US" sz="2400" b="1" dirty="0">
                <a:solidFill>
                  <a:schemeClr val="bg1"/>
                </a:solidFill>
                <a:latin typeface="+mn-ea"/>
                <a:ea typeface="+mn-ea"/>
              </a:rPr>
              <a:t>CONTENTS</a:t>
            </a:r>
            <a:endParaRPr lang="en-US" sz="2400" b="1" dirty="0">
              <a:solidFill>
                <a:schemeClr val="bg1"/>
              </a:solidFill>
              <a:latin typeface="+mn-ea"/>
              <a:ea typeface="+mn-ea"/>
            </a:endParaRPr>
          </a:p>
        </p:txBody>
      </p:sp>
      <p:sp>
        <p:nvSpPr>
          <p:cNvPr id="41" name="文本框 17"/>
          <p:cNvSpPr txBox="1"/>
          <p:nvPr userDrawn="1"/>
        </p:nvSpPr>
        <p:spPr>
          <a:xfrm>
            <a:off x="5231765" y="2439670"/>
            <a:ext cx="2672080" cy="583565"/>
          </a:xfrm>
          <a:prstGeom prst="rect">
            <a:avLst/>
          </a:prstGeom>
          <a:noFill/>
        </p:spPr>
        <p:txBody>
          <a:bodyPr wrap="square" rtlCol="0" anchor="ctr">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defTabSz="685800">
              <a:defRPr/>
            </a:pPr>
            <a:r>
              <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rPr>
              <a:t>工作</a:t>
            </a:r>
            <a:r>
              <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rPr>
              <a:t>架构</a:t>
            </a:r>
            <a:endPar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endParaRPr>
          </a:p>
        </p:txBody>
      </p:sp>
      <p:sp>
        <p:nvSpPr>
          <p:cNvPr id="42" name="文本框 17"/>
          <p:cNvSpPr txBox="1"/>
          <p:nvPr/>
        </p:nvSpPr>
        <p:spPr>
          <a:xfrm>
            <a:off x="5231765" y="3890010"/>
            <a:ext cx="2672080" cy="58356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rgbClr val="FFFF00"/>
                </a:solidFill>
                <a:effectLst>
                  <a:outerShdw blurRad="38100" dist="38100" dir="2700000" algn="tl">
                    <a:srgbClr val="000000">
                      <a:alpha val="43137"/>
                    </a:srgbClr>
                  </a:outerShdw>
                </a:effectLst>
              </a:rPr>
              <a:t>工作</a:t>
            </a:r>
            <a:r>
              <a:rPr lang="zh-CN" altLang="en-US" sz="3200" dirty="0">
                <a:ln w="6350">
                  <a:noFill/>
                </a:ln>
                <a:solidFill>
                  <a:srgbClr val="FFFF00"/>
                </a:solidFill>
                <a:effectLst>
                  <a:outerShdw blurRad="38100" dist="38100" dir="2700000" algn="tl">
                    <a:srgbClr val="000000">
                      <a:alpha val="43137"/>
                    </a:srgbClr>
                  </a:outerShdw>
                </a:effectLst>
              </a:rPr>
              <a:t>细节</a:t>
            </a:r>
            <a:endParaRPr lang="zh-CN" altLang="en-US" sz="3200" dirty="0">
              <a:ln w="6350">
                <a:noFill/>
              </a:ln>
              <a:solidFill>
                <a:srgbClr val="FFFF00"/>
              </a:solidFill>
              <a:effectLst>
                <a:outerShdw blurRad="38100" dist="38100" dir="2700000" algn="tl">
                  <a:srgbClr val="000000">
                    <a:alpha val="43137"/>
                  </a:srgbClr>
                </a:outerShdw>
              </a:effectLst>
            </a:endParaRPr>
          </a:p>
        </p:txBody>
      </p:sp>
      <p:sp>
        <p:nvSpPr>
          <p:cNvPr id="45" name="Freeform 5"/>
          <p:cNvSpPr>
            <a:spLocks noChangeAspect="1"/>
          </p:cNvSpPr>
          <p:nvPr/>
        </p:nvSpPr>
        <p:spPr bwMode="auto">
          <a:xfrm>
            <a:off x="4028794" y="386173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rgbClr val="FFFF00"/>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a:solidFill>
                  <a:srgbClr val="FFFF00"/>
                </a:solidFill>
                <a:effectLst>
                  <a:outerShdw blurRad="38100" dist="38100" dir="2700000" algn="tl">
                    <a:srgbClr val="000000">
                      <a:alpha val="43137"/>
                    </a:srgbClr>
                  </a:outerShdw>
                </a:effectLst>
                <a:sym typeface="+mn-lt"/>
              </a:rPr>
              <a:t>二</a:t>
            </a:r>
            <a:endParaRPr lang="zh-CN" altLang="en-US" sz="2400" b="1" dirty="0">
              <a:solidFill>
                <a:srgbClr val="FFFF00"/>
              </a:solidFill>
              <a:effectLst>
                <a:outerShdw blurRad="38100" dist="38100" dir="2700000" algn="tl">
                  <a:srgbClr val="000000">
                    <a:alpha val="43137"/>
                  </a:srgbClr>
                </a:outerShdw>
              </a:effectLst>
              <a:sym typeface="+mn-lt"/>
            </a:endParaRPr>
          </a:p>
        </p:txBody>
      </p:sp>
      <p:sp>
        <p:nvSpPr>
          <p:cNvPr id="20" name="Freeform 5"/>
          <p:cNvSpPr>
            <a:spLocks noChangeAspect="1"/>
          </p:cNvSpPr>
          <p:nvPr/>
        </p:nvSpPr>
        <p:spPr bwMode="auto">
          <a:xfrm>
            <a:off x="4028793" y="243884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chemeClr val="bg1"/>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solidFill>
                  <a:schemeClr val="bg1"/>
                </a:solidFill>
                <a:effectLst>
                  <a:outerShdw blurRad="38100" dist="38100" dir="2700000" algn="tl">
                    <a:srgbClr val="000000">
                      <a:alpha val="43137"/>
                    </a:srgbClr>
                  </a:outerShdw>
                </a:effectLst>
                <a:sym typeface="+mn-lt"/>
              </a:rPr>
              <a:t>一</a:t>
            </a:r>
            <a:endParaRPr lang="zh-CN" altLang="en-US" sz="2400" b="1" dirty="0">
              <a:solidFill>
                <a:schemeClr val="bg1"/>
              </a:solidFill>
              <a:effectLst>
                <a:outerShdw blurRad="38100" dist="38100" dir="2700000" algn="tl">
                  <a:srgbClr val="000000">
                    <a:alpha val="43137"/>
                  </a:srgbClr>
                </a:outerShdw>
              </a:effectLst>
              <a:sym typeface="+mn-lt"/>
            </a:endParaRPr>
          </a:p>
        </p:txBody>
      </p:sp>
    </p:spTree>
  </p:cSld>
  <p:clrMapOvr>
    <a:masterClrMapping/>
  </p:clrMapOvr>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showMasterSp="0">
  <p:cSld name="7_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5" name="梯形 14"/>
          <p:cNvSpPr/>
          <p:nvPr/>
        </p:nvSpPr>
        <p:spPr>
          <a:xfrm>
            <a:off x="759997" y="897600"/>
            <a:ext cx="4279887" cy="343555"/>
          </a:xfrm>
          <a:prstGeom prst="trapezoid">
            <a:avLst>
              <a:gd name="adj" fmla="val 4574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0" y="1241155"/>
            <a:ext cx="12192000" cy="471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梯形 16"/>
          <p:cNvSpPr/>
          <p:nvPr/>
        </p:nvSpPr>
        <p:spPr>
          <a:xfrm flipV="1">
            <a:off x="968813" y="897599"/>
            <a:ext cx="3862255" cy="1197696"/>
          </a:xfrm>
          <a:prstGeom prst="trapezoid">
            <a:avLst>
              <a:gd name="adj" fmla="val 2099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44"/>
          <p:cNvSpPr txBox="1"/>
          <p:nvPr/>
        </p:nvSpPr>
        <p:spPr>
          <a:xfrm>
            <a:off x="1614934" y="944604"/>
            <a:ext cx="2570009" cy="1077218"/>
          </a:xfrm>
          <a:prstGeom prst="rect">
            <a:avLst/>
          </a:prstGeom>
          <a:noFill/>
        </p:spPr>
        <p:txBody>
          <a:bodyPr wrap="square" rtlCol="0">
            <a:spAutoFit/>
          </a:bodyPr>
          <a:lstStyle/>
          <a:p>
            <a:pPr algn="ctr"/>
            <a:r>
              <a:rPr lang="zh-CN" altLang="en-US" sz="4000" b="1" dirty="0">
                <a:solidFill>
                  <a:schemeClr val="bg1"/>
                </a:solidFill>
                <a:latin typeface="+mn-ea"/>
                <a:ea typeface="+mn-ea"/>
              </a:rPr>
              <a:t>目  录</a:t>
            </a:r>
            <a:endParaRPr lang="en-US" altLang="zh-CN" sz="4000" b="1" dirty="0">
              <a:solidFill>
                <a:schemeClr val="bg1"/>
              </a:solidFill>
              <a:latin typeface="+mn-ea"/>
              <a:ea typeface="+mn-ea"/>
            </a:endParaRPr>
          </a:p>
          <a:p>
            <a:pPr algn="ctr"/>
            <a:r>
              <a:rPr lang="en-US" sz="2400" b="1" dirty="0">
                <a:solidFill>
                  <a:schemeClr val="bg1"/>
                </a:solidFill>
                <a:latin typeface="+mn-ea"/>
                <a:ea typeface="+mn-ea"/>
              </a:rPr>
              <a:t>CONTENTS</a:t>
            </a:r>
            <a:endParaRPr lang="en-US" sz="2400" b="1" dirty="0">
              <a:solidFill>
                <a:schemeClr val="bg1"/>
              </a:solidFill>
              <a:latin typeface="+mn-ea"/>
              <a:ea typeface="+mn-ea"/>
            </a:endParaRPr>
          </a:p>
        </p:txBody>
      </p:sp>
      <p:sp>
        <p:nvSpPr>
          <p:cNvPr id="41" name="文本框 17"/>
          <p:cNvSpPr txBox="1"/>
          <p:nvPr userDrawn="1"/>
        </p:nvSpPr>
        <p:spPr>
          <a:xfrm>
            <a:off x="5231765" y="2439670"/>
            <a:ext cx="2679065" cy="583565"/>
          </a:xfrm>
          <a:prstGeom prst="rect">
            <a:avLst/>
          </a:prstGeom>
          <a:noFill/>
        </p:spPr>
        <p:txBody>
          <a:bodyPr wrap="square" rtlCol="0" anchor="ctr">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defTabSz="685800">
              <a:defRPr/>
            </a:pPr>
            <a:r>
              <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rPr>
              <a:t>近期</a:t>
            </a:r>
            <a:r>
              <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rPr>
              <a:t>研究</a:t>
            </a:r>
            <a:endPar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endParaRPr>
          </a:p>
        </p:txBody>
      </p:sp>
      <p:sp>
        <p:nvSpPr>
          <p:cNvPr id="42" name="文本框 17"/>
          <p:cNvSpPr txBox="1"/>
          <p:nvPr/>
        </p:nvSpPr>
        <p:spPr>
          <a:xfrm>
            <a:off x="5231765" y="3890010"/>
            <a:ext cx="2679065" cy="58356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chemeClr val="bg1"/>
                </a:solidFill>
                <a:effectLst>
                  <a:outerShdw blurRad="38100" dist="38100" dir="2700000" algn="tl">
                    <a:srgbClr val="000000">
                      <a:alpha val="43137"/>
                    </a:srgbClr>
                  </a:outerShdw>
                </a:effectLst>
              </a:rPr>
              <a:t>项目</a:t>
            </a:r>
            <a:r>
              <a:rPr lang="zh-CN" altLang="en-US" sz="3200" dirty="0">
                <a:ln w="6350">
                  <a:noFill/>
                </a:ln>
                <a:solidFill>
                  <a:schemeClr val="bg1"/>
                </a:solidFill>
                <a:effectLst>
                  <a:outerShdw blurRad="38100" dist="38100" dir="2700000" algn="tl">
                    <a:srgbClr val="000000">
                      <a:alpha val="43137"/>
                    </a:srgbClr>
                  </a:outerShdw>
                </a:effectLst>
              </a:rPr>
              <a:t>进展</a:t>
            </a:r>
            <a:endParaRPr lang="zh-CN" altLang="en-US" sz="3200" dirty="0">
              <a:ln w="6350">
                <a:noFill/>
              </a:ln>
              <a:solidFill>
                <a:schemeClr val="bg1"/>
              </a:solidFill>
              <a:effectLst>
                <a:outerShdw blurRad="38100" dist="38100" dir="2700000" algn="tl">
                  <a:srgbClr val="000000">
                    <a:alpha val="43137"/>
                  </a:srgbClr>
                </a:outerShdw>
              </a:effectLst>
            </a:endParaRPr>
          </a:p>
        </p:txBody>
      </p:sp>
      <p:sp>
        <p:nvSpPr>
          <p:cNvPr id="45" name="Freeform 5"/>
          <p:cNvSpPr>
            <a:spLocks noChangeAspect="1"/>
          </p:cNvSpPr>
          <p:nvPr/>
        </p:nvSpPr>
        <p:spPr bwMode="auto">
          <a:xfrm>
            <a:off x="4028794" y="386173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a:solidFill>
                  <a:schemeClr val="bg1"/>
                </a:solidFill>
                <a:effectLst>
                  <a:outerShdw blurRad="38100" dist="38100" dir="2700000" algn="tl">
                    <a:srgbClr val="000000">
                      <a:alpha val="43137"/>
                    </a:srgbClr>
                  </a:outerShdw>
                </a:effectLst>
                <a:sym typeface="+mn-lt"/>
              </a:rPr>
              <a:t>二</a:t>
            </a:r>
            <a:endParaRPr lang="zh-CN" altLang="en-US" sz="2400" b="1" dirty="0">
              <a:solidFill>
                <a:schemeClr val="bg1"/>
              </a:solidFill>
              <a:effectLst>
                <a:outerShdw blurRad="38100" dist="38100" dir="2700000" algn="tl">
                  <a:srgbClr val="000000">
                    <a:alpha val="43137"/>
                  </a:srgbClr>
                </a:outerShdw>
              </a:effectLst>
              <a:sym typeface="+mn-lt"/>
            </a:endParaRPr>
          </a:p>
        </p:txBody>
      </p:sp>
      <p:sp>
        <p:nvSpPr>
          <p:cNvPr id="20" name="Freeform 5"/>
          <p:cNvSpPr>
            <a:spLocks noChangeAspect="1"/>
          </p:cNvSpPr>
          <p:nvPr/>
        </p:nvSpPr>
        <p:spPr bwMode="auto">
          <a:xfrm>
            <a:off x="4028793" y="243884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rgbClr val="FFFF00"/>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ln>
                  <a:solidFill>
                    <a:srgbClr val="FFFF00"/>
                  </a:solidFill>
                </a:ln>
                <a:solidFill>
                  <a:srgbClr val="FFFF00"/>
                </a:solidFill>
                <a:effectLst>
                  <a:outerShdw blurRad="38100" dist="38100" dir="2700000" algn="tl">
                    <a:srgbClr val="000000">
                      <a:alpha val="43137"/>
                    </a:srgbClr>
                  </a:outerShdw>
                </a:effectLst>
                <a:sym typeface="+mn-lt"/>
              </a:rPr>
              <a:t>一</a:t>
            </a:r>
            <a:endParaRPr lang="zh-CN" altLang="en-US" sz="2400" b="1" dirty="0">
              <a:ln>
                <a:solidFill>
                  <a:srgbClr val="FFFF00"/>
                </a:solidFill>
              </a:ln>
              <a:solidFill>
                <a:srgbClr val="FFFF00"/>
              </a:solidFill>
              <a:effectLst>
                <a:outerShdw blurRad="38100" dist="38100" dir="2700000" algn="tl">
                  <a:srgbClr val="000000">
                    <a:alpha val="43137"/>
                  </a:srgbClr>
                </a:outerShdw>
              </a:effectLst>
              <a:sym typeface="+mn-lt"/>
            </a:endParaRPr>
          </a:p>
        </p:txBody>
      </p:sp>
    </p:spTree>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showMasterSp="0">
  <p:cSld name="8_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5" name="梯形 14"/>
          <p:cNvSpPr/>
          <p:nvPr/>
        </p:nvSpPr>
        <p:spPr>
          <a:xfrm>
            <a:off x="759997" y="897600"/>
            <a:ext cx="4279887" cy="343555"/>
          </a:xfrm>
          <a:prstGeom prst="trapezoid">
            <a:avLst>
              <a:gd name="adj" fmla="val 4574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0" y="1241155"/>
            <a:ext cx="12192000" cy="471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梯形 16"/>
          <p:cNvSpPr/>
          <p:nvPr/>
        </p:nvSpPr>
        <p:spPr>
          <a:xfrm flipV="1">
            <a:off x="968813" y="897599"/>
            <a:ext cx="3862255" cy="1197696"/>
          </a:xfrm>
          <a:prstGeom prst="trapezoid">
            <a:avLst>
              <a:gd name="adj" fmla="val 2099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44"/>
          <p:cNvSpPr txBox="1"/>
          <p:nvPr/>
        </p:nvSpPr>
        <p:spPr>
          <a:xfrm>
            <a:off x="1614934" y="944604"/>
            <a:ext cx="2570009" cy="1077218"/>
          </a:xfrm>
          <a:prstGeom prst="rect">
            <a:avLst/>
          </a:prstGeom>
          <a:noFill/>
        </p:spPr>
        <p:txBody>
          <a:bodyPr wrap="square" rtlCol="0">
            <a:spAutoFit/>
          </a:bodyPr>
          <a:lstStyle/>
          <a:p>
            <a:pPr algn="ctr"/>
            <a:r>
              <a:rPr lang="zh-CN" altLang="en-US" sz="4000" b="1" dirty="0">
                <a:solidFill>
                  <a:schemeClr val="bg1"/>
                </a:solidFill>
                <a:latin typeface="+mn-ea"/>
                <a:ea typeface="+mn-ea"/>
              </a:rPr>
              <a:t>目  录</a:t>
            </a:r>
            <a:endParaRPr lang="en-US" altLang="zh-CN" sz="4000" b="1" dirty="0">
              <a:solidFill>
                <a:schemeClr val="bg1"/>
              </a:solidFill>
              <a:latin typeface="+mn-ea"/>
              <a:ea typeface="+mn-ea"/>
            </a:endParaRPr>
          </a:p>
          <a:p>
            <a:pPr algn="ctr"/>
            <a:r>
              <a:rPr lang="en-US" sz="2400" b="1" dirty="0">
                <a:solidFill>
                  <a:schemeClr val="bg1"/>
                </a:solidFill>
                <a:latin typeface="+mn-ea"/>
                <a:ea typeface="+mn-ea"/>
              </a:rPr>
              <a:t>CONTENTS</a:t>
            </a:r>
            <a:endParaRPr lang="en-US" sz="2400" b="1" dirty="0">
              <a:solidFill>
                <a:schemeClr val="bg1"/>
              </a:solidFill>
              <a:latin typeface="+mn-ea"/>
              <a:ea typeface="+mn-ea"/>
            </a:endParaRPr>
          </a:p>
        </p:txBody>
      </p:sp>
      <p:sp>
        <p:nvSpPr>
          <p:cNvPr id="41" name="文本框 17"/>
          <p:cNvSpPr txBox="1"/>
          <p:nvPr userDrawn="1"/>
        </p:nvSpPr>
        <p:spPr>
          <a:xfrm>
            <a:off x="5231765" y="2439670"/>
            <a:ext cx="2672080" cy="583565"/>
          </a:xfrm>
          <a:prstGeom prst="rect">
            <a:avLst/>
          </a:prstGeom>
          <a:noFill/>
        </p:spPr>
        <p:txBody>
          <a:bodyPr wrap="square" rtlCol="0" anchor="ctr">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defTabSz="685800">
              <a:defRPr/>
            </a:pPr>
            <a:r>
              <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rPr>
              <a:t>近期研究</a:t>
            </a:r>
            <a:endPar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endParaRPr>
          </a:p>
        </p:txBody>
      </p:sp>
      <p:sp>
        <p:nvSpPr>
          <p:cNvPr id="42" name="文本框 17"/>
          <p:cNvSpPr txBox="1"/>
          <p:nvPr/>
        </p:nvSpPr>
        <p:spPr>
          <a:xfrm>
            <a:off x="5231765" y="3890010"/>
            <a:ext cx="2672080" cy="58356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rgbClr val="FFFF00"/>
                </a:solidFill>
                <a:effectLst>
                  <a:outerShdw blurRad="38100" dist="38100" dir="2700000" algn="tl">
                    <a:srgbClr val="000000">
                      <a:alpha val="43137"/>
                    </a:srgbClr>
                  </a:outerShdw>
                </a:effectLst>
              </a:rPr>
              <a:t>项目</a:t>
            </a:r>
            <a:r>
              <a:rPr lang="zh-CN" altLang="en-US" sz="3200" dirty="0">
                <a:ln w="6350">
                  <a:noFill/>
                </a:ln>
                <a:solidFill>
                  <a:srgbClr val="FFFF00"/>
                </a:solidFill>
                <a:effectLst>
                  <a:outerShdw blurRad="38100" dist="38100" dir="2700000" algn="tl">
                    <a:srgbClr val="000000">
                      <a:alpha val="43137"/>
                    </a:srgbClr>
                  </a:outerShdw>
                </a:effectLst>
              </a:rPr>
              <a:t>进展</a:t>
            </a:r>
            <a:endParaRPr lang="zh-CN" altLang="en-US" sz="3200" dirty="0">
              <a:ln w="6350">
                <a:noFill/>
              </a:ln>
              <a:solidFill>
                <a:srgbClr val="FFFF00"/>
              </a:solidFill>
              <a:effectLst>
                <a:outerShdw blurRad="38100" dist="38100" dir="2700000" algn="tl">
                  <a:srgbClr val="000000">
                    <a:alpha val="43137"/>
                  </a:srgbClr>
                </a:outerShdw>
              </a:effectLst>
            </a:endParaRPr>
          </a:p>
        </p:txBody>
      </p:sp>
      <p:sp>
        <p:nvSpPr>
          <p:cNvPr id="45" name="Freeform 5"/>
          <p:cNvSpPr>
            <a:spLocks noChangeAspect="1"/>
          </p:cNvSpPr>
          <p:nvPr/>
        </p:nvSpPr>
        <p:spPr bwMode="auto">
          <a:xfrm>
            <a:off x="4028794" y="386173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rgbClr val="FFFF00"/>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a:solidFill>
                  <a:srgbClr val="FFFF00"/>
                </a:solidFill>
                <a:effectLst>
                  <a:outerShdw blurRad="38100" dist="38100" dir="2700000" algn="tl">
                    <a:srgbClr val="000000">
                      <a:alpha val="43137"/>
                    </a:srgbClr>
                  </a:outerShdw>
                </a:effectLst>
                <a:sym typeface="+mn-lt"/>
              </a:rPr>
              <a:t>二</a:t>
            </a:r>
            <a:endParaRPr lang="zh-CN" altLang="en-US" sz="2400" b="1" dirty="0">
              <a:solidFill>
                <a:srgbClr val="FFFF00"/>
              </a:solidFill>
              <a:effectLst>
                <a:outerShdw blurRad="38100" dist="38100" dir="2700000" algn="tl">
                  <a:srgbClr val="000000">
                    <a:alpha val="43137"/>
                  </a:srgbClr>
                </a:outerShdw>
              </a:effectLst>
              <a:sym typeface="+mn-lt"/>
            </a:endParaRPr>
          </a:p>
        </p:txBody>
      </p:sp>
      <p:sp>
        <p:nvSpPr>
          <p:cNvPr id="20" name="Freeform 5"/>
          <p:cNvSpPr>
            <a:spLocks noChangeAspect="1"/>
          </p:cNvSpPr>
          <p:nvPr/>
        </p:nvSpPr>
        <p:spPr bwMode="auto">
          <a:xfrm>
            <a:off x="4028793" y="243884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chemeClr val="bg1"/>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solidFill>
                  <a:schemeClr val="bg1"/>
                </a:solidFill>
                <a:effectLst>
                  <a:outerShdw blurRad="38100" dist="38100" dir="2700000" algn="tl">
                    <a:srgbClr val="000000">
                      <a:alpha val="43137"/>
                    </a:srgbClr>
                  </a:outerShdw>
                </a:effectLst>
                <a:sym typeface="+mn-lt"/>
              </a:rPr>
              <a:t>一</a:t>
            </a:r>
            <a:endParaRPr lang="zh-CN" altLang="en-US" sz="2400" b="1" dirty="0">
              <a:solidFill>
                <a:schemeClr val="bg1"/>
              </a:solidFill>
              <a:effectLst>
                <a:outerShdw blurRad="38100" dist="38100" dir="2700000" algn="tl">
                  <a:srgbClr val="000000">
                    <a:alpha val="43137"/>
                  </a:srgbClr>
                </a:outerShdw>
              </a:effectLst>
              <a:sym typeface="+mn-lt"/>
            </a:endParaRPr>
          </a:p>
        </p:txBody>
      </p:sp>
    </p:spTree>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4_自定义版式">
    <p:spTree>
      <p:nvGrpSpPr>
        <p:cNvPr id="1" name=""/>
        <p:cNvGrpSpPr/>
        <p:nvPr/>
      </p:nvGrpSpPr>
      <p:grpSpPr>
        <a:xfrm>
          <a:off x="0" y="0"/>
          <a:ext cx="0" cy="0"/>
          <a:chOff x="0" y="0"/>
          <a:chExt cx="0" cy="0"/>
        </a:xfrm>
      </p:grpSpPr>
      <p:grpSp>
        <p:nvGrpSpPr>
          <p:cNvPr id="7" name="组合 6"/>
          <p:cNvGrpSpPr/>
          <p:nvPr/>
        </p:nvGrpSpPr>
        <p:grpSpPr>
          <a:xfrm>
            <a:off x="12160" y="6104963"/>
            <a:ext cx="12181421" cy="754045"/>
            <a:chOff x="15714" y="4577478"/>
            <a:chExt cx="9136066" cy="565534"/>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3" y="4803998"/>
              <a:ext cx="1880309" cy="307617"/>
            </a:xfrm>
            <a:prstGeom prst="rect">
              <a:avLst/>
            </a:prstGeom>
            <a:noFill/>
          </p:spPr>
        </p:pic>
        <p:sp>
          <p:nvSpPr>
            <p:cNvPr id="9" name="矩形 8"/>
            <p:cNvSpPr/>
            <p:nvPr userDrawn="1"/>
          </p:nvSpPr>
          <p:spPr bwMode="auto">
            <a:xfrm>
              <a:off x="15714" y="4694791"/>
              <a:ext cx="2088232" cy="448221"/>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nvGrpSpPr>
            <p:cNvPr id="10" name="组合 9"/>
            <p:cNvGrpSpPr/>
            <p:nvPr userDrawn="1"/>
          </p:nvGrpSpPr>
          <p:grpSpPr>
            <a:xfrm>
              <a:off x="6816910" y="4577478"/>
              <a:ext cx="2334870" cy="565534"/>
              <a:chOff x="6816910" y="4577478"/>
              <a:chExt cx="2334870" cy="565534"/>
            </a:xfrm>
          </p:grpSpPr>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13152" y="4577478"/>
                <a:ext cx="2138628" cy="565534"/>
              </a:xfrm>
              <a:prstGeom prst="rect">
                <a:avLst/>
              </a:prstGeom>
            </p:spPr>
          </p:pic>
          <p:sp>
            <p:nvSpPr>
              <p:cNvPr id="12" name="矩形 11"/>
              <p:cNvSpPr/>
              <p:nvPr userDrawn="1"/>
            </p:nvSpPr>
            <p:spPr bwMode="auto">
              <a:xfrm>
                <a:off x="6816910" y="4577478"/>
                <a:ext cx="2329454" cy="565534"/>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grpSp>
      <p:sp>
        <p:nvSpPr>
          <p:cNvPr id="14" name="TextBox 1"/>
          <p:cNvSpPr txBox="1">
            <a:spLocks noChangeArrowheads="1"/>
          </p:cNvSpPr>
          <p:nvPr/>
        </p:nvSpPr>
        <p:spPr bwMode="auto">
          <a:xfrm>
            <a:off x="1199456" y="164476"/>
            <a:ext cx="9901438" cy="582295"/>
          </a:xfrm>
          <a:prstGeom prst="rect">
            <a:avLst/>
          </a:prstGeom>
          <a:noFill/>
          <a:ln w="9525">
            <a:noFill/>
            <a:miter lim="800000"/>
          </a:ln>
        </p:spPr>
        <p:txBody>
          <a:bodyPr wrap="square" lIns="121893" tIns="60947" rIns="121893" bIns="60947">
            <a:spAutoFit/>
          </a:bodyPr>
          <a:lstStyle/>
          <a:p>
            <a:pPr algn="l"/>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一、近期</a:t>
            </a:r>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研究</a:t>
            </a:r>
            <a:endPar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Sld>
  <p:clrMapOvr>
    <a:masterClrMapping/>
  </p:clrMapOvr>
  <p:transition spd="slow">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5_自定义版式">
    <p:spTree>
      <p:nvGrpSpPr>
        <p:cNvPr id="1" name=""/>
        <p:cNvGrpSpPr/>
        <p:nvPr/>
      </p:nvGrpSpPr>
      <p:grpSpPr>
        <a:xfrm>
          <a:off x="0" y="0"/>
          <a:ext cx="0" cy="0"/>
          <a:chOff x="0" y="0"/>
          <a:chExt cx="0" cy="0"/>
        </a:xfrm>
      </p:grpSpPr>
      <p:grpSp>
        <p:nvGrpSpPr>
          <p:cNvPr id="7" name="组合 6"/>
          <p:cNvGrpSpPr/>
          <p:nvPr/>
        </p:nvGrpSpPr>
        <p:grpSpPr>
          <a:xfrm>
            <a:off x="12160" y="6104963"/>
            <a:ext cx="12181421" cy="754045"/>
            <a:chOff x="15714" y="4577478"/>
            <a:chExt cx="9136066" cy="565534"/>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3" y="4803998"/>
              <a:ext cx="1880309" cy="307617"/>
            </a:xfrm>
            <a:prstGeom prst="rect">
              <a:avLst/>
            </a:prstGeom>
            <a:noFill/>
          </p:spPr>
        </p:pic>
        <p:sp>
          <p:nvSpPr>
            <p:cNvPr id="9" name="矩形 8"/>
            <p:cNvSpPr/>
            <p:nvPr userDrawn="1"/>
          </p:nvSpPr>
          <p:spPr bwMode="auto">
            <a:xfrm>
              <a:off x="15714" y="4694791"/>
              <a:ext cx="2088232" cy="448221"/>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nvGrpSpPr>
            <p:cNvPr id="10" name="组合 9"/>
            <p:cNvGrpSpPr/>
            <p:nvPr userDrawn="1"/>
          </p:nvGrpSpPr>
          <p:grpSpPr>
            <a:xfrm>
              <a:off x="6816910" y="4577478"/>
              <a:ext cx="2334870" cy="565534"/>
              <a:chOff x="6816910" y="4577478"/>
              <a:chExt cx="2334870" cy="565534"/>
            </a:xfrm>
          </p:grpSpPr>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13152" y="4577478"/>
                <a:ext cx="2138628" cy="565534"/>
              </a:xfrm>
              <a:prstGeom prst="rect">
                <a:avLst/>
              </a:prstGeom>
            </p:spPr>
          </p:pic>
          <p:sp>
            <p:nvSpPr>
              <p:cNvPr id="12" name="矩形 11"/>
              <p:cNvSpPr/>
              <p:nvPr userDrawn="1"/>
            </p:nvSpPr>
            <p:spPr bwMode="auto">
              <a:xfrm>
                <a:off x="6816910" y="4577478"/>
                <a:ext cx="2329454" cy="565534"/>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grpSp>
      <p:sp>
        <p:nvSpPr>
          <p:cNvPr id="14" name="TextBox 1"/>
          <p:cNvSpPr txBox="1">
            <a:spLocks noChangeArrowheads="1"/>
          </p:cNvSpPr>
          <p:nvPr/>
        </p:nvSpPr>
        <p:spPr bwMode="auto">
          <a:xfrm>
            <a:off x="1199456" y="164476"/>
            <a:ext cx="9901438" cy="553972"/>
          </a:xfrm>
          <a:prstGeom prst="rect">
            <a:avLst/>
          </a:prstGeom>
          <a:noFill/>
          <a:ln w="9525">
            <a:noFill/>
            <a:miter lim="800000"/>
          </a:ln>
        </p:spPr>
        <p:txBody>
          <a:bodyPr wrap="square" lIns="121893" tIns="60947" rIns="121893" bIns="60947">
            <a:noAutofit/>
          </a:bodyPr>
          <a:lstStyle/>
          <a:p>
            <a:pPr algn="l"/>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二、项目</a:t>
            </a:r>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进展</a:t>
            </a:r>
            <a:endPar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Sld>
  <p:clrMapOvr>
    <a:masterClrMapping/>
  </p:clrMapOvr>
  <p:transition spd="slow">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6_自定义版式">
    <p:spTree>
      <p:nvGrpSpPr>
        <p:cNvPr id="1" name=""/>
        <p:cNvGrpSpPr/>
        <p:nvPr/>
      </p:nvGrpSpPr>
      <p:grpSpPr>
        <a:xfrm>
          <a:off x="0" y="0"/>
          <a:ext cx="0" cy="0"/>
          <a:chOff x="0" y="0"/>
          <a:chExt cx="0" cy="0"/>
        </a:xfrm>
      </p:grpSpPr>
      <p:grpSp>
        <p:nvGrpSpPr>
          <p:cNvPr id="7" name="组合 6"/>
          <p:cNvGrpSpPr/>
          <p:nvPr/>
        </p:nvGrpSpPr>
        <p:grpSpPr>
          <a:xfrm>
            <a:off x="12160" y="6104963"/>
            <a:ext cx="12181421" cy="754045"/>
            <a:chOff x="15714" y="4577478"/>
            <a:chExt cx="9136066" cy="565534"/>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3" y="4803998"/>
              <a:ext cx="1880309" cy="307617"/>
            </a:xfrm>
            <a:prstGeom prst="rect">
              <a:avLst/>
            </a:prstGeom>
            <a:noFill/>
          </p:spPr>
        </p:pic>
        <p:sp>
          <p:nvSpPr>
            <p:cNvPr id="9" name="矩形 8"/>
            <p:cNvSpPr/>
            <p:nvPr userDrawn="1"/>
          </p:nvSpPr>
          <p:spPr bwMode="auto">
            <a:xfrm>
              <a:off x="15714" y="4694791"/>
              <a:ext cx="2088232" cy="448221"/>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nvGrpSpPr>
            <p:cNvPr id="10" name="组合 9"/>
            <p:cNvGrpSpPr/>
            <p:nvPr userDrawn="1"/>
          </p:nvGrpSpPr>
          <p:grpSpPr>
            <a:xfrm>
              <a:off x="6816910" y="4577478"/>
              <a:ext cx="2334870" cy="565534"/>
              <a:chOff x="6816910" y="4577478"/>
              <a:chExt cx="2334870" cy="565534"/>
            </a:xfrm>
          </p:grpSpPr>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13152" y="4577478"/>
                <a:ext cx="2138628" cy="565534"/>
              </a:xfrm>
              <a:prstGeom prst="rect">
                <a:avLst/>
              </a:prstGeom>
            </p:spPr>
          </p:pic>
          <p:sp>
            <p:nvSpPr>
              <p:cNvPr id="12" name="矩形 11"/>
              <p:cNvSpPr/>
              <p:nvPr userDrawn="1"/>
            </p:nvSpPr>
            <p:spPr bwMode="auto">
              <a:xfrm>
                <a:off x="6816910" y="4577478"/>
                <a:ext cx="2329454" cy="565534"/>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grpSp>
      <p:sp>
        <p:nvSpPr>
          <p:cNvPr id="14" name="TextBox 1"/>
          <p:cNvSpPr txBox="1">
            <a:spLocks noChangeArrowheads="1"/>
          </p:cNvSpPr>
          <p:nvPr/>
        </p:nvSpPr>
        <p:spPr bwMode="auto">
          <a:xfrm>
            <a:off x="1199456" y="126376"/>
            <a:ext cx="9901438" cy="615527"/>
          </a:xfrm>
          <a:prstGeom prst="rect">
            <a:avLst/>
          </a:prstGeom>
          <a:noFill/>
          <a:ln w="9525">
            <a:noFill/>
            <a:miter lim="800000"/>
          </a:ln>
        </p:spPr>
        <p:txBody>
          <a:bodyPr wrap="square" lIns="121893" tIns="60947" rIns="121893" bIns="60947" anchor="ctr">
            <a:noAutofit/>
          </a:bodyPr>
          <a:lstStyle/>
          <a:p>
            <a:pPr algn="l"/>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三、未来规划</a:t>
            </a:r>
            <a:endPar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Sld>
  <p:clrMapOvr>
    <a:masterClrMapping/>
  </p:clrMapOvr>
  <p:transition spd="slow">
    <p:fade/>
  </p:transition>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7_自定义版式">
    <p:spTree>
      <p:nvGrpSpPr>
        <p:cNvPr id="1" name=""/>
        <p:cNvGrpSpPr/>
        <p:nvPr/>
      </p:nvGrpSpPr>
      <p:grpSpPr>
        <a:xfrm>
          <a:off x="0" y="0"/>
          <a:ext cx="0" cy="0"/>
          <a:chOff x="0" y="0"/>
          <a:chExt cx="0" cy="0"/>
        </a:xfrm>
      </p:grpSpPr>
      <p:grpSp>
        <p:nvGrpSpPr>
          <p:cNvPr id="7" name="组合 6"/>
          <p:cNvGrpSpPr/>
          <p:nvPr/>
        </p:nvGrpSpPr>
        <p:grpSpPr>
          <a:xfrm>
            <a:off x="12160" y="6104963"/>
            <a:ext cx="12181421" cy="754045"/>
            <a:chOff x="15714" y="4577478"/>
            <a:chExt cx="9136066" cy="565534"/>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3" y="4803998"/>
              <a:ext cx="1880309" cy="307617"/>
            </a:xfrm>
            <a:prstGeom prst="rect">
              <a:avLst/>
            </a:prstGeom>
            <a:noFill/>
          </p:spPr>
        </p:pic>
        <p:sp>
          <p:nvSpPr>
            <p:cNvPr id="9" name="矩形 8"/>
            <p:cNvSpPr/>
            <p:nvPr userDrawn="1"/>
          </p:nvSpPr>
          <p:spPr bwMode="auto">
            <a:xfrm>
              <a:off x="15714" y="4694791"/>
              <a:ext cx="2088232" cy="448221"/>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nvGrpSpPr>
            <p:cNvPr id="10" name="组合 9"/>
            <p:cNvGrpSpPr/>
            <p:nvPr userDrawn="1"/>
          </p:nvGrpSpPr>
          <p:grpSpPr>
            <a:xfrm>
              <a:off x="6816910" y="4577478"/>
              <a:ext cx="2334870" cy="565534"/>
              <a:chOff x="6816910" y="4577478"/>
              <a:chExt cx="2334870" cy="565534"/>
            </a:xfrm>
          </p:grpSpPr>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13152" y="4577478"/>
                <a:ext cx="2138628" cy="565534"/>
              </a:xfrm>
              <a:prstGeom prst="rect">
                <a:avLst/>
              </a:prstGeom>
            </p:spPr>
          </p:pic>
          <p:sp>
            <p:nvSpPr>
              <p:cNvPr id="12" name="矩形 11"/>
              <p:cNvSpPr/>
              <p:nvPr userDrawn="1"/>
            </p:nvSpPr>
            <p:spPr bwMode="auto">
              <a:xfrm>
                <a:off x="6816910" y="4577478"/>
                <a:ext cx="2329454" cy="565534"/>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grpSp>
      <p:sp>
        <p:nvSpPr>
          <p:cNvPr id="14" name="TextBox 1"/>
          <p:cNvSpPr txBox="1">
            <a:spLocks noChangeArrowheads="1"/>
          </p:cNvSpPr>
          <p:nvPr/>
        </p:nvSpPr>
        <p:spPr bwMode="auto">
          <a:xfrm>
            <a:off x="1199456" y="126376"/>
            <a:ext cx="9901438" cy="615527"/>
          </a:xfrm>
          <a:prstGeom prst="rect">
            <a:avLst/>
          </a:prstGeom>
          <a:noFill/>
          <a:ln w="9525">
            <a:noFill/>
            <a:miter lim="800000"/>
          </a:ln>
        </p:spPr>
        <p:txBody>
          <a:bodyPr wrap="square" lIns="121893" tIns="60947" rIns="121893" bIns="60947" anchor="ctr">
            <a:noAutofit/>
          </a:bodyPr>
          <a:lstStyle/>
          <a:p>
            <a:pPr algn="l"/>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四、未来计划</a:t>
            </a:r>
            <a:endPar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Sld>
  <p:clrMapOvr>
    <a:masterClrMapping/>
  </p:clrMapOvr>
  <p:transition spd="slow">
    <p:fade/>
  </p:transition>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showMasterSp="0">
  <p:cSld name="10_自定义版式">
    <p:bg>
      <p:bgPr>
        <a:solidFill>
          <a:schemeClr val="bg1"/>
        </a:solidFill>
        <a:effectLst/>
      </p:bgPr>
    </p:bg>
    <p:spTree>
      <p:nvGrpSpPr>
        <p:cNvPr id="1" name=""/>
        <p:cNvGrpSpPr/>
        <p:nvPr/>
      </p:nvGrpSpPr>
      <p:grpSpPr>
        <a:xfrm>
          <a:off x="0" y="0"/>
          <a:ext cx="0" cy="0"/>
          <a:chOff x="0" y="0"/>
          <a:chExt cx="0" cy="0"/>
        </a:xfrm>
      </p:grpSpPr>
      <p:grpSp>
        <p:nvGrpSpPr>
          <p:cNvPr id="7" name="组合 6"/>
          <p:cNvGrpSpPr/>
          <p:nvPr/>
        </p:nvGrpSpPr>
        <p:grpSpPr>
          <a:xfrm>
            <a:off x="12160" y="6104963"/>
            <a:ext cx="12181421" cy="754045"/>
            <a:chOff x="15714" y="4577478"/>
            <a:chExt cx="9136066" cy="565534"/>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3" y="4803998"/>
              <a:ext cx="1880309" cy="307617"/>
            </a:xfrm>
            <a:prstGeom prst="rect">
              <a:avLst/>
            </a:prstGeom>
            <a:noFill/>
          </p:spPr>
        </p:pic>
        <p:sp>
          <p:nvSpPr>
            <p:cNvPr id="9" name="矩形 8"/>
            <p:cNvSpPr/>
            <p:nvPr userDrawn="1"/>
          </p:nvSpPr>
          <p:spPr bwMode="auto">
            <a:xfrm>
              <a:off x="15714" y="4694791"/>
              <a:ext cx="2088232" cy="448221"/>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nvGrpSpPr>
            <p:cNvPr id="10" name="组合 9"/>
            <p:cNvGrpSpPr/>
            <p:nvPr userDrawn="1"/>
          </p:nvGrpSpPr>
          <p:grpSpPr>
            <a:xfrm>
              <a:off x="6816910" y="4577478"/>
              <a:ext cx="2334870" cy="565534"/>
              <a:chOff x="6816910" y="4577478"/>
              <a:chExt cx="2334870" cy="565534"/>
            </a:xfrm>
          </p:grpSpPr>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13152" y="4577478"/>
                <a:ext cx="2138628" cy="565534"/>
              </a:xfrm>
              <a:prstGeom prst="rect">
                <a:avLst/>
              </a:prstGeom>
            </p:spPr>
          </p:pic>
          <p:sp>
            <p:nvSpPr>
              <p:cNvPr id="12" name="矩形 11"/>
              <p:cNvSpPr/>
              <p:nvPr userDrawn="1"/>
            </p:nvSpPr>
            <p:spPr bwMode="auto">
              <a:xfrm>
                <a:off x="6816910" y="4577478"/>
                <a:ext cx="2329454" cy="565534"/>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grpSp>
    </p:spTree>
  </p:cSld>
  <p:clrMapOvr>
    <a:masterClrMapping/>
  </p:clrMapOvr>
  <p:transition spd="slow">
    <p:fade/>
  </p:transition>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5_标题幻灯片">
    <p:spTree>
      <p:nvGrpSpPr>
        <p:cNvPr id="1" name=""/>
        <p:cNvGrpSpPr/>
        <p:nvPr/>
      </p:nvGrpSpPr>
      <p:grpSpPr>
        <a:xfrm>
          <a:off x="0" y="0"/>
          <a:ext cx="0" cy="0"/>
          <a:chOff x="0" y="0"/>
          <a:chExt cx="0" cy="0"/>
        </a:xfrm>
      </p:grpSpPr>
      <p:pic>
        <p:nvPicPr>
          <p:cNvPr id="8" name="Picture 2"/>
          <p:cNvPicPr>
            <a:picLocks noChangeAspect="1" noChangeArrowheads="1"/>
          </p:cNvPicPr>
          <p:nvPr userDrawn="1"/>
        </p:nvPicPr>
        <p:blipFill>
          <a:blip r:embed="rId2" cstate="print"/>
          <a:srcRect/>
          <a:stretch>
            <a:fillRect/>
          </a:stretch>
        </p:blipFill>
        <p:spPr bwMode="auto">
          <a:xfrm>
            <a:off x="0" y="2276872"/>
            <a:ext cx="12192000" cy="4581128"/>
          </a:xfrm>
          <a:prstGeom prst="rect">
            <a:avLst/>
          </a:prstGeom>
          <a:noFill/>
          <a:ln w="9525">
            <a:noFill/>
            <a:miter lim="800000"/>
            <a:headEnd/>
            <a:tailEnd/>
          </a:ln>
        </p:spPr>
      </p:pic>
      <p:sp>
        <p:nvSpPr>
          <p:cNvPr id="9" name="矩形 8"/>
          <p:cNvSpPr/>
          <p:nvPr userDrawn="1"/>
        </p:nvSpPr>
        <p:spPr>
          <a:xfrm>
            <a:off x="0" y="2276872"/>
            <a:ext cx="12192000" cy="4581128"/>
          </a:xfrm>
          <a:prstGeom prst="rect">
            <a:avLst/>
          </a:prstGeom>
          <a:gradFill>
            <a:gsLst>
              <a:gs pos="0">
                <a:schemeClr val="bg1"/>
              </a:gs>
              <a:gs pos="50000">
                <a:schemeClr val="bg1"/>
              </a:gs>
              <a:gs pos="100000">
                <a:srgbClr val="006600">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descr="美丽的校园（小）.jpg"/>
          <p:cNvPicPr>
            <a:picLocks noChangeAspect="1"/>
          </p:cNvPicPr>
          <p:nvPr userDrawn="1"/>
        </p:nvPicPr>
        <p:blipFill>
          <a:blip r:embed="rId3" cstate="print"/>
          <a:stretch>
            <a:fillRect/>
          </a:stretch>
        </p:blipFill>
        <p:spPr>
          <a:xfrm>
            <a:off x="0" y="4597400"/>
            <a:ext cx="12240683" cy="2260600"/>
          </a:xfrm>
          <a:prstGeom prst="rect">
            <a:avLst/>
          </a:prstGeom>
        </p:spPr>
      </p:pic>
      <p:sp>
        <p:nvSpPr>
          <p:cNvPr id="11" name="矩形 10"/>
          <p:cNvSpPr/>
          <p:nvPr userDrawn="1"/>
        </p:nvSpPr>
        <p:spPr>
          <a:xfrm>
            <a:off x="-24343" y="3898155"/>
            <a:ext cx="12240683" cy="3031067"/>
          </a:xfrm>
          <a:prstGeom prst="rect">
            <a:avLst/>
          </a:prstGeom>
          <a:gradFill>
            <a:gsLst>
              <a:gs pos="0">
                <a:schemeClr val="bg1"/>
              </a:gs>
              <a:gs pos="50000">
                <a:schemeClr val="bg1"/>
              </a:gs>
              <a:gs pos="100000">
                <a:srgbClr val="006600">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Subtitle 2"/>
          <p:cNvSpPr>
            <a:spLocks noGrp="1"/>
          </p:cNvSpPr>
          <p:nvPr>
            <p:ph type="subTitle" idx="1"/>
          </p:nvPr>
        </p:nvSpPr>
        <p:spPr>
          <a:xfrm>
            <a:off x="3828137" y="3914692"/>
            <a:ext cx="4535724" cy="863435"/>
          </a:xfrm>
        </p:spPr>
        <p:txBody>
          <a:bodyPr/>
          <a:lstStyle>
            <a:lvl1pPr marL="0" indent="0" algn="ctr">
              <a:buNone/>
              <a:defRPr sz="2400">
                <a:latin typeface="仿宋_GB2312" panose="02010609030101010101" pitchFamily="49" charset="-122"/>
                <a:ea typeface="仿宋_GB2312" panose="0201060903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sp>
        <p:nvSpPr>
          <p:cNvPr id="2" name="Title 1"/>
          <p:cNvSpPr>
            <a:spLocks noGrp="1"/>
          </p:cNvSpPr>
          <p:nvPr>
            <p:ph type="ctrTitle"/>
          </p:nvPr>
        </p:nvSpPr>
        <p:spPr>
          <a:xfrm>
            <a:off x="2529902" y="2704786"/>
            <a:ext cx="7132196" cy="1067461"/>
          </a:xfrm>
        </p:spPr>
        <p:txBody>
          <a:bodyPr anchor="b">
            <a:noAutofit/>
          </a:bodyPr>
          <a:lstStyle>
            <a:lvl1pPr algn="ctr">
              <a:defRPr sz="3735">
                <a:latin typeface="方正大黑简体" panose="03000509000000000000" pitchFamily="2" charset="-122"/>
                <a:ea typeface="方正大黑简体" panose="03000509000000000000" pitchFamily="2" charset="-122"/>
              </a:defRPr>
            </a:lvl1pPr>
          </a:lstStyle>
          <a:p>
            <a:r>
              <a:rPr lang="zh-CN" altLang="en-US" dirty="0"/>
              <a:t>单击此处编辑母版标题样式</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p:txBody>
          <a:bodyPr/>
          <a:lstStyle/>
          <a:p>
            <a:pPr algn="ctr" fontAlgn="auto">
              <a:spcBef>
                <a:spcPts val="0"/>
              </a:spcBef>
              <a:spcAft>
                <a:spcPts val="0"/>
              </a:spcAft>
              <a:defRPr/>
            </a:pPr>
            <a:fld id="{B1B4F91B-EFDF-422F-A350-726993EC41AA}" type="slidenum">
              <a:rPr lang="en-US" smtClean="0">
                <a:solidFill>
                  <a:prstClr val="white"/>
                </a:solidFill>
                <a:ea typeface="微软雅黑" panose="020B0503020204020204" charset="-122"/>
              </a:rPr>
            </a:fld>
            <a:endParaRPr lang="en-US" dirty="0">
              <a:solidFill>
                <a:prstClr val="white"/>
              </a:solidFill>
              <a:ea typeface="微软雅黑" panose="020B0503020204020204" charset="-122"/>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showMasterSp="0">
  <p:cSld name="4_标题幻灯片">
    <p:bg>
      <p:bgPr>
        <a:solidFill>
          <a:schemeClr val="bg1"/>
        </a:solidFill>
        <a:effectLst/>
      </p:bgPr>
    </p:bg>
    <p:spTree>
      <p:nvGrpSpPr>
        <p:cNvPr id="1" name=""/>
        <p:cNvGrpSpPr/>
        <p:nvPr/>
      </p:nvGrpSpPr>
      <p:grpSpPr>
        <a:xfrm>
          <a:off x="0" y="0"/>
          <a:ext cx="0" cy="0"/>
          <a:chOff x="0" y="0"/>
          <a:chExt cx="0" cy="0"/>
        </a:xfrm>
      </p:grpSpPr>
      <p:sp>
        <p:nvSpPr>
          <p:cNvPr id="10" name="矩形 9"/>
          <p:cNvSpPr/>
          <p:nvPr/>
        </p:nvSpPr>
        <p:spPr>
          <a:xfrm>
            <a:off x="335360" y="2326298"/>
            <a:ext cx="8369777" cy="377411"/>
          </a:xfrm>
          <a:prstGeom prst="rect">
            <a:avLst/>
          </a:prstGeom>
        </p:spPr>
        <p:txBody>
          <a:bodyPr wrap="square">
            <a:spAutoFit/>
          </a:bodyPr>
          <a:lstStyle/>
          <a:p>
            <a:pPr algn="just">
              <a:lnSpc>
                <a:spcPct val="120000"/>
              </a:lnSpc>
            </a:pPr>
            <a:r>
              <a:rPr lang="zh-CN" altLang="en-US" sz="1700" dirty="0">
                <a:solidFill>
                  <a:prstClr val="white"/>
                </a:solidFill>
                <a:latin typeface="+mn-lt"/>
                <a:ea typeface="+mn-ea"/>
                <a:cs typeface="+mn-ea"/>
                <a:sym typeface="+mn-lt"/>
              </a:rPr>
              <a:t>  </a:t>
            </a:r>
            <a:endParaRPr lang="zh-CN" altLang="en-US" sz="1700" dirty="0">
              <a:latin typeface="+mn-lt"/>
              <a:ea typeface="+mn-ea"/>
              <a:cs typeface="+mn-ea"/>
              <a:sym typeface="+mn-lt"/>
            </a:endParaRPr>
          </a:p>
        </p:txBody>
      </p:sp>
      <p:sp>
        <p:nvSpPr>
          <p:cNvPr id="3" name="Rectangle 28"/>
          <p:cNvSpPr/>
          <p:nvPr userDrawn="1"/>
        </p:nvSpPr>
        <p:spPr>
          <a:xfrm>
            <a:off x="352218" y="3609352"/>
            <a:ext cx="11504421" cy="2988000"/>
          </a:xfrm>
          <a:prstGeom prst="rect">
            <a:avLst/>
          </a:prstGeom>
          <a:solidFill>
            <a:schemeClr val="tx2">
              <a:lumMod val="20000"/>
              <a:lumOff val="80000"/>
            </a:schemeClr>
          </a:solidFill>
          <a:ln w="12700" cap="flat" cmpd="sng" algn="ctr">
            <a:noFill/>
            <a:prstDash val="solid"/>
            <a:miter lim="800000"/>
          </a:ln>
          <a:effectLst/>
        </p:spPr>
        <p:txBody>
          <a:bodyPr lIns="43200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5900" lvl="1" indent="-215900" defTabSz="755650">
              <a:lnSpc>
                <a:spcPct val="110000"/>
              </a:lnSpc>
              <a:spcBef>
                <a:spcPts val="300"/>
              </a:spcBef>
              <a:spcAft>
                <a:spcPts val="0"/>
              </a:spcAft>
              <a:buClr>
                <a:srgbClr val="C00000"/>
              </a:buClr>
              <a:buFontTx/>
              <a:buChar char="•"/>
            </a:pPr>
            <a:endParaRPr lang="zh-CN" altLang="en-US" dirty="0">
              <a:solidFill>
                <a:schemeClr val="tx1">
                  <a:lumMod val="85000"/>
                  <a:lumOff val="15000"/>
                </a:schemeClr>
              </a:solidFill>
              <a:cs typeface="+mn-ea"/>
              <a:sym typeface="+mn-lt"/>
            </a:endParaRPr>
          </a:p>
        </p:txBody>
      </p:sp>
      <p:sp>
        <p:nvSpPr>
          <p:cNvPr id="6" name="矩形: 圆顶角 5"/>
          <p:cNvSpPr/>
          <p:nvPr userDrawn="1"/>
        </p:nvSpPr>
        <p:spPr>
          <a:xfrm>
            <a:off x="352218" y="3072874"/>
            <a:ext cx="11504421" cy="516684"/>
          </a:xfrm>
          <a:prstGeom prst="round2Same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cs typeface="+mn-ea"/>
                <a:sym typeface="+mn-lt"/>
              </a:rPr>
              <a:t>研究方向：复杂系统建模仿真优化及军事应用</a:t>
            </a:r>
            <a:endParaRPr lang="zh-CN" altLang="en-US" sz="2000" dirty="0">
              <a:solidFill>
                <a:schemeClr val="bg1"/>
              </a:solidFill>
              <a:cs typeface="+mn-ea"/>
              <a:sym typeface="+mn-lt"/>
            </a:endParaRPr>
          </a:p>
        </p:txBody>
      </p:sp>
      <p:sp>
        <p:nvSpPr>
          <p:cNvPr id="7" name="矩形 6"/>
          <p:cNvSpPr/>
          <p:nvPr userDrawn="1"/>
        </p:nvSpPr>
        <p:spPr>
          <a:xfrm>
            <a:off x="1968409" y="2316995"/>
            <a:ext cx="8369777" cy="377411"/>
          </a:xfrm>
          <a:prstGeom prst="rect">
            <a:avLst/>
          </a:prstGeom>
        </p:spPr>
        <p:txBody>
          <a:bodyPr wrap="square">
            <a:spAutoFit/>
          </a:bodyPr>
          <a:lstStyle/>
          <a:p>
            <a:pPr algn="just">
              <a:lnSpc>
                <a:spcPct val="120000"/>
              </a:lnSpc>
            </a:pPr>
            <a:r>
              <a:rPr lang="zh-CN" altLang="en-US" sz="1700" dirty="0">
                <a:solidFill>
                  <a:prstClr val="white"/>
                </a:solidFill>
                <a:latin typeface="+mn-lt"/>
                <a:ea typeface="+mn-ea"/>
                <a:cs typeface="+mn-ea"/>
                <a:sym typeface="+mn-lt"/>
              </a:rPr>
              <a:t>  </a:t>
            </a:r>
            <a:endParaRPr lang="zh-CN" altLang="en-US" sz="1700" dirty="0">
              <a:latin typeface="+mn-lt"/>
              <a:ea typeface="+mn-ea"/>
              <a:cs typeface="+mn-ea"/>
              <a:sym typeface="+mn-lt"/>
            </a:endParaRPr>
          </a:p>
        </p:txBody>
      </p:sp>
      <p:pic>
        <p:nvPicPr>
          <p:cNvPr id="9" name="图片 8"/>
          <p:cNvPicPr/>
          <p:nvPr userDrawn="1"/>
        </p:nvPicPr>
        <p:blipFill>
          <a:blip r:embed="rId2" cstate="print">
            <a:extLst>
              <a:ext uri="{28A0092B-C50C-407E-A947-70E740481C1C}">
                <a14:useLocalDpi xmlns:a14="http://schemas.microsoft.com/office/drawing/2010/main" val="0"/>
              </a:ext>
            </a:extLst>
          </a:blip>
          <a:stretch>
            <a:fillRect/>
          </a:stretch>
        </p:blipFill>
        <p:spPr>
          <a:xfrm>
            <a:off x="1866283" y="5012122"/>
            <a:ext cx="1080000" cy="1440000"/>
          </a:xfrm>
          <a:prstGeom prst="rect">
            <a:avLst/>
          </a:prstGeom>
          <a:solidFill>
            <a:srgbClr val="FFFFFF">
              <a:shade val="85000"/>
            </a:srgbClr>
          </a:solidFill>
          <a:ln w="38100" cap="sq">
            <a:solidFill>
              <a:srgbClr val="C00000"/>
            </a:solidFill>
            <a:miter lim="800000"/>
            <a:headEnd/>
            <a:tailEnd/>
          </a:ln>
          <a:effectLst/>
        </p:spPr>
      </p:pic>
      <p:pic>
        <p:nvPicPr>
          <p:cNvPr id="30" name="图片 29"/>
          <p:cNvPicPr/>
          <p:nvPr userDrawn="1"/>
        </p:nvPicPr>
        <p:blipFill rotWithShape="1">
          <a:blip r:embed="rId3" cstate="print">
            <a:extLst>
              <a:ext uri="{28A0092B-C50C-407E-A947-70E740481C1C}">
                <a14:useLocalDpi xmlns:a14="http://schemas.microsoft.com/office/drawing/2010/main" val="0"/>
              </a:ext>
            </a:extLst>
          </a:blip>
          <a:srcRect r="5445"/>
          <a:stretch>
            <a:fillRect/>
          </a:stretch>
        </p:blipFill>
        <p:spPr>
          <a:xfrm>
            <a:off x="3037166" y="5012122"/>
            <a:ext cx="1080000" cy="1440000"/>
          </a:xfrm>
          <a:prstGeom prst="rect">
            <a:avLst/>
          </a:prstGeom>
          <a:solidFill>
            <a:srgbClr val="FFFFFF">
              <a:shade val="85000"/>
            </a:srgbClr>
          </a:solidFill>
          <a:ln w="38100" cap="sq">
            <a:solidFill>
              <a:srgbClr val="C00000"/>
            </a:solidFill>
            <a:miter lim="800000"/>
            <a:headEnd/>
            <a:tailEnd/>
          </a:ln>
          <a:effectLst/>
        </p:spPr>
      </p:pic>
      <p:pic>
        <p:nvPicPr>
          <p:cNvPr id="31" name="图片 30"/>
          <p:cNvPicPr/>
          <p:nvPr userDrawn="1"/>
        </p:nvPicPr>
        <p:blipFill>
          <a:blip r:embed="rId4" cstate="print">
            <a:extLst>
              <a:ext uri="{28A0092B-C50C-407E-A947-70E740481C1C}">
                <a14:useLocalDpi xmlns:a14="http://schemas.microsoft.com/office/drawing/2010/main" val="0"/>
              </a:ext>
            </a:extLst>
          </a:blip>
          <a:stretch>
            <a:fillRect/>
          </a:stretch>
        </p:blipFill>
        <p:spPr>
          <a:xfrm>
            <a:off x="4208049" y="5012122"/>
            <a:ext cx="1080000" cy="1440000"/>
          </a:xfrm>
          <a:prstGeom prst="rect">
            <a:avLst/>
          </a:prstGeom>
          <a:solidFill>
            <a:srgbClr val="FFFFFF">
              <a:shade val="85000"/>
            </a:srgbClr>
          </a:solidFill>
          <a:ln w="38100" cap="sq">
            <a:solidFill>
              <a:srgbClr val="C00000"/>
            </a:solidFill>
            <a:miter lim="800000"/>
            <a:headEnd/>
            <a:tailEnd/>
          </a:ln>
          <a:effectLst/>
        </p:spPr>
      </p:pic>
      <p:pic>
        <p:nvPicPr>
          <p:cNvPr id="64" name="图片 63"/>
          <p:cNvPicPr/>
          <p:nvPr userDrawn="1"/>
        </p:nvPicPr>
        <p:blipFill rotWithShape="1">
          <a:blip r:embed="rId5"/>
          <a:srcRect l="4398" t="7226" r="5718" b="3405"/>
          <a:stretch>
            <a:fillRect/>
          </a:stretch>
        </p:blipFill>
        <p:spPr>
          <a:xfrm>
            <a:off x="5378932" y="5012122"/>
            <a:ext cx="1080000" cy="1440000"/>
          </a:xfrm>
          <a:prstGeom prst="rect">
            <a:avLst/>
          </a:prstGeom>
          <a:solidFill>
            <a:srgbClr val="FFFFFF">
              <a:shade val="85000"/>
            </a:srgbClr>
          </a:solidFill>
          <a:ln w="38100" cap="sq">
            <a:solidFill>
              <a:srgbClr val="C00000"/>
            </a:solidFill>
            <a:miter lim="800000"/>
            <a:headEnd/>
            <a:tailEnd/>
          </a:ln>
          <a:effectLst/>
        </p:spPr>
      </p:pic>
      <p:pic>
        <p:nvPicPr>
          <p:cNvPr id="65" name="图片 64"/>
          <p:cNvPicPr/>
          <p:nvPr userDrawn="1"/>
        </p:nvPicPr>
        <p:blipFill>
          <a:blip r:embed="rId6"/>
          <a:stretch>
            <a:fillRect/>
          </a:stretch>
        </p:blipFill>
        <p:spPr>
          <a:xfrm>
            <a:off x="695400" y="5025656"/>
            <a:ext cx="1080000" cy="1440000"/>
          </a:xfrm>
          <a:prstGeom prst="rect">
            <a:avLst/>
          </a:prstGeom>
          <a:solidFill>
            <a:srgbClr val="FFFFFF">
              <a:shade val="85000"/>
            </a:srgbClr>
          </a:solidFill>
          <a:ln w="38100" cap="sq">
            <a:solidFill>
              <a:srgbClr val="C00000"/>
            </a:solidFill>
            <a:miter lim="800000"/>
            <a:headEnd/>
            <a:tailEnd/>
          </a:ln>
          <a:effectLst/>
        </p:spPr>
      </p:pic>
      <p:pic>
        <p:nvPicPr>
          <p:cNvPr id="66" name="图片 65"/>
          <p:cNvPicPr>
            <a:picLocks noChangeAspect="1"/>
          </p:cNvPicPr>
          <p:nvPr userDrawn="1"/>
        </p:nvPicPr>
        <p:blipFill>
          <a:blip r:embed="rId7" cstate="print">
            <a:extLst>
              <a:ext uri="{BEBA8EAE-BF5A-486C-A8C5-ECC9F3942E4B}">
                <a14:imgProps xmlns:a14="http://schemas.microsoft.com/office/drawing/2010/main">
                  <a14:imgLayer r:embed="rId8">
                    <a14:imgEffect>
                      <a14:sharpenSoften amount="50000"/>
                    </a14:imgEffect>
                  </a14:imgLayer>
                </a14:imgProps>
              </a:ext>
              <a:ext uri="{28A0092B-C50C-407E-A947-70E740481C1C}">
                <a14:useLocalDpi xmlns:a14="http://schemas.microsoft.com/office/drawing/2010/main" val="0"/>
              </a:ext>
            </a:extLst>
          </a:blip>
          <a:stretch>
            <a:fillRect/>
          </a:stretch>
        </p:blipFill>
        <p:spPr>
          <a:xfrm>
            <a:off x="6549815" y="5012123"/>
            <a:ext cx="1961145" cy="1439999"/>
          </a:xfrm>
          <a:prstGeom prst="rect">
            <a:avLst/>
          </a:prstGeom>
          <a:solidFill>
            <a:srgbClr val="FFFFFF">
              <a:shade val="85000"/>
            </a:srgbClr>
          </a:solidFill>
          <a:ln w="38100" cap="sq">
            <a:solidFill>
              <a:srgbClr val="C00000"/>
            </a:solidFill>
            <a:miter lim="800000"/>
            <a:headEnd/>
            <a:tailEnd/>
          </a:ln>
          <a:effectLst/>
        </p:spPr>
      </p:pic>
      <p:grpSp>
        <p:nvGrpSpPr>
          <p:cNvPr id="67" name="组合 66"/>
          <p:cNvGrpSpPr/>
          <p:nvPr userDrawn="1"/>
        </p:nvGrpSpPr>
        <p:grpSpPr>
          <a:xfrm rot="5400000">
            <a:off x="1805622" y="3539448"/>
            <a:ext cx="377411" cy="126909"/>
            <a:chOff x="852982" y="1596593"/>
            <a:chExt cx="881109" cy="296285"/>
          </a:xfrm>
        </p:grpSpPr>
        <p:sp>
          <p:nvSpPr>
            <p:cNvPr id="68" name="椭圆 67"/>
            <p:cNvSpPr/>
            <p:nvPr/>
          </p:nvSpPr>
          <p:spPr>
            <a:xfrm rot="16200000">
              <a:off x="853034" y="1596541"/>
              <a:ext cx="296285" cy="296390"/>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endParaRPr>
            </a:p>
          </p:txBody>
        </p:sp>
        <p:sp>
          <p:nvSpPr>
            <p:cNvPr id="69" name="椭圆 68"/>
            <p:cNvSpPr/>
            <p:nvPr/>
          </p:nvSpPr>
          <p:spPr>
            <a:xfrm rot="16200000">
              <a:off x="879966" y="1623491"/>
              <a:ext cx="242415" cy="242501"/>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endParaRPr>
            </a:p>
          </p:txBody>
        </p:sp>
        <p:sp>
          <p:nvSpPr>
            <p:cNvPr id="70" name="椭圆 69"/>
            <p:cNvSpPr/>
            <p:nvPr/>
          </p:nvSpPr>
          <p:spPr>
            <a:xfrm rot="16200000">
              <a:off x="1437753" y="1596541"/>
              <a:ext cx="296285" cy="296390"/>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endParaRPr>
            </a:p>
          </p:txBody>
        </p:sp>
        <p:sp>
          <p:nvSpPr>
            <p:cNvPr id="71" name="椭圆 70"/>
            <p:cNvSpPr/>
            <p:nvPr/>
          </p:nvSpPr>
          <p:spPr>
            <a:xfrm rot="16200000">
              <a:off x="1464685" y="1623491"/>
              <a:ext cx="242415" cy="242501"/>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endParaRPr>
            </a:p>
          </p:txBody>
        </p:sp>
        <p:grpSp>
          <p:nvGrpSpPr>
            <p:cNvPr id="72" name="组合 71"/>
            <p:cNvGrpSpPr/>
            <p:nvPr/>
          </p:nvGrpSpPr>
          <p:grpSpPr>
            <a:xfrm rot="16200000">
              <a:off x="1238582" y="1443651"/>
              <a:ext cx="101040" cy="612665"/>
              <a:chOff x="2244455" y="772894"/>
              <a:chExt cx="80004" cy="485002"/>
            </a:xfrm>
          </p:grpSpPr>
          <p:sp>
            <p:nvSpPr>
              <p:cNvPr id="73" name="圆角矩形 15"/>
              <p:cNvSpPr/>
              <p:nvPr/>
            </p:nvSpPr>
            <p:spPr>
              <a:xfrm>
                <a:off x="2244455" y="772894"/>
                <a:ext cx="11053" cy="48500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905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endParaRPr>
              </a:p>
            </p:txBody>
          </p:sp>
          <p:sp>
            <p:nvSpPr>
              <p:cNvPr id="74" name="圆角矩形 16"/>
              <p:cNvSpPr/>
              <p:nvPr/>
            </p:nvSpPr>
            <p:spPr>
              <a:xfrm>
                <a:off x="2313406" y="772896"/>
                <a:ext cx="11053" cy="485000"/>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905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endParaRPr>
              </a:p>
            </p:txBody>
          </p:sp>
        </p:grpSp>
      </p:grpSp>
      <p:grpSp>
        <p:nvGrpSpPr>
          <p:cNvPr id="75" name="组合 74"/>
          <p:cNvGrpSpPr/>
          <p:nvPr userDrawn="1"/>
        </p:nvGrpSpPr>
        <p:grpSpPr>
          <a:xfrm rot="5400000">
            <a:off x="9660264" y="3539448"/>
            <a:ext cx="377411" cy="126909"/>
            <a:chOff x="852982" y="1596593"/>
            <a:chExt cx="881109" cy="296285"/>
          </a:xfrm>
        </p:grpSpPr>
        <p:sp>
          <p:nvSpPr>
            <p:cNvPr id="76" name="椭圆 75"/>
            <p:cNvSpPr/>
            <p:nvPr/>
          </p:nvSpPr>
          <p:spPr>
            <a:xfrm rot="16200000">
              <a:off x="853034" y="1596541"/>
              <a:ext cx="296285" cy="296390"/>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endParaRPr>
            </a:p>
          </p:txBody>
        </p:sp>
        <p:sp>
          <p:nvSpPr>
            <p:cNvPr id="77" name="椭圆 76"/>
            <p:cNvSpPr/>
            <p:nvPr/>
          </p:nvSpPr>
          <p:spPr>
            <a:xfrm rot="16200000">
              <a:off x="879966" y="1623491"/>
              <a:ext cx="242415" cy="242501"/>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endParaRPr>
            </a:p>
          </p:txBody>
        </p:sp>
        <p:sp>
          <p:nvSpPr>
            <p:cNvPr id="78" name="椭圆 77"/>
            <p:cNvSpPr/>
            <p:nvPr/>
          </p:nvSpPr>
          <p:spPr>
            <a:xfrm rot="16200000">
              <a:off x="1437753" y="1596541"/>
              <a:ext cx="296285" cy="296390"/>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endParaRPr>
            </a:p>
          </p:txBody>
        </p:sp>
        <p:sp>
          <p:nvSpPr>
            <p:cNvPr id="79" name="椭圆 78"/>
            <p:cNvSpPr/>
            <p:nvPr/>
          </p:nvSpPr>
          <p:spPr>
            <a:xfrm rot="16200000">
              <a:off x="1464685" y="1623491"/>
              <a:ext cx="242415" cy="242501"/>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endParaRPr>
            </a:p>
          </p:txBody>
        </p:sp>
        <p:grpSp>
          <p:nvGrpSpPr>
            <p:cNvPr id="80" name="组合 79"/>
            <p:cNvGrpSpPr/>
            <p:nvPr/>
          </p:nvGrpSpPr>
          <p:grpSpPr>
            <a:xfrm rot="16200000">
              <a:off x="1238582" y="1443651"/>
              <a:ext cx="101040" cy="612665"/>
              <a:chOff x="2244455" y="772894"/>
              <a:chExt cx="80004" cy="485002"/>
            </a:xfrm>
          </p:grpSpPr>
          <p:sp>
            <p:nvSpPr>
              <p:cNvPr id="81" name="圆角矩形 15"/>
              <p:cNvSpPr/>
              <p:nvPr/>
            </p:nvSpPr>
            <p:spPr>
              <a:xfrm>
                <a:off x="2244455" y="772894"/>
                <a:ext cx="11053" cy="48500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905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endParaRPr>
              </a:p>
            </p:txBody>
          </p:sp>
          <p:sp>
            <p:nvSpPr>
              <p:cNvPr id="82" name="圆角矩形 16"/>
              <p:cNvSpPr/>
              <p:nvPr/>
            </p:nvSpPr>
            <p:spPr>
              <a:xfrm>
                <a:off x="2313406" y="772896"/>
                <a:ext cx="11053" cy="485000"/>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905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endParaRPr>
              </a:p>
            </p:txBody>
          </p:sp>
        </p:grpSp>
      </p:grpSp>
      <p:graphicFrame>
        <p:nvGraphicFramePr>
          <p:cNvPr id="83" name="表格 82"/>
          <p:cNvGraphicFramePr>
            <a:graphicFrameLocks noGrp="1"/>
          </p:cNvGraphicFramePr>
          <p:nvPr userDrawn="1"/>
        </p:nvGraphicFramePr>
        <p:xfrm>
          <a:off x="352217" y="208318"/>
          <a:ext cx="11504422" cy="2800954"/>
        </p:xfrm>
        <a:graphic>
          <a:graphicData uri="http://schemas.openxmlformats.org/drawingml/2006/table">
            <a:tbl>
              <a:tblPr/>
              <a:tblGrid>
                <a:gridCol w="2027995"/>
                <a:gridCol w="5460595"/>
                <a:gridCol w="2007916"/>
                <a:gridCol w="2007916"/>
              </a:tblGrid>
              <a:tr h="477462">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2004.09-2010.10</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a:noFill/>
                    </a:lnL>
                    <a:lnR w="9525" cap="flat" cmpd="sng" algn="ctr">
                      <a:solidFill>
                        <a:srgbClr val="123995"/>
                      </a:solidFill>
                      <a:prstDash val="solid"/>
                      <a:round/>
                      <a:headEnd type="none" w="med" len="med"/>
                      <a:tailEnd type="none" w="med" len="med"/>
                    </a:lnR>
                    <a:lnT w="19050"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国防科技大学信息系统与管理学院</a:t>
                      </a:r>
                      <a:endParaRPr kumimoji="0" lang="en-US" altLang="zh-CN"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19050"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本科、硕士</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19050"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rowSpan="5">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a:noFill/>
                    </a:lnTlToBr>
                    <a:lnBlToTr>
                      <a:noFill/>
                    </a:lnBlToTr>
                    <a:noFill/>
                  </a:tcPr>
                </a:tc>
              </a:tr>
              <a:tr h="950089">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2010.11-2014.01</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a:noFill/>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国防科技大学信息系统与管理学院</a:t>
                      </a:r>
                      <a:endParaRPr kumimoji="0" lang="en-US" altLang="zh-CN"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谢菲尔德大学自动控制与系统工程系</a:t>
                      </a:r>
                      <a:endParaRPr kumimoji="0" lang="en-US" altLang="zh-CN"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The OR Society </a:t>
                      </a:r>
                      <a:r>
                        <a:rPr kumimoji="0" lang="zh-CN" altLang="en-US" sz="1600" b="1"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优秀博士论文奖</a:t>
                      </a:r>
                      <a:endParaRPr kumimoji="0" lang="zh-CN" altLang="en-US" sz="1600" b="1"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Arial" panose="020B0604020202020204" pitchFamily="34" charset="0"/>
                        </a:rPr>
                        <a:t>博士</a:t>
                      </a: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Wingdings" panose="05000000000000000000" pitchFamily="2" charset="2"/>
                        </a:rPr>
                        <a:t>（</a:t>
                      </a:r>
                      <a:r>
                        <a:rPr kumimoji="0" lang="zh-CN" altLang="en-US" sz="1600" b="0" kern="1200" dirty="0">
                          <a:solidFill>
                            <a:schemeClr val="tx1">
                              <a:lumMod val="85000"/>
                              <a:lumOff val="15000"/>
                            </a:schemeClr>
                          </a:solidFill>
                          <a:latin typeface="+mn-ea"/>
                          <a:ea typeface="黑体" panose="02010609060101010101" pitchFamily="49" charset="-122"/>
                          <a:cs typeface="Times New Roman" panose="02020603050405020304" pitchFamily="18" charset="0"/>
                          <a:sym typeface="Arial" panose="020B0604020202020204" pitchFamily="34" charset="0"/>
                        </a:rPr>
                        <a:t>导师   郭波教授</a:t>
                      </a:r>
                      <a:r>
                        <a:rPr kumimoji="0" lang="zh-CN" altLang="en-US" sz="1600" b="0" kern="1200" dirty="0">
                          <a:solidFill>
                            <a:schemeClr val="tx1">
                              <a:lumMod val="85000"/>
                              <a:lumOff val="15000"/>
                            </a:schemeClr>
                          </a:solidFill>
                          <a:latin typeface="+mn-ea"/>
                          <a:ea typeface="+mn-ea"/>
                          <a:cs typeface="Times New Roman" panose="02020603050405020304" pitchFamily="18" charset="0"/>
                          <a:sym typeface="Wingdings" panose="05000000000000000000" pitchFamily="2" charset="2"/>
                        </a:rPr>
                        <a:t>）</a:t>
                      </a:r>
                      <a:endParaRPr kumimoji="0" lang="zh-CN" altLang="en-US" sz="1600" b="0" kern="1200" dirty="0">
                        <a:solidFill>
                          <a:schemeClr val="tx1">
                            <a:lumMod val="85000"/>
                            <a:lumOff val="15000"/>
                          </a:schemeClr>
                        </a:solidFill>
                        <a:latin typeface="+mn-ea"/>
                        <a:ea typeface="黑体" panose="02010609060101010101" pitchFamily="49" charset="-122"/>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vMerge="1">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r>
              <a:tr h="457801">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2014.01-</a:t>
                      </a:r>
                      <a:r>
                        <a:rPr kumimoji="0" lang="zh-CN" altLang="en-US"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至     今 </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a:noFill/>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国防科技大学系统工程学院</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ZapfDingbatsITC"/>
                        <a:defRPr sz="2400">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ts val="500"/>
                        </a:spcBef>
                        <a:buFont typeface="ZapfDingbatsITC"/>
                        <a:defRPr sz="20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LucidaGrande"/>
                        <a:defRPr>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500"/>
                        </a:spcBef>
                        <a:buFont typeface="ZapfDingbatsITC"/>
                        <a:defRPr sz="16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500"/>
                        </a:spcBef>
                        <a:spcAft>
                          <a:spcPct val="0"/>
                        </a:spcAft>
                        <a:buFont typeface="ZapfDingbatsITC"/>
                        <a:defRPr sz="16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a:solidFill>
                            <a:schemeClr val="tx1">
                              <a:lumMod val="85000"/>
                              <a:lumOff val="15000"/>
                            </a:schemeClr>
                          </a:solidFill>
                          <a:latin typeface="+mn-ea"/>
                          <a:ea typeface="+mn-ea"/>
                          <a:cs typeface="Times New Roman" panose="02020603050405020304" pitchFamily="18" charset="0"/>
                        </a:rPr>
                        <a:t>讲师、副研</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vMerge="1">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r>
              <a:tr h="457801">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2022.10-</a:t>
                      </a:r>
                      <a:r>
                        <a:rPr kumimoji="0" lang="zh-CN" altLang="en-US" sz="1600" b="0" kern="1200">
                          <a:solidFill>
                            <a:schemeClr val="tx1">
                              <a:lumMod val="85000"/>
                              <a:lumOff val="15000"/>
                            </a:schemeClr>
                          </a:solidFill>
                          <a:latin typeface="+mn-ea"/>
                          <a:ea typeface="+mn-ea"/>
                          <a:cs typeface="Times New Roman" panose="02020603050405020304" pitchFamily="18" charset="0"/>
                          <a:sym typeface="Arial" panose="020B0604020202020204" pitchFamily="34" charset="0"/>
                        </a:rPr>
                        <a:t>至     今 </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a:noFill/>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a:solidFill>
                            <a:schemeClr val="tx1">
                              <a:lumMod val="85000"/>
                              <a:lumOff val="15000"/>
                            </a:schemeClr>
                          </a:solidFill>
                          <a:latin typeface="+mn-ea"/>
                          <a:ea typeface="+mn-ea"/>
                          <a:cs typeface="Times New Roman" panose="02020603050405020304" pitchFamily="18" charset="0"/>
                        </a:rPr>
                        <a:t>国防科技大学系统工程学院装备管理系</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rPr>
                        <a:t>副主任</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c vMerge="1">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a:noFill/>
                    </a:lnTlToBr>
                    <a:lnBlToTr>
                      <a:noFill/>
                    </a:lnBlToTr>
                    <a:noFill/>
                  </a:tcPr>
                </a:tc>
              </a:tr>
              <a:tr h="457801">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kern="1200" dirty="0">
                          <a:solidFill>
                            <a:schemeClr val="tx1">
                              <a:lumMod val="85000"/>
                              <a:lumOff val="15000"/>
                            </a:schemeClr>
                          </a:solidFill>
                          <a:latin typeface="+mn-ea"/>
                          <a:ea typeface="+mn-ea"/>
                          <a:cs typeface="Times New Roman" panose="02020603050405020304" pitchFamily="18" charset="0"/>
                        </a:rPr>
                        <a:t>2022.05-</a:t>
                      </a:r>
                      <a:r>
                        <a:rPr kumimoji="0" lang="zh-CN" altLang="en-US" sz="1600" b="0" kern="1200" dirty="0">
                          <a:solidFill>
                            <a:schemeClr val="tx1">
                              <a:lumMod val="85000"/>
                              <a:lumOff val="15000"/>
                            </a:schemeClr>
                          </a:solidFill>
                          <a:latin typeface="+mn-ea"/>
                          <a:ea typeface="+mn-ea"/>
                          <a:cs typeface="Times New Roman" panose="02020603050405020304" pitchFamily="18" charset="0"/>
                        </a:rPr>
                        <a:t>至     今</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a:noFill/>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rPr>
                        <a:t>多能源系统智慧互联省重点实验室</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kern="1200" dirty="0">
                          <a:solidFill>
                            <a:schemeClr val="tx1">
                              <a:lumMod val="85000"/>
                              <a:lumOff val="15000"/>
                            </a:schemeClr>
                          </a:solidFill>
                          <a:latin typeface="+mn-ea"/>
                          <a:ea typeface="+mn-ea"/>
                          <a:cs typeface="Times New Roman" panose="02020603050405020304" pitchFamily="18" charset="0"/>
                        </a:rPr>
                        <a:t>常务副主任</a:t>
                      </a:r>
                      <a:endParaRPr kumimoji="0" lang="zh-CN" altLang="en-US" sz="1600" b="0" kern="1200" dirty="0">
                        <a:solidFill>
                          <a:schemeClr val="tx1">
                            <a:lumMod val="85000"/>
                            <a:lumOff val="15000"/>
                          </a:schemeClr>
                        </a:solidFill>
                        <a:latin typeface="+mn-ea"/>
                        <a:ea typeface="+mn-ea"/>
                        <a:cs typeface="Times New Roman" panose="02020603050405020304" pitchFamily="18" charset="0"/>
                      </a:endParaRPr>
                    </a:p>
                  </a:txBody>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a:noFill/>
                    </a:lnTlToBr>
                    <a:lnBlToTr>
                      <a:noFill/>
                    </a:lnBlToTr>
                    <a:noFill/>
                  </a:tcPr>
                </a:tc>
                <a:tc vMerge="1">
                  <a:tcPr marT="45710" marB="45710" anchor="ctr" horzOverflow="overflow">
                    <a:lnL w="9525" cap="flat" cmpd="sng" algn="ctr">
                      <a:solidFill>
                        <a:srgbClr val="123995"/>
                      </a:solidFill>
                      <a:prstDash val="solid"/>
                      <a:round/>
                      <a:headEnd type="none" w="med" len="med"/>
                      <a:tailEnd type="none" w="med" len="med"/>
                    </a:lnL>
                    <a:lnR w="9525" cap="flat" cmpd="sng" algn="ctr">
                      <a:solidFill>
                        <a:srgbClr val="123995"/>
                      </a:solidFill>
                      <a:prstDash val="solid"/>
                      <a:round/>
                      <a:headEnd type="none" w="med" len="med"/>
                      <a:tailEnd type="none" w="med" len="med"/>
                    </a:lnR>
                    <a:lnT w="9525"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a:noFill/>
                    </a:lnTlToBr>
                    <a:lnBlToTr>
                      <a:noFill/>
                    </a:lnBlToTr>
                    <a:noFill/>
                  </a:tcPr>
                </a:tc>
              </a:tr>
            </a:tbl>
          </a:graphicData>
        </a:graphic>
      </p:graphicFrame>
      <p:sp>
        <p:nvSpPr>
          <p:cNvPr id="84" name="矩形 83"/>
          <p:cNvSpPr/>
          <p:nvPr userDrawn="1"/>
        </p:nvSpPr>
        <p:spPr>
          <a:xfrm>
            <a:off x="617133" y="3679710"/>
            <a:ext cx="4974812" cy="12670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dist" defTabSz="914400" rtl="0" eaLnBrk="1" fontAlgn="base" latinLnBrk="0" hangingPunct="1">
              <a:lnSpc>
                <a:spcPct val="100000"/>
              </a:lnSpc>
              <a:spcBef>
                <a:spcPts val="600"/>
              </a:spcBef>
              <a:spcAft>
                <a:spcPct val="0"/>
              </a:spcAft>
              <a:buClr>
                <a:schemeClr val="tx2"/>
              </a:buClr>
              <a:buSzPct val="80000"/>
              <a:buFont typeface="Wingdings" panose="05000000000000000000" pitchFamily="2" charset="2"/>
              <a:buChar char="n"/>
              <a:defRPr/>
            </a:pPr>
            <a:r>
              <a:rPr lang="zh-CN" altLang="en-US" sz="1800" b="1" dirty="0">
                <a:solidFill>
                  <a:schemeClr val="tx1"/>
                </a:solidFill>
                <a:latin typeface="+mn-lt"/>
                <a:ea typeface="+mn-ea"/>
                <a:cs typeface="+mn-ea"/>
                <a:sym typeface="+mn-lt"/>
              </a:rPr>
              <a:t>国家优秀青年科学基金资助</a:t>
            </a:r>
            <a:endParaRPr lang="en-US" altLang="zh-CN" sz="1800" b="1" dirty="0">
              <a:solidFill>
                <a:schemeClr val="tx1"/>
              </a:solidFill>
              <a:latin typeface="+mn-lt"/>
              <a:ea typeface="+mn-ea"/>
              <a:cs typeface="+mn-ea"/>
              <a:sym typeface="+mn-lt"/>
            </a:endParaRPr>
          </a:p>
          <a:p>
            <a:pPr marL="285750" indent="-285750" algn="dist">
              <a:spcBef>
                <a:spcPts val="600"/>
              </a:spcBef>
              <a:buClr>
                <a:schemeClr val="tx2"/>
              </a:buClr>
              <a:buSzPct val="80000"/>
              <a:buFont typeface="Wingdings" panose="05000000000000000000" pitchFamily="2" charset="2"/>
              <a:buChar char="n"/>
            </a:pPr>
            <a:r>
              <a:rPr lang="zh-CN" altLang="en-US" sz="1800" b="1" dirty="0">
                <a:solidFill>
                  <a:schemeClr val="tx1"/>
                </a:solidFill>
                <a:latin typeface="+mn-lt"/>
                <a:ea typeface="+mn-ea"/>
                <a:cs typeface="+mn-ea"/>
                <a:sym typeface="+mn-lt"/>
              </a:rPr>
              <a:t>教育部自然科学二等奖（</a:t>
            </a:r>
            <a:r>
              <a:rPr lang="en-US" altLang="zh-CN" sz="1800" b="1" dirty="0">
                <a:solidFill>
                  <a:schemeClr val="tx1"/>
                </a:solidFill>
                <a:latin typeface="+mn-lt"/>
                <a:ea typeface="+mn-ea"/>
                <a:cs typeface="+mn-ea"/>
                <a:sym typeface="+mn-lt"/>
              </a:rPr>
              <a:t>1</a:t>
            </a:r>
            <a:r>
              <a:rPr lang="zh-CN" altLang="en-US" sz="1800" b="1" dirty="0">
                <a:solidFill>
                  <a:schemeClr val="tx1"/>
                </a:solidFill>
                <a:latin typeface="+mn-lt"/>
                <a:ea typeface="+mn-ea"/>
                <a:cs typeface="+mn-ea"/>
                <a:sym typeface="+mn-lt"/>
              </a:rPr>
              <a:t>）</a:t>
            </a:r>
            <a:endParaRPr lang="en-US" altLang="zh-CN" sz="1800" b="1" dirty="0">
              <a:solidFill>
                <a:schemeClr val="tx1"/>
              </a:solidFill>
              <a:latin typeface="+mn-lt"/>
              <a:ea typeface="+mn-ea"/>
              <a:cs typeface="+mn-ea"/>
              <a:sym typeface="+mn-lt"/>
            </a:endParaRPr>
          </a:p>
          <a:p>
            <a:pPr marL="285750" indent="-285750" algn="dist">
              <a:spcBef>
                <a:spcPts val="600"/>
              </a:spcBef>
              <a:buClr>
                <a:schemeClr val="tx2"/>
              </a:buClr>
              <a:buSzPct val="80000"/>
              <a:buFont typeface="Wingdings" panose="05000000000000000000" pitchFamily="2" charset="2"/>
              <a:buChar char="n"/>
            </a:pPr>
            <a:r>
              <a:rPr lang="zh-CN" altLang="en-US" sz="1800" b="1" dirty="0">
                <a:solidFill>
                  <a:schemeClr val="tx1"/>
                </a:solidFill>
                <a:latin typeface="+mn-lt"/>
                <a:ea typeface="+mn-ea"/>
                <a:cs typeface="+mn-ea"/>
                <a:sym typeface="+mn-lt"/>
              </a:rPr>
              <a:t>入选军队高层次科技创新人才工程</a:t>
            </a:r>
            <a:endParaRPr lang="zh-CN" altLang="en-US" sz="1800" b="1" dirty="0">
              <a:solidFill>
                <a:schemeClr val="tx1"/>
              </a:solidFill>
              <a:latin typeface="+mn-lt"/>
              <a:ea typeface="+mn-ea"/>
              <a:cs typeface="+mn-ea"/>
              <a:sym typeface="+mn-lt"/>
            </a:endParaRPr>
          </a:p>
        </p:txBody>
      </p:sp>
      <p:sp>
        <p:nvSpPr>
          <p:cNvPr id="85" name="矩形 84"/>
          <p:cNvSpPr/>
          <p:nvPr userDrawn="1"/>
        </p:nvSpPr>
        <p:spPr>
          <a:xfrm>
            <a:off x="6678324" y="3657344"/>
            <a:ext cx="5034300" cy="12670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dist" defTabSz="914400" rtl="0" eaLnBrk="1" fontAlgn="base" latinLnBrk="0" hangingPunct="1">
              <a:lnSpc>
                <a:spcPct val="100000"/>
              </a:lnSpc>
              <a:spcBef>
                <a:spcPts val="600"/>
              </a:spcBef>
              <a:spcAft>
                <a:spcPct val="0"/>
              </a:spcAft>
              <a:buClr>
                <a:schemeClr val="tx2"/>
              </a:buClr>
              <a:buSzPct val="80000"/>
              <a:buFont typeface="Wingdings" panose="05000000000000000000" pitchFamily="2" charset="2"/>
              <a:buChar char="n"/>
              <a:defRPr/>
            </a:pPr>
            <a:r>
              <a:rPr lang="zh-CN" altLang="en-US" sz="1800" b="1" dirty="0">
                <a:solidFill>
                  <a:schemeClr val="tx1"/>
                </a:solidFill>
                <a:latin typeface="+mn-lt"/>
                <a:ea typeface="+mn-ea"/>
                <a:cs typeface="+mn-ea"/>
                <a:sym typeface="+mn-lt"/>
              </a:rPr>
              <a:t>第十一届湖南省青年科技奖</a:t>
            </a:r>
            <a:endParaRPr lang="en-US" altLang="zh-CN" sz="1800" b="1" dirty="0">
              <a:solidFill>
                <a:schemeClr val="tx1"/>
              </a:solidFill>
              <a:latin typeface="+mn-lt"/>
              <a:ea typeface="+mn-ea"/>
              <a:cs typeface="+mn-ea"/>
              <a:sym typeface="+mn-lt"/>
            </a:endParaRPr>
          </a:p>
          <a:p>
            <a:pPr marL="285750" indent="-285750" algn="dist">
              <a:spcBef>
                <a:spcPts val="600"/>
              </a:spcBef>
              <a:buClr>
                <a:schemeClr val="tx2"/>
              </a:buClr>
              <a:buSzPct val="80000"/>
              <a:buFont typeface="Wingdings" panose="05000000000000000000" pitchFamily="2" charset="2"/>
              <a:buChar char="n"/>
            </a:pPr>
            <a:r>
              <a:rPr lang="zh-CN" altLang="en-US" sz="1800" b="1" dirty="0">
                <a:solidFill>
                  <a:schemeClr val="tx1"/>
                </a:solidFill>
                <a:latin typeface="+mn-lt"/>
                <a:ea typeface="+mn-ea"/>
                <a:cs typeface="+mn-ea"/>
                <a:sym typeface="+mn-lt"/>
              </a:rPr>
              <a:t>中国仿真学会自然科学一等奖</a:t>
            </a:r>
            <a:r>
              <a:rPr lang="en-US" altLang="zh-CN" sz="1800" b="1" dirty="0">
                <a:solidFill>
                  <a:schemeClr val="tx1"/>
                </a:solidFill>
                <a:latin typeface="+mn-lt"/>
                <a:ea typeface="+mn-ea"/>
                <a:cs typeface="+mn-ea"/>
                <a:sym typeface="+mn-lt"/>
              </a:rPr>
              <a:t>(1)</a:t>
            </a:r>
            <a:endParaRPr lang="en-US" altLang="zh-CN" sz="1800" b="1" dirty="0">
              <a:solidFill>
                <a:schemeClr val="tx1"/>
              </a:solidFill>
              <a:latin typeface="+mn-lt"/>
              <a:ea typeface="+mn-ea"/>
              <a:cs typeface="+mn-ea"/>
              <a:sym typeface="+mn-lt"/>
            </a:endParaRPr>
          </a:p>
          <a:p>
            <a:pPr marL="285750" indent="-285750" algn="dist">
              <a:spcBef>
                <a:spcPts val="600"/>
              </a:spcBef>
              <a:buClr>
                <a:schemeClr val="tx2"/>
              </a:buClr>
              <a:buSzPct val="80000"/>
              <a:buFont typeface="Wingdings" panose="05000000000000000000" pitchFamily="2" charset="2"/>
              <a:buChar char="n"/>
            </a:pPr>
            <a:r>
              <a:rPr lang="zh-CN" altLang="en-US" sz="1800" b="1" dirty="0">
                <a:solidFill>
                  <a:schemeClr val="tx1"/>
                </a:solidFill>
                <a:latin typeface="+mn-lt"/>
                <a:ea typeface="+mn-ea"/>
                <a:cs typeface="+mn-ea"/>
                <a:sym typeface="+mn-lt"/>
              </a:rPr>
              <a:t>首届吴文俊人工智能优秀青年奖</a:t>
            </a:r>
            <a:endParaRPr lang="zh-CN" altLang="en-US" sz="1800" b="1" dirty="0">
              <a:solidFill>
                <a:schemeClr val="tx1"/>
              </a:solidFill>
              <a:latin typeface="+mn-lt"/>
              <a:ea typeface="+mn-ea"/>
              <a:cs typeface="+mn-ea"/>
              <a:sym typeface="+mn-lt"/>
            </a:endParaRPr>
          </a:p>
        </p:txBody>
      </p:sp>
      <p:pic>
        <p:nvPicPr>
          <p:cNvPr id="86" name="图片 85"/>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9964512" y="306011"/>
            <a:ext cx="1854429" cy="2596202"/>
          </a:xfrm>
          <a:prstGeom prst="rect">
            <a:avLst/>
          </a:prstGeom>
        </p:spPr>
      </p:pic>
      <p:pic>
        <p:nvPicPr>
          <p:cNvPr id="91" name="图片 90"/>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9840417" y="5006728"/>
            <a:ext cx="1800200" cy="1458928"/>
          </a:xfrm>
          <a:prstGeom prst="rect">
            <a:avLst/>
          </a:prstGeom>
          <a:solidFill>
            <a:srgbClr val="FFFFFF">
              <a:shade val="85000"/>
            </a:srgbClr>
          </a:solidFill>
          <a:ln w="38100" cap="sq">
            <a:solidFill>
              <a:srgbClr val="C00000"/>
            </a:solidFill>
            <a:miter lim="800000"/>
            <a:headEnd/>
            <a:tailEnd/>
          </a:ln>
          <a:effectLst/>
        </p:spPr>
      </p:pic>
      <p:pic>
        <p:nvPicPr>
          <p:cNvPr id="94" name="图片 93"/>
          <p:cNvPicPr>
            <a:picLocks noChangeAspect="1"/>
          </p:cNvPicPr>
          <p:nvPr userDrawn="1"/>
        </p:nvPicPr>
        <p:blipFill>
          <a:blip r:embed="rId11"/>
          <a:stretch>
            <a:fillRect/>
          </a:stretch>
        </p:blipFill>
        <p:spPr>
          <a:xfrm>
            <a:off x="8601843" y="4993194"/>
            <a:ext cx="1147694" cy="1458928"/>
          </a:xfrm>
          <a:prstGeom prst="rect">
            <a:avLst/>
          </a:prstGeom>
          <a:solidFill>
            <a:srgbClr val="FFFFFF">
              <a:shade val="85000"/>
            </a:srgbClr>
          </a:solidFill>
          <a:ln w="38100" cap="sq">
            <a:solidFill>
              <a:srgbClr val="C00000"/>
            </a:solidFill>
            <a:miter lim="800000"/>
            <a:headEnd/>
            <a:tailEnd/>
          </a:ln>
          <a:effectLst/>
        </p:spPr>
      </p:pic>
    </p:spTree>
  </p:cSld>
  <p:clrMapOvr>
    <a:masterClrMapping/>
  </p:clrMapOvr>
  <p:hf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showMasterSp="0">
  <p:cSld name="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88" name="矩形 87"/>
          <p:cNvSpPr/>
          <p:nvPr/>
        </p:nvSpPr>
        <p:spPr>
          <a:xfrm>
            <a:off x="-16280" y="2276873"/>
            <a:ext cx="12208280" cy="25144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nvGrpSpPr>
          <p:cNvPr id="2" name="组合 1"/>
          <p:cNvGrpSpPr/>
          <p:nvPr/>
        </p:nvGrpSpPr>
        <p:grpSpPr>
          <a:xfrm>
            <a:off x="1487488" y="1982491"/>
            <a:ext cx="9217024" cy="618114"/>
            <a:chOff x="1763688" y="1982491"/>
            <a:chExt cx="5616624" cy="618114"/>
          </a:xfrm>
        </p:grpSpPr>
        <p:sp>
          <p:nvSpPr>
            <p:cNvPr id="87" name="梯形 86"/>
            <p:cNvSpPr/>
            <p:nvPr userDrawn="1"/>
          </p:nvSpPr>
          <p:spPr>
            <a:xfrm>
              <a:off x="1763688" y="1982491"/>
              <a:ext cx="5616624" cy="294382"/>
            </a:xfrm>
            <a:prstGeom prst="trapezoid">
              <a:avLst>
                <a:gd name="adj" fmla="val 46763"/>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9" name="梯形 88"/>
            <p:cNvSpPr/>
            <p:nvPr userDrawn="1"/>
          </p:nvSpPr>
          <p:spPr>
            <a:xfrm flipV="1">
              <a:off x="1907705" y="1982491"/>
              <a:ext cx="5328591" cy="618114"/>
            </a:xfrm>
            <a:prstGeom prst="trapezoi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93" name="文本框 21"/>
          <p:cNvSpPr txBox="1"/>
          <p:nvPr/>
        </p:nvSpPr>
        <p:spPr>
          <a:xfrm>
            <a:off x="2495599" y="2018517"/>
            <a:ext cx="7272809" cy="523220"/>
          </a:xfrm>
          <a:prstGeom prst="rect">
            <a:avLst/>
          </a:prstGeom>
        </p:spPr>
        <p:txBody>
          <a:bodyPr wrap="square">
            <a:spAutoFit/>
          </a:bodyPr>
          <a:lstStyle>
            <a:defPPr>
              <a:defRPr lang="zh-CN"/>
            </a:defPPr>
            <a:lvl1pPr algn="ctr">
              <a:defRPr sz="4000" b="1" spc="0">
                <a:solidFill>
                  <a:schemeClr val="bg1"/>
                </a:solidFill>
                <a:latin typeface="+mn-ea"/>
                <a:ea typeface="+mn-ea"/>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lgn="dist"/>
            <a:r>
              <a:rPr lang="zh-CN" altLang="en-US" sz="2800" b="0" dirty="0">
                <a:ln w="3175">
                  <a:solidFill>
                    <a:schemeClr val="bg1"/>
                  </a:solidFill>
                </a:ln>
                <a:effectLst>
                  <a:outerShdw blurRad="38100" dist="38100" dir="2700000" algn="tl">
                    <a:srgbClr val="000000">
                      <a:alpha val="43137"/>
                    </a:srgbClr>
                  </a:outerShdw>
                </a:effectLst>
                <a:sym typeface="Wingdings" panose="05000000000000000000" pitchFamily="2" charset="2"/>
              </a:rPr>
              <a:t>国防科技大学系统工程学院</a:t>
            </a:r>
            <a:endParaRPr lang="zh-CN" altLang="en-US" sz="2800" b="0" dirty="0">
              <a:ln w="3175">
                <a:solidFill>
                  <a:schemeClr val="bg1"/>
                </a:solidFill>
              </a:ln>
              <a:effectLst>
                <a:outerShdw blurRad="38100" dist="38100" dir="2700000" algn="tl">
                  <a:srgbClr val="000000">
                    <a:alpha val="43137"/>
                  </a:srgbClr>
                </a:outerShdw>
              </a:effectLst>
              <a:sym typeface="Wingdings" panose="05000000000000000000" pitchFamily="2" charset="2"/>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3912" y="244301"/>
            <a:ext cx="1605664" cy="1610530"/>
          </a:xfrm>
          <a:prstGeom prst="rect">
            <a:avLst/>
          </a:prstGeom>
        </p:spPr>
      </p:pic>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43809" y="244301"/>
            <a:ext cx="1605664" cy="1610530"/>
          </a:xfrm>
          <a:prstGeom prst="rect">
            <a:avLst/>
          </a:prstGeom>
        </p:spPr>
      </p:pic>
    </p:spTree>
  </p:cSld>
  <p:clrMapOvr>
    <a:masterClrMapping/>
  </p:clrMapOvr>
  <p:hf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showMasterSp="0">
  <p:cSld name="1_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5" name="梯形 14"/>
          <p:cNvSpPr/>
          <p:nvPr/>
        </p:nvSpPr>
        <p:spPr>
          <a:xfrm>
            <a:off x="759997" y="897600"/>
            <a:ext cx="4279887" cy="343555"/>
          </a:xfrm>
          <a:prstGeom prst="trapezoid">
            <a:avLst>
              <a:gd name="adj" fmla="val 4574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p:nvSpPr>
        <p:spPr>
          <a:xfrm>
            <a:off x="0" y="1241155"/>
            <a:ext cx="12192000" cy="471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7" name="梯形 16"/>
          <p:cNvSpPr/>
          <p:nvPr/>
        </p:nvSpPr>
        <p:spPr>
          <a:xfrm flipV="1">
            <a:off x="968813" y="897599"/>
            <a:ext cx="3862255" cy="1197696"/>
          </a:xfrm>
          <a:prstGeom prst="trapezoid">
            <a:avLst>
              <a:gd name="adj" fmla="val 2099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9" name="TextBox 44"/>
          <p:cNvSpPr txBox="1"/>
          <p:nvPr/>
        </p:nvSpPr>
        <p:spPr>
          <a:xfrm>
            <a:off x="1614934" y="944604"/>
            <a:ext cx="2570009" cy="1077218"/>
          </a:xfrm>
          <a:prstGeom prst="rect">
            <a:avLst/>
          </a:prstGeom>
          <a:noFill/>
        </p:spPr>
        <p:txBody>
          <a:bodyPr wrap="square" rtlCol="0">
            <a:spAutoFit/>
          </a:bodyPr>
          <a:lstStyle/>
          <a:p>
            <a:pPr algn="ctr"/>
            <a:r>
              <a:rPr lang="zh-CN" altLang="en-US" sz="4000" b="1" dirty="0">
                <a:solidFill>
                  <a:schemeClr val="bg1"/>
                </a:solidFill>
                <a:latin typeface="+mn-ea"/>
                <a:ea typeface="+mn-ea"/>
              </a:rPr>
              <a:t>目  录</a:t>
            </a:r>
            <a:endParaRPr lang="en-US" altLang="zh-CN" sz="4000" b="1" dirty="0">
              <a:solidFill>
                <a:schemeClr val="bg1"/>
              </a:solidFill>
              <a:latin typeface="+mn-ea"/>
              <a:ea typeface="+mn-ea"/>
            </a:endParaRPr>
          </a:p>
          <a:p>
            <a:pPr algn="ctr"/>
            <a:r>
              <a:rPr lang="en-US" sz="2400" b="1" dirty="0">
                <a:solidFill>
                  <a:schemeClr val="bg1"/>
                </a:solidFill>
                <a:latin typeface="+mn-ea"/>
                <a:ea typeface="+mn-ea"/>
              </a:rPr>
              <a:t>CONTENTS</a:t>
            </a:r>
            <a:endParaRPr lang="en-US" sz="2400" b="1" dirty="0">
              <a:solidFill>
                <a:schemeClr val="bg1"/>
              </a:solidFill>
              <a:latin typeface="+mn-ea"/>
              <a:ea typeface="+mn-ea"/>
            </a:endParaRPr>
          </a:p>
        </p:txBody>
      </p:sp>
      <p:sp>
        <p:nvSpPr>
          <p:cNvPr id="41" name="文本框 17"/>
          <p:cNvSpPr txBox="1"/>
          <p:nvPr/>
        </p:nvSpPr>
        <p:spPr>
          <a:xfrm>
            <a:off x="5231904" y="2438850"/>
            <a:ext cx="2397290" cy="584775"/>
          </a:xfrm>
          <a:prstGeom prst="rect">
            <a:avLst/>
          </a:prstGeom>
          <a:noFill/>
        </p:spPr>
        <p:txBody>
          <a:bodyPr wrap="square" rtlCol="0" anchor="ctr">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defTabSz="685800">
              <a:defRPr/>
            </a:pPr>
            <a:r>
              <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rPr>
              <a:t>使命担当</a:t>
            </a:r>
            <a:endPar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endParaRPr>
          </a:p>
        </p:txBody>
      </p:sp>
      <p:sp>
        <p:nvSpPr>
          <p:cNvPr id="42" name="文本框 17"/>
          <p:cNvSpPr txBox="1"/>
          <p:nvPr/>
        </p:nvSpPr>
        <p:spPr>
          <a:xfrm>
            <a:off x="5218922" y="3492660"/>
            <a:ext cx="2402157" cy="58477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chemeClr val="bg1"/>
                </a:solidFill>
                <a:effectLst>
                  <a:outerShdw blurRad="38100" dist="38100" dir="2700000" algn="tl">
                    <a:srgbClr val="000000">
                      <a:alpha val="43137"/>
                    </a:srgbClr>
                  </a:outerShdw>
                </a:effectLst>
              </a:rPr>
              <a:t>愿景目标</a:t>
            </a:r>
            <a:endParaRPr lang="zh-CN" altLang="en-US" sz="3200" dirty="0">
              <a:ln w="6350">
                <a:noFill/>
              </a:ln>
              <a:solidFill>
                <a:schemeClr val="bg1"/>
              </a:solidFill>
              <a:effectLst>
                <a:outerShdw blurRad="38100" dist="38100" dir="2700000" algn="tl">
                  <a:srgbClr val="000000">
                    <a:alpha val="43137"/>
                  </a:srgbClr>
                </a:outerShdw>
              </a:effectLst>
            </a:endParaRPr>
          </a:p>
        </p:txBody>
      </p:sp>
      <p:sp>
        <p:nvSpPr>
          <p:cNvPr id="45" name="Freeform 5"/>
          <p:cNvSpPr>
            <a:spLocks noChangeAspect="1"/>
          </p:cNvSpPr>
          <p:nvPr/>
        </p:nvSpPr>
        <p:spPr bwMode="auto">
          <a:xfrm>
            <a:off x="4028794" y="3477564"/>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a:effectLst>
                  <a:outerShdw blurRad="38100" dist="38100" dir="2700000" algn="tl">
                    <a:srgbClr val="000000">
                      <a:alpha val="43137"/>
                    </a:srgbClr>
                  </a:outerShdw>
                </a:effectLst>
                <a:sym typeface="+mn-lt"/>
              </a:rPr>
              <a:t>二</a:t>
            </a:r>
            <a:endParaRPr lang="zh-CN" altLang="en-US" sz="2400" b="1" dirty="0">
              <a:effectLst>
                <a:outerShdw blurRad="38100" dist="38100" dir="2700000" algn="tl">
                  <a:srgbClr val="000000">
                    <a:alpha val="43137"/>
                  </a:srgbClr>
                </a:outerShdw>
              </a:effectLst>
              <a:sym typeface="+mn-lt"/>
            </a:endParaRPr>
          </a:p>
        </p:txBody>
      </p:sp>
      <p:sp>
        <p:nvSpPr>
          <p:cNvPr id="18" name="文本框 17"/>
          <p:cNvSpPr txBox="1"/>
          <p:nvPr/>
        </p:nvSpPr>
        <p:spPr>
          <a:xfrm>
            <a:off x="5239179" y="4584475"/>
            <a:ext cx="2394563" cy="58477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chemeClr val="bg1"/>
                </a:solidFill>
                <a:effectLst>
                  <a:outerShdw blurRad="38100" dist="38100" dir="2700000" algn="tl">
                    <a:srgbClr val="000000">
                      <a:alpha val="43137"/>
                    </a:srgbClr>
                  </a:outerShdw>
                </a:effectLst>
              </a:rPr>
              <a:t>当前工作</a:t>
            </a:r>
            <a:endParaRPr lang="zh-CN" altLang="en-US" sz="3200" dirty="0">
              <a:ln w="6350">
                <a:noFill/>
              </a:ln>
              <a:solidFill>
                <a:schemeClr val="bg1"/>
              </a:solidFill>
              <a:effectLst>
                <a:outerShdw blurRad="38100" dist="38100" dir="2700000" algn="tl">
                  <a:srgbClr val="000000">
                    <a:alpha val="43137"/>
                  </a:srgbClr>
                </a:outerShdw>
              </a:effectLst>
            </a:endParaRPr>
          </a:p>
        </p:txBody>
      </p:sp>
      <p:sp>
        <p:nvSpPr>
          <p:cNvPr id="19" name="Freeform 5"/>
          <p:cNvSpPr>
            <a:spLocks noChangeAspect="1"/>
          </p:cNvSpPr>
          <p:nvPr/>
        </p:nvSpPr>
        <p:spPr bwMode="auto">
          <a:xfrm>
            <a:off x="4034925" y="4570861"/>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effectLst>
                  <a:outerShdw blurRad="38100" dist="38100" dir="2700000" algn="tl">
                    <a:srgbClr val="000000">
                      <a:alpha val="43137"/>
                    </a:srgbClr>
                  </a:outerShdw>
                </a:effectLst>
                <a:sym typeface="+mn-lt"/>
              </a:rPr>
              <a:t>三</a:t>
            </a:r>
            <a:endParaRPr lang="zh-CN" altLang="en-US" sz="2400" b="1" dirty="0">
              <a:effectLst>
                <a:outerShdw blurRad="38100" dist="38100" dir="2700000" algn="tl">
                  <a:srgbClr val="000000">
                    <a:alpha val="43137"/>
                  </a:srgbClr>
                </a:outerShdw>
              </a:effectLst>
              <a:sym typeface="+mn-lt"/>
            </a:endParaRPr>
          </a:p>
        </p:txBody>
      </p:sp>
      <p:sp>
        <p:nvSpPr>
          <p:cNvPr id="20" name="Freeform 5"/>
          <p:cNvSpPr>
            <a:spLocks noChangeAspect="1"/>
          </p:cNvSpPr>
          <p:nvPr/>
        </p:nvSpPr>
        <p:spPr bwMode="auto">
          <a:xfrm>
            <a:off x="4028793" y="243884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rgbClr val="FFFF00"/>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solidFill>
                  <a:srgbClr val="FFFF00"/>
                </a:solidFill>
                <a:effectLst>
                  <a:outerShdw blurRad="38100" dist="38100" dir="2700000" algn="tl">
                    <a:srgbClr val="000000">
                      <a:alpha val="43137"/>
                    </a:srgbClr>
                  </a:outerShdw>
                </a:effectLst>
                <a:sym typeface="+mn-lt"/>
              </a:rPr>
              <a:t>一</a:t>
            </a:r>
            <a:endParaRPr lang="zh-CN" altLang="en-US" sz="2400" b="1" dirty="0">
              <a:solidFill>
                <a:srgbClr val="FFFF00"/>
              </a:solidFill>
              <a:effectLst>
                <a:outerShdw blurRad="38100" dist="38100" dir="2700000" algn="tl">
                  <a:srgbClr val="000000">
                    <a:alpha val="43137"/>
                  </a:srgbClr>
                </a:outerShdw>
              </a:effectLst>
              <a:sym typeface="+mn-lt"/>
            </a:endParaRPr>
          </a:p>
        </p:txBody>
      </p:sp>
    </p:spTree>
  </p:cSld>
  <p:clrMapOvr>
    <a:masterClrMapping/>
  </p:clrMapOvr>
  <p:hf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showMasterSp="0">
  <p:cSld name="3_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5" name="梯形 14"/>
          <p:cNvSpPr/>
          <p:nvPr/>
        </p:nvSpPr>
        <p:spPr>
          <a:xfrm>
            <a:off x="759997" y="897600"/>
            <a:ext cx="4279887" cy="343555"/>
          </a:xfrm>
          <a:prstGeom prst="trapezoid">
            <a:avLst>
              <a:gd name="adj" fmla="val 4574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p:nvSpPr>
        <p:spPr>
          <a:xfrm>
            <a:off x="0" y="1241155"/>
            <a:ext cx="12192000" cy="471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7" name="梯形 16"/>
          <p:cNvSpPr/>
          <p:nvPr/>
        </p:nvSpPr>
        <p:spPr>
          <a:xfrm flipV="1">
            <a:off x="968813" y="897599"/>
            <a:ext cx="3862255" cy="1197696"/>
          </a:xfrm>
          <a:prstGeom prst="trapezoid">
            <a:avLst>
              <a:gd name="adj" fmla="val 2099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9" name="TextBox 44"/>
          <p:cNvSpPr txBox="1"/>
          <p:nvPr/>
        </p:nvSpPr>
        <p:spPr>
          <a:xfrm>
            <a:off x="1614934" y="944604"/>
            <a:ext cx="2570009" cy="1077218"/>
          </a:xfrm>
          <a:prstGeom prst="rect">
            <a:avLst/>
          </a:prstGeom>
          <a:noFill/>
        </p:spPr>
        <p:txBody>
          <a:bodyPr wrap="square" rtlCol="0">
            <a:spAutoFit/>
          </a:bodyPr>
          <a:lstStyle/>
          <a:p>
            <a:pPr algn="ctr"/>
            <a:r>
              <a:rPr lang="zh-CN" altLang="en-US" sz="4000" b="1" dirty="0">
                <a:solidFill>
                  <a:schemeClr val="bg1"/>
                </a:solidFill>
                <a:latin typeface="+mn-ea"/>
                <a:ea typeface="+mn-ea"/>
              </a:rPr>
              <a:t>目  录</a:t>
            </a:r>
            <a:endParaRPr lang="en-US" altLang="zh-CN" sz="4000" b="1" dirty="0">
              <a:solidFill>
                <a:schemeClr val="bg1"/>
              </a:solidFill>
              <a:latin typeface="+mn-ea"/>
              <a:ea typeface="+mn-ea"/>
            </a:endParaRPr>
          </a:p>
          <a:p>
            <a:pPr algn="ctr"/>
            <a:r>
              <a:rPr lang="en-US" sz="2400" b="1" dirty="0">
                <a:solidFill>
                  <a:schemeClr val="bg1"/>
                </a:solidFill>
                <a:latin typeface="+mn-ea"/>
                <a:ea typeface="+mn-ea"/>
              </a:rPr>
              <a:t>CONTENTS</a:t>
            </a:r>
            <a:endParaRPr lang="en-US" sz="2400" b="1" dirty="0">
              <a:solidFill>
                <a:schemeClr val="bg1"/>
              </a:solidFill>
              <a:latin typeface="+mn-ea"/>
              <a:ea typeface="+mn-ea"/>
            </a:endParaRPr>
          </a:p>
        </p:txBody>
      </p:sp>
      <p:sp>
        <p:nvSpPr>
          <p:cNvPr id="41" name="文本框 17"/>
          <p:cNvSpPr txBox="1"/>
          <p:nvPr/>
        </p:nvSpPr>
        <p:spPr>
          <a:xfrm>
            <a:off x="5231904" y="2438850"/>
            <a:ext cx="2397290" cy="584775"/>
          </a:xfrm>
          <a:prstGeom prst="rect">
            <a:avLst/>
          </a:prstGeom>
          <a:noFill/>
        </p:spPr>
        <p:txBody>
          <a:bodyPr wrap="square" rtlCol="0" anchor="ctr">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defTabSz="685800">
              <a:defRPr/>
            </a:pPr>
            <a:r>
              <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rPr>
              <a:t>使命担当</a:t>
            </a:r>
            <a:endPar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endParaRPr>
          </a:p>
        </p:txBody>
      </p:sp>
      <p:sp>
        <p:nvSpPr>
          <p:cNvPr id="42" name="文本框 17"/>
          <p:cNvSpPr txBox="1"/>
          <p:nvPr/>
        </p:nvSpPr>
        <p:spPr>
          <a:xfrm>
            <a:off x="5218922" y="3492660"/>
            <a:ext cx="2402157" cy="58477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rgbClr val="FFFF00"/>
                </a:solidFill>
                <a:effectLst>
                  <a:outerShdw blurRad="38100" dist="38100" dir="2700000" algn="tl">
                    <a:srgbClr val="000000">
                      <a:alpha val="43137"/>
                    </a:srgbClr>
                  </a:outerShdw>
                </a:effectLst>
              </a:rPr>
              <a:t>愿景目标</a:t>
            </a:r>
            <a:endParaRPr lang="zh-CN" altLang="en-US" sz="3200" dirty="0">
              <a:ln w="6350">
                <a:noFill/>
              </a:ln>
              <a:solidFill>
                <a:srgbClr val="FFFF00"/>
              </a:solidFill>
              <a:effectLst>
                <a:outerShdw blurRad="38100" dist="38100" dir="2700000" algn="tl">
                  <a:srgbClr val="000000">
                    <a:alpha val="43137"/>
                  </a:srgbClr>
                </a:outerShdw>
              </a:effectLst>
            </a:endParaRPr>
          </a:p>
        </p:txBody>
      </p:sp>
      <p:sp>
        <p:nvSpPr>
          <p:cNvPr id="45" name="Freeform 5"/>
          <p:cNvSpPr>
            <a:spLocks noChangeAspect="1"/>
          </p:cNvSpPr>
          <p:nvPr/>
        </p:nvSpPr>
        <p:spPr bwMode="auto">
          <a:xfrm>
            <a:off x="4028794" y="3477564"/>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rgbClr val="FFFF00"/>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solidFill>
                  <a:srgbClr val="FFFF00"/>
                </a:solidFill>
                <a:effectLst>
                  <a:outerShdw blurRad="38100" dist="38100" dir="2700000" algn="tl">
                    <a:srgbClr val="000000">
                      <a:alpha val="43137"/>
                    </a:srgbClr>
                  </a:outerShdw>
                </a:effectLst>
                <a:sym typeface="+mn-lt"/>
              </a:rPr>
              <a:t>二</a:t>
            </a:r>
            <a:endParaRPr lang="zh-CN" altLang="en-US" sz="2400" b="1" dirty="0">
              <a:solidFill>
                <a:srgbClr val="FFFF00"/>
              </a:solidFill>
              <a:effectLst>
                <a:outerShdw blurRad="38100" dist="38100" dir="2700000" algn="tl">
                  <a:srgbClr val="000000">
                    <a:alpha val="43137"/>
                  </a:srgbClr>
                </a:outerShdw>
              </a:effectLst>
              <a:sym typeface="+mn-lt"/>
            </a:endParaRPr>
          </a:p>
        </p:txBody>
      </p:sp>
      <p:sp>
        <p:nvSpPr>
          <p:cNvPr id="18" name="文本框 17"/>
          <p:cNvSpPr txBox="1"/>
          <p:nvPr/>
        </p:nvSpPr>
        <p:spPr>
          <a:xfrm>
            <a:off x="5239179" y="4584475"/>
            <a:ext cx="2394563" cy="58477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chemeClr val="bg1"/>
                </a:solidFill>
                <a:effectLst>
                  <a:outerShdw blurRad="38100" dist="38100" dir="2700000" algn="tl">
                    <a:srgbClr val="000000">
                      <a:alpha val="43137"/>
                    </a:srgbClr>
                  </a:outerShdw>
                </a:effectLst>
              </a:rPr>
              <a:t>当前工作</a:t>
            </a:r>
            <a:endParaRPr lang="zh-CN" altLang="en-US" sz="3200" dirty="0">
              <a:ln w="6350">
                <a:noFill/>
              </a:ln>
              <a:solidFill>
                <a:schemeClr val="bg1"/>
              </a:solidFill>
              <a:effectLst>
                <a:outerShdw blurRad="38100" dist="38100" dir="2700000" algn="tl">
                  <a:srgbClr val="000000">
                    <a:alpha val="43137"/>
                  </a:srgbClr>
                </a:outerShdw>
              </a:effectLst>
            </a:endParaRPr>
          </a:p>
        </p:txBody>
      </p:sp>
      <p:sp>
        <p:nvSpPr>
          <p:cNvPr id="19" name="Freeform 5"/>
          <p:cNvSpPr>
            <a:spLocks noChangeAspect="1"/>
          </p:cNvSpPr>
          <p:nvPr/>
        </p:nvSpPr>
        <p:spPr bwMode="auto">
          <a:xfrm>
            <a:off x="4034925" y="4570861"/>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effectLst>
                  <a:outerShdw blurRad="38100" dist="38100" dir="2700000" algn="tl">
                    <a:srgbClr val="000000">
                      <a:alpha val="43137"/>
                    </a:srgbClr>
                  </a:outerShdw>
                </a:effectLst>
                <a:sym typeface="+mn-lt"/>
              </a:rPr>
              <a:t>三</a:t>
            </a:r>
            <a:endParaRPr lang="zh-CN" altLang="en-US" sz="2400" b="1" dirty="0">
              <a:effectLst>
                <a:outerShdw blurRad="38100" dist="38100" dir="2700000" algn="tl">
                  <a:srgbClr val="000000">
                    <a:alpha val="43137"/>
                  </a:srgbClr>
                </a:outerShdw>
              </a:effectLst>
              <a:sym typeface="+mn-lt"/>
            </a:endParaRPr>
          </a:p>
        </p:txBody>
      </p:sp>
      <p:sp>
        <p:nvSpPr>
          <p:cNvPr id="20" name="Freeform 5"/>
          <p:cNvSpPr>
            <a:spLocks noChangeAspect="1"/>
          </p:cNvSpPr>
          <p:nvPr/>
        </p:nvSpPr>
        <p:spPr bwMode="auto">
          <a:xfrm>
            <a:off x="4028793" y="243884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chemeClr val="bg1"/>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solidFill>
                  <a:schemeClr val="bg1"/>
                </a:solidFill>
                <a:effectLst>
                  <a:outerShdw blurRad="38100" dist="38100" dir="2700000" algn="tl">
                    <a:srgbClr val="000000">
                      <a:alpha val="43137"/>
                    </a:srgbClr>
                  </a:outerShdw>
                </a:effectLst>
                <a:sym typeface="+mn-lt"/>
              </a:rPr>
              <a:t>一</a:t>
            </a:r>
            <a:endParaRPr lang="zh-CN" altLang="en-US" sz="2400" b="1" dirty="0">
              <a:solidFill>
                <a:schemeClr val="bg1"/>
              </a:solidFill>
              <a:effectLst>
                <a:outerShdw blurRad="38100" dist="38100" dir="2700000" algn="tl">
                  <a:srgbClr val="000000">
                    <a:alpha val="43137"/>
                  </a:srgbClr>
                </a:outerShdw>
              </a:effectLst>
              <a:sym typeface="+mn-lt"/>
            </a:endParaRPr>
          </a:p>
        </p:txBody>
      </p:sp>
    </p:spTree>
  </p:cSld>
  <p:clrMapOvr>
    <a:masterClrMapping/>
  </p:clrMapOvr>
  <p:hf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showMasterSp="0">
  <p:cSld name="2_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5" name="梯形 14"/>
          <p:cNvSpPr/>
          <p:nvPr/>
        </p:nvSpPr>
        <p:spPr>
          <a:xfrm>
            <a:off x="759997" y="897600"/>
            <a:ext cx="4279887" cy="343555"/>
          </a:xfrm>
          <a:prstGeom prst="trapezoid">
            <a:avLst>
              <a:gd name="adj" fmla="val 4574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p:nvSpPr>
        <p:spPr>
          <a:xfrm>
            <a:off x="0" y="1241155"/>
            <a:ext cx="12192000" cy="471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7" name="梯形 16"/>
          <p:cNvSpPr/>
          <p:nvPr/>
        </p:nvSpPr>
        <p:spPr>
          <a:xfrm flipV="1">
            <a:off x="968813" y="897599"/>
            <a:ext cx="3862255" cy="1197696"/>
          </a:xfrm>
          <a:prstGeom prst="trapezoid">
            <a:avLst>
              <a:gd name="adj" fmla="val 2099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9" name="TextBox 44"/>
          <p:cNvSpPr txBox="1"/>
          <p:nvPr/>
        </p:nvSpPr>
        <p:spPr>
          <a:xfrm>
            <a:off x="1614934" y="944604"/>
            <a:ext cx="2570009" cy="1077218"/>
          </a:xfrm>
          <a:prstGeom prst="rect">
            <a:avLst/>
          </a:prstGeom>
          <a:noFill/>
        </p:spPr>
        <p:txBody>
          <a:bodyPr wrap="square" rtlCol="0">
            <a:spAutoFit/>
          </a:bodyPr>
          <a:lstStyle/>
          <a:p>
            <a:pPr algn="ctr"/>
            <a:r>
              <a:rPr lang="zh-CN" altLang="en-US" sz="4000" b="1" dirty="0">
                <a:solidFill>
                  <a:schemeClr val="bg1"/>
                </a:solidFill>
                <a:latin typeface="+mn-ea"/>
                <a:ea typeface="+mn-ea"/>
              </a:rPr>
              <a:t>目  录</a:t>
            </a:r>
            <a:endParaRPr lang="en-US" altLang="zh-CN" sz="4000" b="1" dirty="0">
              <a:solidFill>
                <a:schemeClr val="bg1"/>
              </a:solidFill>
              <a:latin typeface="+mn-ea"/>
              <a:ea typeface="+mn-ea"/>
            </a:endParaRPr>
          </a:p>
          <a:p>
            <a:pPr algn="ctr"/>
            <a:r>
              <a:rPr lang="en-US" sz="2400" b="1" dirty="0">
                <a:solidFill>
                  <a:schemeClr val="bg1"/>
                </a:solidFill>
                <a:latin typeface="+mn-ea"/>
                <a:ea typeface="+mn-ea"/>
              </a:rPr>
              <a:t>CONTENTS</a:t>
            </a:r>
            <a:endParaRPr lang="en-US" sz="2400" b="1" dirty="0">
              <a:solidFill>
                <a:schemeClr val="bg1"/>
              </a:solidFill>
              <a:latin typeface="+mn-ea"/>
              <a:ea typeface="+mn-ea"/>
            </a:endParaRPr>
          </a:p>
        </p:txBody>
      </p:sp>
      <p:sp>
        <p:nvSpPr>
          <p:cNvPr id="41" name="文本框 17"/>
          <p:cNvSpPr txBox="1"/>
          <p:nvPr userDrawn="1"/>
        </p:nvSpPr>
        <p:spPr>
          <a:xfrm>
            <a:off x="5231765" y="2439670"/>
            <a:ext cx="2679065" cy="583565"/>
          </a:xfrm>
          <a:prstGeom prst="rect">
            <a:avLst/>
          </a:prstGeom>
          <a:noFill/>
        </p:spPr>
        <p:txBody>
          <a:bodyPr wrap="square" rtlCol="0" anchor="ctr">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defTabSz="685800">
              <a:defRPr/>
            </a:pPr>
            <a:r>
              <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rPr>
              <a:t>工作</a:t>
            </a:r>
            <a:r>
              <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rPr>
              <a:t>架构</a:t>
            </a:r>
            <a:endPar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endParaRPr>
          </a:p>
        </p:txBody>
      </p:sp>
      <p:sp>
        <p:nvSpPr>
          <p:cNvPr id="42" name="文本框 17"/>
          <p:cNvSpPr txBox="1"/>
          <p:nvPr/>
        </p:nvSpPr>
        <p:spPr>
          <a:xfrm>
            <a:off x="5231765" y="3890010"/>
            <a:ext cx="2679065" cy="58356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chemeClr val="bg1"/>
                </a:solidFill>
                <a:effectLst>
                  <a:outerShdw blurRad="38100" dist="38100" dir="2700000" algn="tl">
                    <a:srgbClr val="000000">
                      <a:alpha val="43137"/>
                    </a:srgbClr>
                  </a:outerShdw>
                </a:effectLst>
              </a:rPr>
              <a:t>工作</a:t>
            </a:r>
            <a:r>
              <a:rPr lang="zh-CN" altLang="en-US" sz="3200" dirty="0">
                <a:ln w="6350">
                  <a:noFill/>
                </a:ln>
                <a:solidFill>
                  <a:schemeClr val="bg1"/>
                </a:solidFill>
                <a:effectLst>
                  <a:outerShdw blurRad="38100" dist="38100" dir="2700000" algn="tl">
                    <a:srgbClr val="000000">
                      <a:alpha val="43137"/>
                    </a:srgbClr>
                  </a:outerShdw>
                </a:effectLst>
              </a:rPr>
              <a:t>细节</a:t>
            </a:r>
            <a:endParaRPr lang="zh-CN" altLang="en-US" sz="3200" dirty="0">
              <a:ln w="6350">
                <a:noFill/>
              </a:ln>
              <a:solidFill>
                <a:schemeClr val="bg1"/>
              </a:solidFill>
              <a:effectLst>
                <a:outerShdw blurRad="38100" dist="38100" dir="2700000" algn="tl">
                  <a:srgbClr val="000000">
                    <a:alpha val="43137"/>
                  </a:srgbClr>
                </a:outerShdw>
              </a:effectLst>
            </a:endParaRPr>
          </a:p>
        </p:txBody>
      </p:sp>
      <p:sp>
        <p:nvSpPr>
          <p:cNvPr id="45" name="Freeform 5"/>
          <p:cNvSpPr>
            <a:spLocks noChangeAspect="1"/>
          </p:cNvSpPr>
          <p:nvPr/>
        </p:nvSpPr>
        <p:spPr bwMode="auto">
          <a:xfrm>
            <a:off x="4028794" y="386173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a:solidFill>
                  <a:schemeClr val="bg1"/>
                </a:solidFill>
                <a:effectLst>
                  <a:outerShdw blurRad="38100" dist="38100" dir="2700000" algn="tl">
                    <a:srgbClr val="000000">
                      <a:alpha val="43137"/>
                    </a:srgbClr>
                  </a:outerShdw>
                </a:effectLst>
                <a:sym typeface="+mn-lt"/>
              </a:rPr>
              <a:t>二</a:t>
            </a:r>
            <a:endParaRPr lang="zh-CN" altLang="en-US" sz="2400" b="1" dirty="0">
              <a:solidFill>
                <a:schemeClr val="bg1"/>
              </a:solidFill>
              <a:effectLst>
                <a:outerShdw blurRad="38100" dist="38100" dir="2700000" algn="tl">
                  <a:srgbClr val="000000">
                    <a:alpha val="43137"/>
                  </a:srgbClr>
                </a:outerShdw>
              </a:effectLst>
              <a:sym typeface="+mn-lt"/>
            </a:endParaRPr>
          </a:p>
        </p:txBody>
      </p:sp>
      <p:sp>
        <p:nvSpPr>
          <p:cNvPr id="20" name="Freeform 5"/>
          <p:cNvSpPr>
            <a:spLocks noChangeAspect="1"/>
          </p:cNvSpPr>
          <p:nvPr/>
        </p:nvSpPr>
        <p:spPr bwMode="auto">
          <a:xfrm>
            <a:off x="4028793" y="243884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rgbClr val="FFFF00"/>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ln>
                  <a:solidFill>
                    <a:srgbClr val="FFFF00"/>
                  </a:solidFill>
                </a:ln>
                <a:solidFill>
                  <a:srgbClr val="FFFF00"/>
                </a:solidFill>
                <a:effectLst>
                  <a:outerShdw blurRad="38100" dist="38100" dir="2700000" algn="tl">
                    <a:srgbClr val="000000">
                      <a:alpha val="43137"/>
                    </a:srgbClr>
                  </a:outerShdw>
                </a:effectLst>
                <a:sym typeface="+mn-lt"/>
              </a:rPr>
              <a:t>一</a:t>
            </a:r>
            <a:endParaRPr lang="zh-CN" altLang="en-US" sz="2400" b="1" dirty="0">
              <a:ln>
                <a:solidFill>
                  <a:srgbClr val="FFFF00"/>
                </a:solidFill>
              </a:ln>
              <a:solidFill>
                <a:srgbClr val="FFFF00"/>
              </a:solidFill>
              <a:effectLst>
                <a:outerShdw blurRad="38100" dist="38100" dir="2700000" algn="tl">
                  <a:srgbClr val="000000">
                    <a:alpha val="43137"/>
                  </a:srgbClr>
                </a:outerShdw>
              </a:effectLst>
              <a:sym typeface="+mn-lt"/>
            </a:endParaRPr>
          </a:p>
        </p:txBody>
      </p:sp>
    </p:spTree>
  </p:cSld>
  <p:clrMapOvr>
    <a:masterClrMapping/>
  </p:clrMapOvr>
  <p:hf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showMasterSp="0">
  <p:cSld name="6_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5" name="梯形 14"/>
          <p:cNvSpPr/>
          <p:nvPr/>
        </p:nvSpPr>
        <p:spPr>
          <a:xfrm>
            <a:off x="759997" y="897600"/>
            <a:ext cx="4279887" cy="343555"/>
          </a:xfrm>
          <a:prstGeom prst="trapezoid">
            <a:avLst>
              <a:gd name="adj" fmla="val 4574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p:nvSpPr>
        <p:spPr>
          <a:xfrm>
            <a:off x="0" y="1241155"/>
            <a:ext cx="12192000" cy="471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7" name="梯形 16"/>
          <p:cNvSpPr/>
          <p:nvPr/>
        </p:nvSpPr>
        <p:spPr>
          <a:xfrm flipV="1">
            <a:off x="968813" y="897599"/>
            <a:ext cx="3862255" cy="1197696"/>
          </a:xfrm>
          <a:prstGeom prst="trapezoid">
            <a:avLst>
              <a:gd name="adj" fmla="val 2099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9" name="TextBox 44"/>
          <p:cNvSpPr txBox="1"/>
          <p:nvPr/>
        </p:nvSpPr>
        <p:spPr>
          <a:xfrm>
            <a:off x="1614934" y="944604"/>
            <a:ext cx="2570009" cy="1077218"/>
          </a:xfrm>
          <a:prstGeom prst="rect">
            <a:avLst/>
          </a:prstGeom>
          <a:noFill/>
        </p:spPr>
        <p:txBody>
          <a:bodyPr wrap="square" rtlCol="0">
            <a:spAutoFit/>
          </a:bodyPr>
          <a:lstStyle/>
          <a:p>
            <a:pPr algn="ctr"/>
            <a:r>
              <a:rPr lang="zh-CN" altLang="en-US" sz="4000" b="1" dirty="0">
                <a:solidFill>
                  <a:schemeClr val="bg1"/>
                </a:solidFill>
                <a:latin typeface="+mn-ea"/>
                <a:ea typeface="+mn-ea"/>
              </a:rPr>
              <a:t>目  录</a:t>
            </a:r>
            <a:endParaRPr lang="en-US" altLang="zh-CN" sz="4000" b="1" dirty="0">
              <a:solidFill>
                <a:schemeClr val="bg1"/>
              </a:solidFill>
              <a:latin typeface="+mn-ea"/>
              <a:ea typeface="+mn-ea"/>
            </a:endParaRPr>
          </a:p>
          <a:p>
            <a:pPr algn="ctr"/>
            <a:r>
              <a:rPr lang="en-US" sz="2400" b="1" dirty="0">
                <a:solidFill>
                  <a:schemeClr val="bg1"/>
                </a:solidFill>
                <a:latin typeface="+mn-ea"/>
                <a:ea typeface="+mn-ea"/>
              </a:rPr>
              <a:t>CONTENTS</a:t>
            </a:r>
            <a:endParaRPr lang="en-US" sz="2400" b="1" dirty="0">
              <a:solidFill>
                <a:schemeClr val="bg1"/>
              </a:solidFill>
              <a:latin typeface="+mn-ea"/>
              <a:ea typeface="+mn-ea"/>
            </a:endParaRPr>
          </a:p>
        </p:txBody>
      </p:sp>
      <p:sp>
        <p:nvSpPr>
          <p:cNvPr id="41" name="文本框 17"/>
          <p:cNvSpPr txBox="1"/>
          <p:nvPr userDrawn="1"/>
        </p:nvSpPr>
        <p:spPr>
          <a:xfrm>
            <a:off x="5231765" y="2439670"/>
            <a:ext cx="2672080" cy="583565"/>
          </a:xfrm>
          <a:prstGeom prst="rect">
            <a:avLst/>
          </a:prstGeom>
          <a:noFill/>
        </p:spPr>
        <p:txBody>
          <a:bodyPr wrap="square" rtlCol="0" anchor="ctr">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defTabSz="685800">
              <a:defRPr/>
            </a:pPr>
            <a:r>
              <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rPr>
              <a:t>工作</a:t>
            </a:r>
            <a:r>
              <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rPr>
              <a:t>架构</a:t>
            </a:r>
            <a:endPar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endParaRPr>
          </a:p>
        </p:txBody>
      </p:sp>
      <p:sp>
        <p:nvSpPr>
          <p:cNvPr id="42" name="文本框 17"/>
          <p:cNvSpPr txBox="1"/>
          <p:nvPr/>
        </p:nvSpPr>
        <p:spPr>
          <a:xfrm>
            <a:off x="5231765" y="3890010"/>
            <a:ext cx="2672080" cy="58356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rgbClr val="FFFF00"/>
                </a:solidFill>
                <a:effectLst>
                  <a:outerShdw blurRad="38100" dist="38100" dir="2700000" algn="tl">
                    <a:srgbClr val="000000">
                      <a:alpha val="43137"/>
                    </a:srgbClr>
                  </a:outerShdw>
                </a:effectLst>
              </a:rPr>
              <a:t>工作</a:t>
            </a:r>
            <a:r>
              <a:rPr lang="zh-CN" altLang="en-US" sz="3200" dirty="0">
                <a:ln w="6350">
                  <a:noFill/>
                </a:ln>
                <a:solidFill>
                  <a:srgbClr val="FFFF00"/>
                </a:solidFill>
                <a:effectLst>
                  <a:outerShdw blurRad="38100" dist="38100" dir="2700000" algn="tl">
                    <a:srgbClr val="000000">
                      <a:alpha val="43137"/>
                    </a:srgbClr>
                  </a:outerShdw>
                </a:effectLst>
              </a:rPr>
              <a:t>细节</a:t>
            </a:r>
            <a:endParaRPr lang="zh-CN" altLang="en-US" sz="3200" dirty="0">
              <a:ln w="6350">
                <a:noFill/>
              </a:ln>
              <a:solidFill>
                <a:srgbClr val="FFFF00"/>
              </a:solidFill>
              <a:effectLst>
                <a:outerShdw blurRad="38100" dist="38100" dir="2700000" algn="tl">
                  <a:srgbClr val="000000">
                    <a:alpha val="43137"/>
                  </a:srgbClr>
                </a:outerShdw>
              </a:effectLst>
            </a:endParaRPr>
          </a:p>
        </p:txBody>
      </p:sp>
      <p:sp>
        <p:nvSpPr>
          <p:cNvPr id="45" name="Freeform 5"/>
          <p:cNvSpPr>
            <a:spLocks noChangeAspect="1"/>
          </p:cNvSpPr>
          <p:nvPr/>
        </p:nvSpPr>
        <p:spPr bwMode="auto">
          <a:xfrm>
            <a:off x="4028794" y="386173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rgbClr val="FFFF00"/>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a:solidFill>
                  <a:srgbClr val="FFFF00"/>
                </a:solidFill>
                <a:effectLst>
                  <a:outerShdw blurRad="38100" dist="38100" dir="2700000" algn="tl">
                    <a:srgbClr val="000000">
                      <a:alpha val="43137"/>
                    </a:srgbClr>
                  </a:outerShdw>
                </a:effectLst>
                <a:sym typeface="+mn-lt"/>
              </a:rPr>
              <a:t>二</a:t>
            </a:r>
            <a:endParaRPr lang="zh-CN" altLang="en-US" sz="2400" b="1" dirty="0">
              <a:solidFill>
                <a:srgbClr val="FFFF00"/>
              </a:solidFill>
              <a:effectLst>
                <a:outerShdw blurRad="38100" dist="38100" dir="2700000" algn="tl">
                  <a:srgbClr val="000000">
                    <a:alpha val="43137"/>
                  </a:srgbClr>
                </a:outerShdw>
              </a:effectLst>
              <a:sym typeface="+mn-lt"/>
            </a:endParaRPr>
          </a:p>
        </p:txBody>
      </p:sp>
      <p:sp>
        <p:nvSpPr>
          <p:cNvPr id="20" name="Freeform 5"/>
          <p:cNvSpPr>
            <a:spLocks noChangeAspect="1"/>
          </p:cNvSpPr>
          <p:nvPr/>
        </p:nvSpPr>
        <p:spPr bwMode="auto">
          <a:xfrm>
            <a:off x="4028793" y="243884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chemeClr val="bg1"/>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solidFill>
                  <a:schemeClr val="bg1"/>
                </a:solidFill>
                <a:effectLst>
                  <a:outerShdw blurRad="38100" dist="38100" dir="2700000" algn="tl">
                    <a:srgbClr val="000000">
                      <a:alpha val="43137"/>
                    </a:srgbClr>
                  </a:outerShdw>
                </a:effectLst>
                <a:sym typeface="+mn-lt"/>
              </a:rPr>
              <a:t>一</a:t>
            </a:r>
            <a:endParaRPr lang="zh-CN" altLang="en-US" sz="2400" b="1" dirty="0">
              <a:solidFill>
                <a:schemeClr val="bg1"/>
              </a:solidFill>
              <a:effectLst>
                <a:outerShdw blurRad="38100" dist="38100" dir="2700000" algn="tl">
                  <a:srgbClr val="000000">
                    <a:alpha val="43137"/>
                  </a:srgbClr>
                </a:outerShdw>
              </a:effectLst>
              <a:sym typeface="+mn-lt"/>
            </a:endParaRPr>
          </a:p>
        </p:txBody>
      </p:sp>
    </p:spTree>
  </p:cSld>
  <p:clrMapOvr>
    <a:masterClrMapping/>
  </p:clrMapOvr>
  <p:hf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showMasterSp="0">
  <p:cSld name="7_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5" name="梯形 14"/>
          <p:cNvSpPr/>
          <p:nvPr/>
        </p:nvSpPr>
        <p:spPr>
          <a:xfrm>
            <a:off x="759997" y="897600"/>
            <a:ext cx="4279887" cy="343555"/>
          </a:xfrm>
          <a:prstGeom prst="trapezoid">
            <a:avLst>
              <a:gd name="adj" fmla="val 4574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p:nvSpPr>
        <p:spPr>
          <a:xfrm>
            <a:off x="0" y="1241155"/>
            <a:ext cx="12192000" cy="471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7" name="梯形 16"/>
          <p:cNvSpPr/>
          <p:nvPr/>
        </p:nvSpPr>
        <p:spPr>
          <a:xfrm flipV="1">
            <a:off x="968813" y="897599"/>
            <a:ext cx="3862255" cy="1197696"/>
          </a:xfrm>
          <a:prstGeom prst="trapezoid">
            <a:avLst>
              <a:gd name="adj" fmla="val 2099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9" name="TextBox 44"/>
          <p:cNvSpPr txBox="1"/>
          <p:nvPr/>
        </p:nvSpPr>
        <p:spPr>
          <a:xfrm>
            <a:off x="1614934" y="944604"/>
            <a:ext cx="2570009" cy="1077218"/>
          </a:xfrm>
          <a:prstGeom prst="rect">
            <a:avLst/>
          </a:prstGeom>
          <a:noFill/>
        </p:spPr>
        <p:txBody>
          <a:bodyPr wrap="square" rtlCol="0">
            <a:spAutoFit/>
          </a:bodyPr>
          <a:lstStyle/>
          <a:p>
            <a:pPr algn="ctr"/>
            <a:r>
              <a:rPr lang="zh-CN" altLang="en-US" sz="4000" b="1" dirty="0">
                <a:solidFill>
                  <a:schemeClr val="bg1"/>
                </a:solidFill>
                <a:latin typeface="+mn-ea"/>
                <a:ea typeface="+mn-ea"/>
              </a:rPr>
              <a:t>目  录</a:t>
            </a:r>
            <a:endParaRPr lang="en-US" altLang="zh-CN" sz="4000" b="1" dirty="0">
              <a:solidFill>
                <a:schemeClr val="bg1"/>
              </a:solidFill>
              <a:latin typeface="+mn-ea"/>
              <a:ea typeface="+mn-ea"/>
            </a:endParaRPr>
          </a:p>
          <a:p>
            <a:pPr algn="ctr"/>
            <a:r>
              <a:rPr lang="en-US" sz="2400" b="1" dirty="0">
                <a:solidFill>
                  <a:schemeClr val="bg1"/>
                </a:solidFill>
                <a:latin typeface="+mn-ea"/>
                <a:ea typeface="+mn-ea"/>
              </a:rPr>
              <a:t>CONTENTS</a:t>
            </a:r>
            <a:endParaRPr lang="en-US" sz="2400" b="1" dirty="0">
              <a:solidFill>
                <a:schemeClr val="bg1"/>
              </a:solidFill>
              <a:latin typeface="+mn-ea"/>
              <a:ea typeface="+mn-ea"/>
            </a:endParaRPr>
          </a:p>
        </p:txBody>
      </p:sp>
      <p:sp>
        <p:nvSpPr>
          <p:cNvPr id="41" name="文本框 17"/>
          <p:cNvSpPr txBox="1"/>
          <p:nvPr userDrawn="1"/>
        </p:nvSpPr>
        <p:spPr>
          <a:xfrm>
            <a:off x="5231765" y="2439670"/>
            <a:ext cx="2679065" cy="583565"/>
          </a:xfrm>
          <a:prstGeom prst="rect">
            <a:avLst/>
          </a:prstGeom>
          <a:noFill/>
        </p:spPr>
        <p:txBody>
          <a:bodyPr wrap="square" rtlCol="0" anchor="ctr">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defTabSz="685800">
              <a:defRPr/>
            </a:pPr>
            <a:r>
              <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rPr>
              <a:t>近期</a:t>
            </a:r>
            <a:r>
              <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rPr>
              <a:t>研究</a:t>
            </a:r>
            <a:endPar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endParaRPr>
          </a:p>
        </p:txBody>
      </p:sp>
      <p:sp>
        <p:nvSpPr>
          <p:cNvPr id="42" name="文本框 17"/>
          <p:cNvSpPr txBox="1"/>
          <p:nvPr/>
        </p:nvSpPr>
        <p:spPr>
          <a:xfrm>
            <a:off x="5231765" y="3890010"/>
            <a:ext cx="2679065" cy="58356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chemeClr val="bg1"/>
                </a:solidFill>
                <a:effectLst>
                  <a:outerShdw blurRad="38100" dist="38100" dir="2700000" algn="tl">
                    <a:srgbClr val="000000">
                      <a:alpha val="43137"/>
                    </a:srgbClr>
                  </a:outerShdw>
                </a:effectLst>
              </a:rPr>
              <a:t>论文</a:t>
            </a:r>
            <a:r>
              <a:rPr lang="zh-CN" altLang="en-US" sz="3200" dirty="0">
                <a:ln w="6350">
                  <a:noFill/>
                </a:ln>
                <a:solidFill>
                  <a:schemeClr val="bg1"/>
                </a:solidFill>
                <a:effectLst>
                  <a:outerShdw blurRad="38100" dist="38100" dir="2700000" algn="tl">
                    <a:srgbClr val="000000">
                      <a:alpha val="43137"/>
                    </a:srgbClr>
                  </a:outerShdw>
                </a:effectLst>
              </a:rPr>
              <a:t>分享</a:t>
            </a:r>
            <a:endParaRPr lang="zh-CN" altLang="en-US" sz="3200" dirty="0">
              <a:ln w="6350">
                <a:noFill/>
              </a:ln>
              <a:solidFill>
                <a:schemeClr val="bg1"/>
              </a:solidFill>
              <a:effectLst>
                <a:outerShdw blurRad="38100" dist="38100" dir="2700000" algn="tl">
                  <a:srgbClr val="000000">
                    <a:alpha val="43137"/>
                  </a:srgbClr>
                </a:outerShdw>
              </a:effectLst>
            </a:endParaRPr>
          </a:p>
        </p:txBody>
      </p:sp>
      <p:sp>
        <p:nvSpPr>
          <p:cNvPr id="45" name="Freeform 5"/>
          <p:cNvSpPr>
            <a:spLocks noChangeAspect="1"/>
          </p:cNvSpPr>
          <p:nvPr/>
        </p:nvSpPr>
        <p:spPr bwMode="auto">
          <a:xfrm>
            <a:off x="4028794" y="386173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a:solidFill>
                  <a:schemeClr val="bg1"/>
                </a:solidFill>
                <a:effectLst>
                  <a:outerShdw blurRad="38100" dist="38100" dir="2700000" algn="tl">
                    <a:srgbClr val="000000">
                      <a:alpha val="43137"/>
                    </a:srgbClr>
                  </a:outerShdw>
                </a:effectLst>
                <a:sym typeface="+mn-lt"/>
              </a:rPr>
              <a:t>二</a:t>
            </a:r>
            <a:endParaRPr lang="zh-CN" altLang="en-US" sz="2400" b="1" dirty="0">
              <a:solidFill>
                <a:schemeClr val="bg1"/>
              </a:solidFill>
              <a:effectLst>
                <a:outerShdw blurRad="38100" dist="38100" dir="2700000" algn="tl">
                  <a:srgbClr val="000000">
                    <a:alpha val="43137"/>
                  </a:srgbClr>
                </a:outerShdw>
              </a:effectLst>
              <a:sym typeface="+mn-lt"/>
            </a:endParaRPr>
          </a:p>
        </p:txBody>
      </p:sp>
      <p:sp>
        <p:nvSpPr>
          <p:cNvPr id="20" name="Freeform 5"/>
          <p:cNvSpPr>
            <a:spLocks noChangeAspect="1"/>
          </p:cNvSpPr>
          <p:nvPr/>
        </p:nvSpPr>
        <p:spPr bwMode="auto">
          <a:xfrm>
            <a:off x="4028793" y="243884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rgbClr val="FFFF00"/>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ln>
                  <a:solidFill>
                    <a:srgbClr val="FFFF00"/>
                  </a:solidFill>
                </a:ln>
                <a:solidFill>
                  <a:srgbClr val="FFFF00"/>
                </a:solidFill>
                <a:effectLst>
                  <a:outerShdw blurRad="38100" dist="38100" dir="2700000" algn="tl">
                    <a:srgbClr val="000000">
                      <a:alpha val="43137"/>
                    </a:srgbClr>
                  </a:outerShdw>
                </a:effectLst>
                <a:sym typeface="+mn-lt"/>
              </a:rPr>
              <a:t>一</a:t>
            </a:r>
            <a:endParaRPr lang="zh-CN" altLang="en-US" sz="2400" b="1" dirty="0">
              <a:ln>
                <a:solidFill>
                  <a:srgbClr val="FFFF00"/>
                </a:solidFill>
              </a:ln>
              <a:solidFill>
                <a:srgbClr val="FFFF00"/>
              </a:solidFill>
              <a:effectLst>
                <a:outerShdw blurRad="38100" dist="38100" dir="2700000" algn="tl">
                  <a:srgbClr val="000000">
                    <a:alpha val="43137"/>
                  </a:srgbClr>
                </a:outerShdw>
              </a:effectLst>
              <a:sym typeface="+mn-lt"/>
            </a:endParaRPr>
          </a:p>
        </p:txBody>
      </p:sp>
    </p:spTree>
  </p:cSld>
  <p:clrMapOvr>
    <a:masterClrMapping/>
  </p:clrMapOvr>
  <p:hf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showMasterSp="0">
  <p:cSld name="8_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5" name="梯形 14"/>
          <p:cNvSpPr/>
          <p:nvPr/>
        </p:nvSpPr>
        <p:spPr>
          <a:xfrm>
            <a:off x="759997" y="897600"/>
            <a:ext cx="4279887" cy="343555"/>
          </a:xfrm>
          <a:prstGeom prst="trapezoid">
            <a:avLst>
              <a:gd name="adj" fmla="val 4574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p:nvSpPr>
        <p:spPr>
          <a:xfrm>
            <a:off x="0" y="1241155"/>
            <a:ext cx="12192000" cy="471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7" name="梯形 16"/>
          <p:cNvSpPr/>
          <p:nvPr/>
        </p:nvSpPr>
        <p:spPr>
          <a:xfrm flipV="1">
            <a:off x="968813" y="897599"/>
            <a:ext cx="3862255" cy="1197696"/>
          </a:xfrm>
          <a:prstGeom prst="trapezoid">
            <a:avLst>
              <a:gd name="adj" fmla="val 2099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9" name="TextBox 44"/>
          <p:cNvSpPr txBox="1"/>
          <p:nvPr/>
        </p:nvSpPr>
        <p:spPr>
          <a:xfrm>
            <a:off x="1614934" y="944604"/>
            <a:ext cx="2570009" cy="1077218"/>
          </a:xfrm>
          <a:prstGeom prst="rect">
            <a:avLst/>
          </a:prstGeom>
          <a:noFill/>
        </p:spPr>
        <p:txBody>
          <a:bodyPr wrap="square" rtlCol="0">
            <a:spAutoFit/>
          </a:bodyPr>
          <a:lstStyle/>
          <a:p>
            <a:pPr algn="ctr"/>
            <a:r>
              <a:rPr lang="zh-CN" altLang="en-US" sz="4000" b="1" dirty="0">
                <a:solidFill>
                  <a:schemeClr val="bg1"/>
                </a:solidFill>
                <a:latin typeface="+mn-ea"/>
                <a:ea typeface="+mn-ea"/>
              </a:rPr>
              <a:t>目  录</a:t>
            </a:r>
            <a:endParaRPr lang="en-US" altLang="zh-CN" sz="4000" b="1" dirty="0">
              <a:solidFill>
                <a:schemeClr val="bg1"/>
              </a:solidFill>
              <a:latin typeface="+mn-ea"/>
              <a:ea typeface="+mn-ea"/>
            </a:endParaRPr>
          </a:p>
          <a:p>
            <a:pPr algn="ctr"/>
            <a:r>
              <a:rPr lang="en-US" sz="2400" b="1" dirty="0">
                <a:solidFill>
                  <a:schemeClr val="bg1"/>
                </a:solidFill>
                <a:latin typeface="+mn-ea"/>
                <a:ea typeface="+mn-ea"/>
              </a:rPr>
              <a:t>CONTENTS</a:t>
            </a:r>
            <a:endParaRPr lang="en-US" sz="2400" b="1" dirty="0">
              <a:solidFill>
                <a:schemeClr val="bg1"/>
              </a:solidFill>
              <a:latin typeface="+mn-ea"/>
              <a:ea typeface="+mn-ea"/>
            </a:endParaRPr>
          </a:p>
        </p:txBody>
      </p:sp>
      <p:sp>
        <p:nvSpPr>
          <p:cNvPr id="41" name="文本框 17"/>
          <p:cNvSpPr txBox="1"/>
          <p:nvPr userDrawn="1"/>
        </p:nvSpPr>
        <p:spPr>
          <a:xfrm>
            <a:off x="5231765" y="2439670"/>
            <a:ext cx="2672080" cy="583565"/>
          </a:xfrm>
          <a:prstGeom prst="rect">
            <a:avLst/>
          </a:prstGeom>
          <a:noFill/>
        </p:spPr>
        <p:txBody>
          <a:bodyPr wrap="square" rtlCol="0" anchor="ctr">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defTabSz="685800">
              <a:defRPr/>
            </a:pPr>
            <a:r>
              <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rPr>
              <a:t>近期研究</a:t>
            </a:r>
            <a:endPar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endParaRPr>
          </a:p>
        </p:txBody>
      </p:sp>
      <p:sp>
        <p:nvSpPr>
          <p:cNvPr id="42" name="文本框 17"/>
          <p:cNvSpPr txBox="1"/>
          <p:nvPr/>
        </p:nvSpPr>
        <p:spPr>
          <a:xfrm>
            <a:off x="5231765" y="3890010"/>
            <a:ext cx="2672080" cy="58356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rgbClr val="FFFF00"/>
                </a:solidFill>
                <a:effectLst>
                  <a:outerShdw blurRad="38100" dist="38100" dir="2700000" algn="tl">
                    <a:srgbClr val="000000">
                      <a:alpha val="43137"/>
                    </a:srgbClr>
                  </a:outerShdw>
                </a:effectLst>
              </a:rPr>
              <a:t>论文</a:t>
            </a:r>
            <a:r>
              <a:rPr lang="zh-CN" altLang="en-US" sz="3200" dirty="0">
                <a:ln w="6350">
                  <a:noFill/>
                </a:ln>
                <a:solidFill>
                  <a:srgbClr val="FFFF00"/>
                </a:solidFill>
                <a:effectLst>
                  <a:outerShdw blurRad="38100" dist="38100" dir="2700000" algn="tl">
                    <a:srgbClr val="000000">
                      <a:alpha val="43137"/>
                    </a:srgbClr>
                  </a:outerShdw>
                </a:effectLst>
              </a:rPr>
              <a:t>分享</a:t>
            </a:r>
            <a:endParaRPr lang="zh-CN" altLang="en-US" sz="3200" dirty="0">
              <a:ln w="6350">
                <a:noFill/>
              </a:ln>
              <a:solidFill>
                <a:srgbClr val="FFFF00"/>
              </a:solidFill>
              <a:effectLst>
                <a:outerShdw blurRad="38100" dist="38100" dir="2700000" algn="tl">
                  <a:srgbClr val="000000">
                    <a:alpha val="43137"/>
                  </a:srgbClr>
                </a:outerShdw>
              </a:effectLst>
            </a:endParaRPr>
          </a:p>
        </p:txBody>
      </p:sp>
      <p:sp>
        <p:nvSpPr>
          <p:cNvPr id="45" name="Freeform 5"/>
          <p:cNvSpPr>
            <a:spLocks noChangeAspect="1"/>
          </p:cNvSpPr>
          <p:nvPr/>
        </p:nvSpPr>
        <p:spPr bwMode="auto">
          <a:xfrm>
            <a:off x="4028794" y="386173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rgbClr val="FFFF00"/>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a:solidFill>
                  <a:srgbClr val="FFFF00"/>
                </a:solidFill>
                <a:effectLst>
                  <a:outerShdw blurRad="38100" dist="38100" dir="2700000" algn="tl">
                    <a:srgbClr val="000000">
                      <a:alpha val="43137"/>
                    </a:srgbClr>
                  </a:outerShdw>
                </a:effectLst>
                <a:sym typeface="+mn-lt"/>
              </a:rPr>
              <a:t>二</a:t>
            </a:r>
            <a:endParaRPr lang="zh-CN" altLang="en-US" sz="2400" b="1" dirty="0">
              <a:solidFill>
                <a:srgbClr val="FFFF00"/>
              </a:solidFill>
              <a:effectLst>
                <a:outerShdw blurRad="38100" dist="38100" dir="2700000" algn="tl">
                  <a:srgbClr val="000000">
                    <a:alpha val="43137"/>
                  </a:srgbClr>
                </a:outerShdw>
              </a:effectLst>
              <a:sym typeface="+mn-lt"/>
            </a:endParaRPr>
          </a:p>
        </p:txBody>
      </p:sp>
      <p:sp>
        <p:nvSpPr>
          <p:cNvPr id="20" name="Freeform 5"/>
          <p:cNvSpPr>
            <a:spLocks noChangeAspect="1"/>
          </p:cNvSpPr>
          <p:nvPr/>
        </p:nvSpPr>
        <p:spPr bwMode="auto">
          <a:xfrm>
            <a:off x="4028793" y="2438849"/>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chemeClr val="bg1"/>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solidFill>
                  <a:schemeClr val="bg1"/>
                </a:solidFill>
                <a:effectLst>
                  <a:outerShdw blurRad="38100" dist="38100" dir="2700000" algn="tl">
                    <a:srgbClr val="000000">
                      <a:alpha val="43137"/>
                    </a:srgbClr>
                  </a:outerShdw>
                </a:effectLst>
                <a:sym typeface="+mn-lt"/>
              </a:rPr>
              <a:t>一</a:t>
            </a:r>
            <a:endParaRPr lang="zh-CN" altLang="en-US" sz="2400" b="1" dirty="0">
              <a:solidFill>
                <a:schemeClr val="bg1"/>
              </a:solidFill>
              <a:effectLst>
                <a:outerShdw blurRad="38100" dist="38100" dir="2700000" algn="tl">
                  <a:srgbClr val="000000">
                    <a:alpha val="43137"/>
                  </a:srgbClr>
                </a:outerShdw>
              </a:effectLst>
              <a:sym typeface="+mn-lt"/>
            </a:endParaRPr>
          </a:p>
        </p:txBody>
      </p:sp>
    </p:spTree>
  </p:cSld>
  <p:clrMapOvr>
    <a:masterClrMapping/>
  </p:clrMapOvr>
  <p:hf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showMasterSp="0">
  <p:cSld name="10_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5" name="梯形 14"/>
          <p:cNvSpPr/>
          <p:nvPr/>
        </p:nvSpPr>
        <p:spPr>
          <a:xfrm>
            <a:off x="759997" y="897600"/>
            <a:ext cx="4279887" cy="343555"/>
          </a:xfrm>
          <a:prstGeom prst="trapezoid">
            <a:avLst>
              <a:gd name="adj" fmla="val 4574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p:nvSpPr>
        <p:spPr>
          <a:xfrm>
            <a:off x="0" y="1241155"/>
            <a:ext cx="12192000" cy="471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7" name="梯形 16"/>
          <p:cNvSpPr/>
          <p:nvPr/>
        </p:nvSpPr>
        <p:spPr>
          <a:xfrm flipV="1">
            <a:off x="968813" y="897599"/>
            <a:ext cx="3862255" cy="1197696"/>
          </a:xfrm>
          <a:prstGeom prst="trapezoid">
            <a:avLst>
              <a:gd name="adj" fmla="val 2099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9" name="TextBox 44"/>
          <p:cNvSpPr txBox="1"/>
          <p:nvPr/>
        </p:nvSpPr>
        <p:spPr>
          <a:xfrm>
            <a:off x="1614934" y="944604"/>
            <a:ext cx="2570009" cy="1077218"/>
          </a:xfrm>
          <a:prstGeom prst="rect">
            <a:avLst/>
          </a:prstGeom>
          <a:noFill/>
        </p:spPr>
        <p:txBody>
          <a:bodyPr wrap="square" rtlCol="0">
            <a:spAutoFit/>
          </a:bodyPr>
          <a:lstStyle/>
          <a:p>
            <a:pPr algn="ctr"/>
            <a:r>
              <a:rPr lang="zh-CN" altLang="en-US" sz="4000" b="1" dirty="0">
                <a:solidFill>
                  <a:schemeClr val="bg1"/>
                </a:solidFill>
                <a:latin typeface="+mn-ea"/>
                <a:ea typeface="+mn-ea"/>
              </a:rPr>
              <a:t>目  录</a:t>
            </a:r>
            <a:endParaRPr lang="en-US" altLang="zh-CN" sz="4000" b="1" dirty="0">
              <a:solidFill>
                <a:schemeClr val="bg1"/>
              </a:solidFill>
              <a:latin typeface="+mn-ea"/>
              <a:ea typeface="+mn-ea"/>
            </a:endParaRPr>
          </a:p>
          <a:p>
            <a:pPr algn="ctr"/>
            <a:r>
              <a:rPr lang="en-US" sz="2400" b="1" dirty="0">
                <a:solidFill>
                  <a:schemeClr val="bg1"/>
                </a:solidFill>
                <a:latin typeface="+mn-ea"/>
                <a:ea typeface="+mn-ea"/>
              </a:rPr>
              <a:t>CONTENTS</a:t>
            </a:r>
            <a:endParaRPr lang="en-US" sz="2400" b="1" dirty="0">
              <a:solidFill>
                <a:schemeClr val="bg1"/>
              </a:solidFill>
              <a:latin typeface="+mn-ea"/>
              <a:ea typeface="+mn-ea"/>
            </a:endParaRPr>
          </a:p>
        </p:txBody>
      </p:sp>
      <p:sp>
        <p:nvSpPr>
          <p:cNvPr id="41" name="文本框 17"/>
          <p:cNvSpPr txBox="1"/>
          <p:nvPr userDrawn="1"/>
        </p:nvSpPr>
        <p:spPr>
          <a:xfrm>
            <a:off x="1665605" y="2488565"/>
            <a:ext cx="9963150" cy="583565"/>
          </a:xfrm>
          <a:prstGeom prst="rect">
            <a:avLst/>
          </a:prstGeom>
          <a:noFill/>
        </p:spPr>
        <p:txBody>
          <a:bodyPr wrap="square" rtlCol="0" anchor="ctr">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just" defTabSz="685800">
              <a:defRPr/>
            </a:pPr>
            <a:r>
              <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rPr>
              <a:t>针对元启发式算法代码数据的结构感知</a:t>
            </a:r>
            <a:r>
              <a:rPr lang="en-US" altLang="zh-CN" sz="3200" b="1" spc="250" baseline="0" dirty="0">
                <a:ln w="6350">
                  <a:noFill/>
                </a:ln>
                <a:solidFill>
                  <a:srgbClr val="FFFF00"/>
                </a:solidFill>
                <a:effectLst>
                  <a:outerShdw blurRad="38100" dist="38100" dir="2700000" algn="tl">
                    <a:srgbClr val="000000">
                      <a:alpha val="43137"/>
                    </a:srgbClr>
                  </a:outerShdw>
                </a:effectLst>
                <a:latin typeface="+mn-ea"/>
                <a:ea typeface="+mn-ea"/>
              </a:rPr>
              <a:t>LoRA</a:t>
            </a:r>
            <a:r>
              <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rPr>
              <a:t>方法</a:t>
            </a:r>
            <a:endParaRPr lang="zh-CN" altLang="en-US" sz="3200" b="1" spc="250" baseline="0" dirty="0">
              <a:ln w="6350">
                <a:noFill/>
              </a:ln>
              <a:solidFill>
                <a:srgbClr val="FFFF00"/>
              </a:solidFill>
              <a:effectLst>
                <a:outerShdw blurRad="38100" dist="38100" dir="2700000" algn="tl">
                  <a:srgbClr val="000000">
                    <a:alpha val="43137"/>
                  </a:srgbClr>
                </a:outerShdw>
              </a:effectLst>
              <a:latin typeface="+mn-ea"/>
              <a:ea typeface="+mn-ea"/>
            </a:endParaRPr>
          </a:p>
        </p:txBody>
      </p:sp>
      <p:sp>
        <p:nvSpPr>
          <p:cNvPr id="42" name="文本框 17"/>
          <p:cNvSpPr txBox="1"/>
          <p:nvPr/>
        </p:nvSpPr>
        <p:spPr>
          <a:xfrm>
            <a:off x="1703705" y="3890010"/>
            <a:ext cx="9054465" cy="58356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chemeClr val="bg1"/>
                </a:solidFill>
                <a:effectLst>
                  <a:outerShdw blurRad="38100" dist="38100" dir="2700000" algn="tl">
                    <a:srgbClr val="000000">
                      <a:alpha val="43137"/>
                    </a:srgbClr>
                  </a:outerShdw>
                </a:effectLst>
              </a:rPr>
              <a:t>基于大模型</a:t>
            </a:r>
            <a:r>
              <a:rPr lang="zh-CN" altLang="en-US" sz="3200" dirty="0">
                <a:ln w="6350">
                  <a:noFill/>
                </a:ln>
                <a:solidFill>
                  <a:schemeClr val="bg1"/>
                </a:solidFill>
                <a:effectLst>
                  <a:outerShdw blurRad="38100" dist="38100" dir="2700000" algn="tl">
                    <a:srgbClr val="000000">
                      <a:alpha val="43137"/>
                    </a:srgbClr>
                  </a:outerShdw>
                </a:effectLst>
              </a:rPr>
              <a:t>的元启发式算法的动态进化自动化</a:t>
            </a:r>
            <a:endParaRPr lang="zh-CN" altLang="en-US" sz="3200" dirty="0">
              <a:ln w="6350">
                <a:noFill/>
              </a:ln>
              <a:solidFill>
                <a:schemeClr val="bg1"/>
              </a:solidFill>
              <a:effectLst>
                <a:outerShdw blurRad="38100" dist="38100" dir="2700000" algn="tl">
                  <a:srgbClr val="000000">
                    <a:alpha val="43137"/>
                  </a:srgbClr>
                </a:outerShdw>
              </a:effectLst>
            </a:endParaRPr>
          </a:p>
        </p:txBody>
      </p:sp>
      <p:sp>
        <p:nvSpPr>
          <p:cNvPr id="45" name="Freeform 5"/>
          <p:cNvSpPr>
            <a:spLocks noChangeAspect="1"/>
          </p:cNvSpPr>
          <p:nvPr/>
        </p:nvSpPr>
        <p:spPr bwMode="auto">
          <a:xfrm>
            <a:off x="695679" y="3890314"/>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a:solidFill>
                  <a:schemeClr val="bg1"/>
                </a:solidFill>
                <a:effectLst>
                  <a:outerShdw blurRad="38100" dist="38100" dir="2700000" algn="tl">
                    <a:srgbClr val="000000">
                      <a:alpha val="43137"/>
                    </a:srgbClr>
                  </a:outerShdw>
                </a:effectLst>
                <a:sym typeface="+mn-lt"/>
              </a:rPr>
              <a:t>二</a:t>
            </a:r>
            <a:endParaRPr lang="zh-CN" altLang="en-US" sz="2400" b="1" dirty="0">
              <a:solidFill>
                <a:schemeClr val="bg1"/>
              </a:solidFill>
              <a:effectLst>
                <a:outerShdw blurRad="38100" dist="38100" dir="2700000" algn="tl">
                  <a:srgbClr val="000000">
                    <a:alpha val="43137"/>
                  </a:srgbClr>
                </a:outerShdw>
              </a:effectLst>
              <a:sym typeface="+mn-lt"/>
            </a:endParaRPr>
          </a:p>
        </p:txBody>
      </p:sp>
      <p:sp>
        <p:nvSpPr>
          <p:cNvPr id="20" name="Freeform 5"/>
          <p:cNvSpPr>
            <a:spLocks noChangeAspect="1"/>
          </p:cNvSpPr>
          <p:nvPr/>
        </p:nvSpPr>
        <p:spPr bwMode="auto">
          <a:xfrm>
            <a:off x="693773" y="2420434"/>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rgbClr val="FFFF00"/>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ln>
                  <a:solidFill>
                    <a:srgbClr val="FFFF00"/>
                  </a:solidFill>
                </a:ln>
                <a:solidFill>
                  <a:srgbClr val="FFFF00"/>
                </a:solidFill>
                <a:effectLst>
                  <a:outerShdw blurRad="38100" dist="38100" dir="2700000" algn="tl">
                    <a:srgbClr val="000000">
                      <a:alpha val="43137"/>
                    </a:srgbClr>
                  </a:outerShdw>
                </a:effectLst>
                <a:sym typeface="+mn-lt"/>
              </a:rPr>
              <a:t>一</a:t>
            </a:r>
            <a:endParaRPr lang="zh-CN" altLang="en-US" sz="2400" b="1" dirty="0">
              <a:ln>
                <a:solidFill>
                  <a:srgbClr val="FFFF00"/>
                </a:solidFill>
              </a:ln>
              <a:solidFill>
                <a:srgbClr val="FFFF00"/>
              </a:solidFill>
              <a:effectLst>
                <a:outerShdw blurRad="38100" dist="38100" dir="2700000" algn="tl">
                  <a:srgbClr val="000000">
                    <a:alpha val="43137"/>
                  </a:srgbClr>
                </a:outerShdw>
              </a:effectLst>
              <a:sym typeface="+mn-lt"/>
            </a:endParaRPr>
          </a:p>
        </p:txBody>
      </p:sp>
    </p:spTree>
  </p:cSld>
  <p:clrMapOvr>
    <a:masterClrMapping/>
  </p:clrMapOvr>
  <p:hf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showMasterSp="0">
  <p:cSld name="11_标题幻灯片">
    <p:bg>
      <p:bgPr>
        <a:pattFill prst="dotGrid">
          <a:fgClr>
            <a:schemeClr val="tx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15" name="梯形 14"/>
          <p:cNvSpPr/>
          <p:nvPr/>
        </p:nvSpPr>
        <p:spPr>
          <a:xfrm>
            <a:off x="759997" y="897600"/>
            <a:ext cx="4279887" cy="343555"/>
          </a:xfrm>
          <a:prstGeom prst="trapezoid">
            <a:avLst>
              <a:gd name="adj" fmla="val 4574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p:nvSpPr>
        <p:spPr>
          <a:xfrm>
            <a:off x="0" y="1241155"/>
            <a:ext cx="12192000" cy="471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7" name="梯形 16"/>
          <p:cNvSpPr/>
          <p:nvPr/>
        </p:nvSpPr>
        <p:spPr>
          <a:xfrm flipV="1">
            <a:off x="968813" y="897599"/>
            <a:ext cx="3862255" cy="1197696"/>
          </a:xfrm>
          <a:prstGeom prst="trapezoid">
            <a:avLst>
              <a:gd name="adj" fmla="val 2099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9" name="TextBox 44"/>
          <p:cNvSpPr txBox="1"/>
          <p:nvPr/>
        </p:nvSpPr>
        <p:spPr>
          <a:xfrm>
            <a:off x="1614934" y="944604"/>
            <a:ext cx="2570009" cy="1077218"/>
          </a:xfrm>
          <a:prstGeom prst="rect">
            <a:avLst/>
          </a:prstGeom>
          <a:noFill/>
        </p:spPr>
        <p:txBody>
          <a:bodyPr wrap="square" rtlCol="0">
            <a:spAutoFit/>
          </a:bodyPr>
          <a:lstStyle/>
          <a:p>
            <a:pPr algn="ctr"/>
            <a:r>
              <a:rPr lang="zh-CN" altLang="en-US" sz="4000" b="1" dirty="0">
                <a:solidFill>
                  <a:schemeClr val="bg1"/>
                </a:solidFill>
                <a:latin typeface="+mn-ea"/>
                <a:ea typeface="+mn-ea"/>
              </a:rPr>
              <a:t>目  录</a:t>
            </a:r>
            <a:endParaRPr lang="en-US" altLang="zh-CN" sz="4000" b="1" dirty="0">
              <a:solidFill>
                <a:schemeClr val="bg1"/>
              </a:solidFill>
              <a:latin typeface="+mn-ea"/>
              <a:ea typeface="+mn-ea"/>
            </a:endParaRPr>
          </a:p>
          <a:p>
            <a:pPr algn="ctr"/>
            <a:r>
              <a:rPr lang="en-US" sz="2400" b="1" dirty="0">
                <a:solidFill>
                  <a:schemeClr val="bg1"/>
                </a:solidFill>
                <a:latin typeface="+mn-ea"/>
                <a:ea typeface="+mn-ea"/>
              </a:rPr>
              <a:t>CONTENTS</a:t>
            </a:r>
            <a:endParaRPr lang="en-US" sz="2400" b="1" dirty="0">
              <a:solidFill>
                <a:schemeClr val="bg1"/>
              </a:solidFill>
              <a:latin typeface="+mn-ea"/>
              <a:ea typeface="+mn-ea"/>
            </a:endParaRPr>
          </a:p>
        </p:txBody>
      </p:sp>
      <p:sp>
        <p:nvSpPr>
          <p:cNvPr id="41" name="文本框 17"/>
          <p:cNvSpPr txBox="1"/>
          <p:nvPr userDrawn="1"/>
        </p:nvSpPr>
        <p:spPr>
          <a:xfrm>
            <a:off x="1665605" y="2488565"/>
            <a:ext cx="9963150" cy="583565"/>
          </a:xfrm>
          <a:prstGeom prst="rect">
            <a:avLst/>
          </a:prstGeom>
          <a:noFill/>
        </p:spPr>
        <p:txBody>
          <a:bodyPr wrap="square" rtlCol="0" anchor="ctr">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just" defTabSz="685800">
              <a:defRPr/>
            </a:pPr>
            <a:r>
              <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rPr>
              <a:t>针对元启发式算法代码数据的结构感知</a:t>
            </a:r>
            <a:r>
              <a:rPr lang="en-US" altLang="zh-CN" sz="3200" b="1" spc="250" baseline="0" dirty="0">
                <a:ln w="6350">
                  <a:noFill/>
                </a:ln>
                <a:solidFill>
                  <a:schemeClr val="bg1"/>
                </a:solidFill>
                <a:effectLst>
                  <a:outerShdw blurRad="38100" dist="38100" dir="2700000" algn="tl">
                    <a:srgbClr val="000000">
                      <a:alpha val="43137"/>
                    </a:srgbClr>
                  </a:outerShdw>
                </a:effectLst>
                <a:latin typeface="+mn-ea"/>
                <a:ea typeface="+mn-ea"/>
              </a:rPr>
              <a:t>LoRA</a:t>
            </a:r>
            <a:r>
              <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rPr>
              <a:t>方法</a:t>
            </a:r>
            <a:endParaRPr lang="zh-CN" altLang="en-US" sz="3200" b="1" spc="250" baseline="0" dirty="0">
              <a:ln w="6350">
                <a:noFill/>
              </a:ln>
              <a:solidFill>
                <a:schemeClr val="bg1"/>
              </a:solidFill>
              <a:effectLst>
                <a:outerShdw blurRad="38100" dist="38100" dir="2700000" algn="tl">
                  <a:srgbClr val="000000">
                    <a:alpha val="43137"/>
                  </a:srgbClr>
                </a:outerShdw>
              </a:effectLst>
              <a:latin typeface="+mn-ea"/>
              <a:ea typeface="+mn-ea"/>
            </a:endParaRPr>
          </a:p>
        </p:txBody>
      </p:sp>
      <p:sp>
        <p:nvSpPr>
          <p:cNvPr id="42" name="文本框 17"/>
          <p:cNvSpPr txBox="1"/>
          <p:nvPr/>
        </p:nvSpPr>
        <p:spPr>
          <a:xfrm>
            <a:off x="1703705" y="3890010"/>
            <a:ext cx="9054465" cy="583565"/>
          </a:xfrm>
          <a:prstGeom prst="rect">
            <a:avLst/>
          </a:prstGeom>
          <a:noFill/>
        </p:spPr>
        <p:txBody>
          <a:bodyPr wrap="square" rtlCol="0" anchor="ctr">
            <a:spAutoFit/>
          </a:bodyPr>
          <a:lstStyle>
            <a:defPPr>
              <a:defRPr lang="zh-CN"/>
            </a:defPPr>
            <a:lvl1pPr marL="0" algn="dist" defTabSz="685800" eaLnBrk="1" latinLnBrk="0" hangingPunct="1">
              <a:defRPr sz="3000" b="1" spc="250" baseline="0">
                <a:gradFill flip="none" rotWithShape="1">
                  <a:gsLst>
                    <a:gs pos="0">
                      <a:srgbClr val="2651B1">
                        <a:shade val="30000"/>
                        <a:satMod val="115000"/>
                      </a:srgbClr>
                    </a:gs>
                    <a:gs pos="50000">
                      <a:srgbClr val="2651B1">
                        <a:shade val="67500"/>
                        <a:satMod val="115000"/>
                      </a:srgbClr>
                    </a:gs>
                    <a:gs pos="100000">
                      <a:srgbClr val="2651B1">
                        <a:shade val="100000"/>
                        <a:satMod val="115000"/>
                      </a:srgbClr>
                    </a:gs>
                  </a:gsLst>
                  <a:lin ang="16200000" scaled="1"/>
                  <a:tileRect/>
                </a:gradFill>
                <a:effectLst>
                  <a:glow rad="63500">
                    <a:schemeClr val="bg1">
                      <a:alpha val="40000"/>
                    </a:schemeClr>
                  </a:glow>
                </a:effectLst>
                <a:latin typeface="+mn-ea"/>
                <a:ea typeface="+mn-ea"/>
              </a:defRPr>
            </a:lvl1pPr>
            <a:lvl2pPr marL="342900" defTabSz="685800" eaLnBrk="1" latinLnBrk="0" hangingPunct="1">
              <a:defRPr sz="1350">
                <a:latin typeface="+mn-lt"/>
                <a:ea typeface="+mn-ea"/>
              </a:defRPr>
            </a:lvl2pPr>
            <a:lvl3pPr marL="685800" defTabSz="685800" eaLnBrk="1" latinLnBrk="0" hangingPunct="1">
              <a:defRPr sz="1350">
                <a:latin typeface="+mn-lt"/>
                <a:ea typeface="+mn-ea"/>
              </a:defRPr>
            </a:lvl3pPr>
            <a:lvl4pPr marL="1028700" defTabSz="685800" eaLnBrk="1" latinLnBrk="0" hangingPunct="1">
              <a:defRPr sz="1350">
                <a:latin typeface="+mn-lt"/>
                <a:ea typeface="+mn-ea"/>
              </a:defRPr>
            </a:lvl4pPr>
            <a:lvl5pPr marL="1371600" defTabSz="685800" eaLnBrk="1" latinLnBrk="0" hangingPunct="1">
              <a:defRPr sz="1350">
                <a:latin typeface="+mn-lt"/>
                <a:ea typeface="+mn-ea"/>
              </a:defRPr>
            </a:lvl5pPr>
            <a:lvl6pPr marL="1714500" defTabSz="685800">
              <a:defRPr sz="1350">
                <a:latin typeface="+mn-lt"/>
                <a:ea typeface="+mn-ea"/>
              </a:defRPr>
            </a:lvl6pPr>
            <a:lvl7pPr marL="2057400" defTabSz="685800">
              <a:defRPr sz="1350">
                <a:latin typeface="+mn-lt"/>
                <a:ea typeface="+mn-ea"/>
              </a:defRPr>
            </a:lvl7pPr>
            <a:lvl8pPr marL="2400300" defTabSz="685800">
              <a:defRPr sz="1350">
                <a:latin typeface="+mn-lt"/>
                <a:ea typeface="+mn-ea"/>
              </a:defRPr>
            </a:lvl8pPr>
            <a:lvl9pPr marL="2743200" defTabSz="685800">
              <a:defRPr sz="1350">
                <a:latin typeface="+mn-lt"/>
                <a:ea typeface="+mn-ea"/>
              </a:defRPr>
            </a:lvl9pPr>
          </a:lstStyle>
          <a:p>
            <a:pPr lvl="0"/>
            <a:r>
              <a:rPr lang="zh-CN" altLang="en-US" sz="3200" dirty="0">
                <a:ln w="6350">
                  <a:noFill/>
                </a:ln>
                <a:solidFill>
                  <a:srgbClr val="FFFF00"/>
                </a:solidFill>
                <a:effectLst>
                  <a:outerShdw blurRad="38100" dist="38100" dir="2700000" algn="tl">
                    <a:srgbClr val="000000">
                      <a:alpha val="43137"/>
                    </a:srgbClr>
                  </a:outerShdw>
                </a:effectLst>
              </a:rPr>
              <a:t>基于大模型的元启发式算法的动态进化自动化</a:t>
            </a:r>
            <a:endParaRPr lang="zh-CN" altLang="en-US" sz="3200" dirty="0">
              <a:ln w="6350">
                <a:noFill/>
              </a:ln>
              <a:solidFill>
                <a:srgbClr val="FFFF00"/>
              </a:solidFill>
              <a:effectLst>
                <a:outerShdw blurRad="38100" dist="38100" dir="2700000" algn="tl">
                  <a:srgbClr val="000000">
                    <a:alpha val="43137"/>
                  </a:srgbClr>
                </a:outerShdw>
              </a:effectLst>
            </a:endParaRPr>
          </a:p>
        </p:txBody>
      </p:sp>
      <p:sp>
        <p:nvSpPr>
          <p:cNvPr id="45" name="Freeform 5"/>
          <p:cNvSpPr>
            <a:spLocks noChangeAspect="1"/>
          </p:cNvSpPr>
          <p:nvPr/>
        </p:nvSpPr>
        <p:spPr bwMode="auto">
          <a:xfrm>
            <a:off x="693139" y="3890314"/>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rgbClr val="FFFF00"/>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a:ln>
                  <a:solidFill>
                    <a:srgbClr val="FFFF00"/>
                  </a:solidFill>
                </a:ln>
                <a:solidFill>
                  <a:srgbClr val="FFFF00"/>
                </a:solidFill>
                <a:effectLst>
                  <a:outerShdw blurRad="38100" dist="38100" dir="2700000" algn="tl">
                    <a:srgbClr val="000000">
                      <a:alpha val="43137"/>
                    </a:srgbClr>
                  </a:outerShdw>
                </a:effectLst>
                <a:sym typeface="+mn-lt"/>
              </a:rPr>
              <a:t>二</a:t>
            </a:r>
            <a:endParaRPr lang="zh-CN" altLang="en-US" sz="2400" b="1" dirty="0">
              <a:ln>
                <a:solidFill>
                  <a:srgbClr val="FFFF00"/>
                </a:solidFill>
              </a:ln>
              <a:solidFill>
                <a:srgbClr val="FFFF00"/>
              </a:solidFill>
              <a:effectLst>
                <a:outerShdw blurRad="38100" dist="38100" dir="2700000" algn="tl">
                  <a:srgbClr val="000000">
                    <a:alpha val="43137"/>
                  </a:srgbClr>
                </a:outerShdw>
              </a:effectLst>
              <a:sym typeface="+mn-lt"/>
            </a:endParaRPr>
          </a:p>
        </p:txBody>
      </p:sp>
      <p:sp>
        <p:nvSpPr>
          <p:cNvPr id="20" name="Freeform 5"/>
          <p:cNvSpPr>
            <a:spLocks noChangeAspect="1"/>
          </p:cNvSpPr>
          <p:nvPr/>
        </p:nvSpPr>
        <p:spPr bwMode="auto">
          <a:xfrm>
            <a:off x="693773" y="2420434"/>
            <a:ext cx="920692" cy="612000"/>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tx2"/>
          </a:solidFill>
          <a:ln w="38100">
            <a:solidFill>
              <a:schemeClr val="bg1"/>
            </a:solidFill>
          </a:ln>
        </p:spPr>
        <p:style>
          <a:lnRef idx="3">
            <a:schemeClr val="lt1"/>
          </a:lnRef>
          <a:fillRef idx="1">
            <a:schemeClr val="accent3"/>
          </a:fillRef>
          <a:effectRef idx="1">
            <a:schemeClr val="accent3"/>
          </a:effectRef>
          <a:fontRef idx="minor">
            <a:schemeClr val="lt1"/>
          </a:fontRef>
        </p:style>
        <p:txBody>
          <a:bodyPr rtlCol="0" anchor="ctr"/>
          <a:lstStyle/>
          <a:p>
            <a:pPr lvl="0" algn="ctr"/>
            <a:r>
              <a:rPr lang="zh-CN" altLang="en-US" sz="2400" b="1" dirty="0">
                <a:ln>
                  <a:noFill/>
                </a:ln>
                <a:solidFill>
                  <a:schemeClr val="bg1"/>
                </a:solidFill>
                <a:effectLst>
                  <a:outerShdw blurRad="38100" dist="38100" dir="2700000" algn="tl">
                    <a:srgbClr val="000000">
                      <a:alpha val="43137"/>
                    </a:srgbClr>
                  </a:outerShdw>
                </a:effectLst>
                <a:sym typeface="+mn-lt"/>
              </a:rPr>
              <a:t>一</a:t>
            </a:r>
            <a:endParaRPr lang="zh-CN" altLang="en-US" sz="2400" b="1" dirty="0">
              <a:ln>
                <a:noFill/>
              </a:ln>
              <a:solidFill>
                <a:schemeClr val="bg1"/>
              </a:solidFill>
              <a:effectLst>
                <a:outerShdw blurRad="38100" dist="38100" dir="2700000" algn="tl">
                  <a:srgbClr val="000000">
                    <a:alpha val="43137"/>
                  </a:srgbClr>
                </a:outerShdw>
              </a:effectLst>
              <a:sym typeface="+mn-lt"/>
            </a:endParaRPr>
          </a:p>
        </p:txBody>
      </p:sp>
    </p:spTree>
  </p:cSld>
  <p:clrMapOvr>
    <a:masterClrMapping/>
  </p:clrMapOvr>
  <p:hf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4_自定义版式">
    <p:spTree>
      <p:nvGrpSpPr>
        <p:cNvPr id="1" name=""/>
        <p:cNvGrpSpPr/>
        <p:nvPr/>
      </p:nvGrpSpPr>
      <p:grpSpPr>
        <a:xfrm>
          <a:off x="0" y="0"/>
          <a:ext cx="0" cy="0"/>
          <a:chOff x="0" y="0"/>
          <a:chExt cx="0" cy="0"/>
        </a:xfrm>
      </p:grpSpPr>
      <p:grpSp>
        <p:nvGrpSpPr>
          <p:cNvPr id="7" name="组合 6"/>
          <p:cNvGrpSpPr/>
          <p:nvPr/>
        </p:nvGrpSpPr>
        <p:grpSpPr>
          <a:xfrm>
            <a:off x="12160" y="6104963"/>
            <a:ext cx="12181421" cy="754045"/>
            <a:chOff x="15714" y="4577478"/>
            <a:chExt cx="9136066" cy="565534"/>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3" y="4803998"/>
              <a:ext cx="1880309" cy="307617"/>
            </a:xfrm>
            <a:prstGeom prst="rect">
              <a:avLst/>
            </a:prstGeom>
            <a:noFill/>
          </p:spPr>
        </p:pic>
        <p:sp>
          <p:nvSpPr>
            <p:cNvPr id="9" name="矩形 8"/>
            <p:cNvSpPr/>
            <p:nvPr userDrawn="1"/>
          </p:nvSpPr>
          <p:spPr bwMode="auto">
            <a:xfrm>
              <a:off x="15714" y="4694791"/>
              <a:ext cx="2088232" cy="448221"/>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nvGrpSpPr>
            <p:cNvPr id="10" name="组合 9"/>
            <p:cNvGrpSpPr/>
            <p:nvPr userDrawn="1"/>
          </p:nvGrpSpPr>
          <p:grpSpPr>
            <a:xfrm>
              <a:off x="6816910" y="4577478"/>
              <a:ext cx="2334870" cy="565534"/>
              <a:chOff x="6816910" y="4577478"/>
              <a:chExt cx="2334870" cy="565534"/>
            </a:xfrm>
          </p:grpSpPr>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13152" y="4577478"/>
                <a:ext cx="2138628" cy="565534"/>
              </a:xfrm>
              <a:prstGeom prst="rect">
                <a:avLst/>
              </a:prstGeom>
            </p:spPr>
          </p:pic>
          <p:sp>
            <p:nvSpPr>
              <p:cNvPr id="12" name="矩形 11"/>
              <p:cNvSpPr/>
              <p:nvPr userDrawn="1"/>
            </p:nvSpPr>
            <p:spPr bwMode="auto">
              <a:xfrm>
                <a:off x="6816910" y="4577478"/>
                <a:ext cx="2329454" cy="565534"/>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grpSp>
      <p:sp>
        <p:nvSpPr>
          <p:cNvPr id="14" name="TextBox 1"/>
          <p:cNvSpPr txBox="1">
            <a:spLocks noChangeArrowheads="1"/>
          </p:cNvSpPr>
          <p:nvPr/>
        </p:nvSpPr>
        <p:spPr bwMode="auto">
          <a:xfrm>
            <a:off x="1199456" y="164476"/>
            <a:ext cx="9901438" cy="582295"/>
          </a:xfrm>
          <a:prstGeom prst="rect">
            <a:avLst/>
          </a:prstGeom>
          <a:noFill/>
          <a:ln w="9525">
            <a:noFill/>
            <a:miter lim="800000"/>
          </a:ln>
        </p:spPr>
        <p:txBody>
          <a:bodyPr wrap="square" lIns="121893" tIns="60947" rIns="121893" bIns="60947">
            <a:spAutoFit/>
          </a:bodyPr>
          <a:lstStyle/>
          <a:p>
            <a:pPr algn="l"/>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一、近期</a:t>
            </a:r>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研究</a:t>
            </a:r>
            <a:endPar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Sld>
  <p:clrMapOvr>
    <a:masterClrMapping/>
  </p:clrMapOvr>
  <p:transition spd="slow">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5_自定义版式">
    <p:spTree>
      <p:nvGrpSpPr>
        <p:cNvPr id="1" name=""/>
        <p:cNvGrpSpPr/>
        <p:nvPr/>
      </p:nvGrpSpPr>
      <p:grpSpPr>
        <a:xfrm>
          <a:off x="0" y="0"/>
          <a:ext cx="0" cy="0"/>
          <a:chOff x="0" y="0"/>
          <a:chExt cx="0" cy="0"/>
        </a:xfrm>
      </p:grpSpPr>
      <p:grpSp>
        <p:nvGrpSpPr>
          <p:cNvPr id="7" name="组合 6"/>
          <p:cNvGrpSpPr/>
          <p:nvPr/>
        </p:nvGrpSpPr>
        <p:grpSpPr>
          <a:xfrm>
            <a:off x="12160" y="6104963"/>
            <a:ext cx="12181421" cy="754045"/>
            <a:chOff x="15714" y="4577478"/>
            <a:chExt cx="9136066" cy="565534"/>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3" y="4803998"/>
              <a:ext cx="1880309" cy="307617"/>
            </a:xfrm>
            <a:prstGeom prst="rect">
              <a:avLst/>
            </a:prstGeom>
            <a:noFill/>
          </p:spPr>
        </p:pic>
        <p:sp>
          <p:nvSpPr>
            <p:cNvPr id="9" name="矩形 8"/>
            <p:cNvSpPr/>
            <p:nvPr userDrawn="1"/>
          </p:nvSpPr>
          <p:spPr bwMode="auto">
            <a:xfrm>
              <a:off x="15714" y="4694791"/>
              <a:ext cx="2088232" cy="448221"/>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nvGrpSpPr>
            <p:cNvPr id="10" name="组合 9"/>
            <p:cNvGrpSpPr/>
            <p:nvPr userDrawn="1"/>
          </p:nvGrpSpPr>
          <p:grpSpPr>
            <a:xfrm>
              <a:off x="6816910" y="4577478"/>
              <a:ext cx="2334870" cy="565534"/>
              <a:chOff x="6816910" y="4577478"/>
              <a:chExt cx="2334870" cy="565534"/>
            </a:xfrm>
          </p:grpSpPr>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13152" y="4577478"/>
                <a:ext cx="2138628" cy="565534"/>
              </a:xfrm>
              <a:prstGeom prst="rect">
                <a:avLst/>
              </a:prstGeom>
            </p:spPr>
          </p:pic>
          <p:sp>
            <p:nvSpPr>
              <p:cNvPr id="12" name="矩形 11"/>
              <p:cNvSpPr/>
              <p:nvPr userDrawn="1"/>
            </p:nvSpPr>
            <p:spPr bwMode="auto">
              <a:xfrm>
                <a:off x="6816910" y="4577478"/>
                <a:ext cx="2329454" cy="565534"/>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grpSp>
      <p:sp>
        <p:nvSpPr>
          <p:cNvPr id="14" name="TextBox 1"/>
          <p:cNvSpPr txBox="1">
            <a:spLocks noChangeArrowheads="1"/>
          </p:cNvSpPr>
          <p:nvPr/>
        </p:nvSpPr>
        <p:spPr bwMode="auto">
          <a:xfrm>
            <a:off x="1199456" y="164476"/>
            <a:ext cx="9901438" cy="553972"/>
          </a:xfrm>
          <a:prstGeom prst="rect">
            <a:avLst/>
          </a:prstGeom>
          <a:noFill/>
          <a:ln w="9525">
            <a:noFill/>
            <a:miter lim="800000"/>
          </a:ln>
        </p:spPr>
        <p:txBody>
          <a:bodyPr wrap="square" lIns="121893" tIns="60947" rIns="121893" bIns="60947">
            <a:noAutofit/>
          </a:bodyPr>
          <a:lstStyle/>
          <a:p>
            <a:pPr algn="l"/>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二、项目</a:t>
            </a:r>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进展</a:t>
            </a:r>
            <a:endPar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Sld>
  <p:clrMapOvr>
    <a:masterClrMapping/>
  </p:clrMapOvr>
  <p:transition spd="slow">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grpSp>
        <p:nvGrpSpPr>
          <p:cNvPr id="7" name="组合 6"/>
          <p:cNvGrpSpPr/>
          <p:nvPr/>
        </p:nvGrpSpPr>
        <p:grpSpPr>
          <a:xfrm>
            <a:off x="12160" y="6104963"/>
            <a:ext cx="12181421" cy="754045"/>
            <a:chOff x="15714" y="4577478"/>
            <a:chExt cx="9136066" cy="565534"/>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3" y="4803998"/>
              <a:ext cx="1880309" cy="307617"/>
            </a:xfrm>
            <a:prstGeom prst="rect">
              <a:avLst/>
            </a:prstGeom>
            <a:noFill/>
          </p:spPr>
        </p:pic>
        <p:sp>
          <p:nvSpPr>
            <p:cNvPr id="9" name="矩形 8"/>
            <p:cNvSpPr/>
            <p:nvPr userDrawn="1"/>
          </p:nvSpPr>
          <p:spPr bwMode="auto">
            <a:xfrm>
              <a:off x="15714" y="4694791"/>
              <a:ext cx="2088232" cy="448221"/>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nvGrpSpPr>
            <p:cNvPr id="10" name="组合 9"/>
            <p:cNvGrpSpPr/>
            <p:nvPr userDrawn="1"/>
          </p:nvGrpSpPr>
          <p:grpSpPr>
            <a:xfrm>
              <a:off x="6816910" y="4577478"/>
              <a:ext cx="2334870" cy="565534"/>
              <a:chOff x="6816910" y="4577478"/>
              <a:chExt cx="2334870" cy="565534"/>
            </a:xfrm>
          </p:grpSpPr>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13152" y="4577478"/>
                <a:ext cx="2138628" cy="565534"/>
              </a:xfrm>
              <a:prstGeom prst="rect">
                <a:avLst/>
              </a:prstGeom>
            </p:spPr>
          </p:pic>
          <p:sp>
            <p:nvSpPr>
              <p:cNvPr id="12" name="矩形 11"/>
              <p:cNvSpPr/>
              <p:nvPr userDrawn="1"/>
            </p:nvSpPr>
            <p:spPr bwMode="auto">
              <a:xfrm>
                <a:off x="6816910" y="4577478"/>
                <a:ext cx="2329454" cy="565534"/>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grpSp>
      <p:sp>
        <p:nvSpPr>
          <p:cNvPr id="14" name="TextBox 1"/>
          <p:cNvSpPr txBox="1">
            <a:spLocks noChangeArrowheads="1"/>
          </p:cNvSpPr>
          <p:nvPr/>
        </p:nvSpPr>
        <p:spPr bwMode="auto">
          <a:xfrm>
            <a:off x="1199456" y="164476"/>
            <a:ext cx="9901438" cy="553972"/>
          </a:xfrm>
          <a:prstGeom prst="rect">
            <a:avLst/>
          </a:prstGeom>
          <a:noFill/>
          <a:ln w="9525">
            <a:noFill/>
            <a:miter lim="800000"/>
          </a:ln>
        </p:spPr>
        <p:txBody>
          <a:bodyPr wrap="square" lIns="121893" tIns="60947" rIns="121893" bIns="60947">
            <a:noAutofit/>
          </a:bodyPr>
          <a:lstStyle/>
          <a:p>
            <a:pPr algn="l"/>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二、论文</a:t>
            </a:r>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分享</a:t>
            </a:r>
            <a:endPar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Sld>
  <p:clrMapOvr>
    <a:masterClrMapping/>
  </p:clrMapOvr>
  <p:transition spd="slow">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6_自定义版式">
    <p:spTree>
      <p:nvGrpSpPr>
        <p:cNvPr id="1" name=""/>
        <p:cNvGrpSpPr/>
        <p:nvPr/>
      </p:nvGrpSpPr>
      <p:grpSpPr>
        <a:xfrm>
          <a:off x="0" y="0"/>
          <a:ext cx="0" cy="0"/>
          <a:chOff x="0" y="0"/>
          <a:chExt cx="0" cy="0"/>
        </a:xfrm>
      </p:grpSpPr>
      <p:grpSp>
        <p:nvGrpSpPr>
          <p:cNvPr id="7" name="组合 6"/>
          <p:cNvGrpSpPr/>
          <p:nvPr/>
        </p:nvGrpSpPr>
        <p:grpSpPr>
          <a:xfrm>
            <a:off x="12160" y="6104963"/>
            <a:ext cx="12181421" cy="754045"/>
            <a:chOff x="15714" y="4577478"/>
            <a:chExt cx="9136066" cy="565534"/>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3" y="4803998"/>
              <a:ext cx="1880309" cy="307617"/>
            </a:xfrm>
            <a:prstGeom prst="rect">
              <a:avLst/>
            </a:prstGeom>
            <a:noFill/>
          </p:spPr>
        </p:pic>
        <p:sp>
          <p:nvSpPr>
            <p:cNvPr id="9" name="矩形 8"/>
            <p:cNvSpPr/>
            <p:nvPr userDrawn="1"/>
          </p:nvSpPr>
          <p:spPr bwMode="auto">
            <a:xfrm>
              <a:off x="15714" y="4694791"/>
              <a:ext cx="2088232" cy="448221"/>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nvGrpSpPr>
            <p:cNvPr id="10" name="组合 9"/>
            <p:cNvGrpSpPr/>
            <p:nvPr userDrawn="1"/>
          </p:nvGrpSpPr>
          <p:grpSpPr>
            <a:xfrm>
              <a:off x="6816910" y="4577478"/>
              <a:ext cx="2334870" cy="565534"/>
              <a:chOff x="6816910" y="4577478"/>
              <a:chExt cx="2334870" cy="565534"/>
            </a:xfrm>
          </p:grpSpPr>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13152" y="4577478"/>
                <a:ext cx="2138628" cy="565534"/>
              </a:xfrm>
              <a:prstGeom prst="rect">
                <a:avLst/>
              </a:prstGeom>
            </p:spPr>
          </p:pic>
          <p:sp>
            <p:nvSpPr>
              <p:cNvPr id="12" name="矩形 11"/>
              <p:cNvSpPr/>
              <p:nvPr userDrawn="1"/>
            </p:nvSpPr>
            <p:spPr bwMode="auto">
              <a:xfrm>
                <a:off x="6816910" y="4577478"/>
                <a:ext cx="2329454" cy="565534"/>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grpSp>
      <p:sp>
        <p:nvSpPr>
          <p:cNvPr id="14" name="TextBox 1"/>
          <p:cNvSpPr txBox="1">
            <a:spLocks noChangeArrowheads="1"/>
          </p:cNvSpPr>
          <p:nvPr/>
        </p:nvSpPr>
        <p:spPr bwMode="auto">
          <a:xfrm>
            <a:off x="1199456" y="126376"/>
            <a:ext cx="9901438" cy="615527"/>
          </a:xfrm>
          <a:prstGeom prst="rect">
            <a:avLst/>
          </a:prstGeom>
          <a:noFill/>
          <a:ln w="9525">
            <a:noFill/>
            <a:miter lim="800000"/>
          </a:ln>
        </p:spPr>
        <p:txBody>
          <a:bodyPr wrap="square" lIns="121893" tIns="60947" rIns="121893" bIns="60947" anchor="ctr">
            <a:noAutofit/>
          </a:bodyPr>
          <a:lstStyle/>
          <a:p>
            <a:pPr algn="l"/>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三、未来规划</a:t>
            </a:r>
            <a:endPar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Sld>
  <p:clrMapOvr>
    <a:masterClrMapping/>
  </p:clrMapOvr>
  <p:transition spd="slow">
    <p:fade/>
  </p:transition>
  <p:hf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7_自定义版式">
    <p:spTree>
      <p:nvGrpSpPr>
        <p:cNvPr id="1" name=""/>
        <p:cNvGrpSpPr/>
        <p:nvPr/>
      </p:nvGrpSpPr>
      <p:grpSpPr>
        <a:xfrm>
          <a:off x="0" y="0"/>
          <a:ext cx="0" cy="0"/>
          <a:chOff x="0" y="0"/>
          <a:chExt cx="0" cy="0"/>
        </a:xfrm>
      </p:grpSpPr>
      <p:grpSp>
        <p:nvGrpSpPr>
          <p:cNvPr id="7" name="组合 6"/>
          <p:cNvGrpSpPr/>
          <p:nvPr/>
        </p:nvGrpSpPr>
        <p:grpSpPr>
          <a:xfrm>
            <a:off x="12160" y="6104963"/>
            <a:ext cx="12181421" cy="754045"/>
            <a:chOff x="15714" y="4577478"/>
            <a:chExt cx="9136066" cy="565534"/>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3" y="4803998"/>
              <a:ext cx="1880309" cy="307617"/>
            </a:xfrm>
            <a:prstGeom prst="rect">
              <a:avLst/>
            </a:prstGeom>
            <a:noFill/>
          </p:spPr>
        </p:pic>
        <p:sp>
          <p:nvSpPr>
            <p:cNvPr id="9" name="矩形 8"/>
            <p:cNvSpPr/>
            <p:nvPr userDrawn="1"/>
          </p:nvSpPr>
          <p:spPr bwMode="auto">
            <a:xfrm>
              <a:off x="15714" y="4694791"/>
              <a:ext cx="2088232" cy="448221"/>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nvGrpSpPr>
            <p:cNvPr id="10" name="组合 9"/>
            <p:cNvGrpSpPr/>
            <p:nvPr userDrawn="1"/>
          </p:nvGrpSpPr>
          <p:grpSpPr>
            <a:xfrm>
              <a:off x="6816910" y="4577478"/>
              <a:ext cx="2334870" cy="565534"/>
              <a:chOff x="6816910" y="4577478"/>
              <a:chExt cx="2334870" cy="565534"/>
            </a:xfrm>
          </p:grpSpPr>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13152" y="4577478"/>
                <a:ext cx="2138628" cy="565534"/>
              </a:xfrm>
              <a:prstGeom prst="rect">
                <a:avLst/>
              </a:prstGeom>
            </p:spPr>
          </p:pic>
          <p:sp>
            <p:nvSpPr>
              <p:cNvPr id="12" name="矩形 11"/>
              <p:cNvSpPr/>
              <p:nvPr userDrawn="1"/>
            </p:nvSpPr>
            <p:spPr bwMode="auto">
              <a:xfrm>
                <a:off x="6816910" y="4577478"/>
                <a:ext cx="2329454" cy="565534"/>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grpSp>
      <p:sp>
        <p:nvSpPr>
          <p:cNvPr id="14" name="TextBox 1"/>
          <p:cNvSpPr txBox="1">
            <a:spLocks noChangeArrowheads="1"/>
          </p:cNvSpPr>
          <p:nvPr/>
        </p:nvSpPr>
        <p:spPr bwMode="auto">
          <a:xfrm>
            <a:off x="1199456" y="126376"/>
            <a:ext cx="9901438" cy="615527"/>
          </a:xfrm>
          <a:prstGeom prst="rect">
            <a:avLst/>
          </a:prstGeom>
          <a:noFill/>
          <a:ln w="9525">
            <a:noFill/>
            <a:miter lim="800000"/>
          </a:ln>
        </p:spPr>
        <p:txBody>
          <a:bodyPr wrap="square" lIns="121893" tIns="60947" rIns="121893" bIns="60947" anchor="ctr">
            <a:noAutofit/>
          </a:bodyPr>
          <a:lstStyle/>
          <a:p>
            <a:pPr algn="l"/>
            <a:r>
              <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四、未来计划</a:t>
            </a:r>
            <a:endParaRPr lang="zh-CN" altLang="en-US" sz="3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Sld>
  <p:clrMapOvr>
    <a:masterClrMapping/>
  </p:clrMapOvr>
  <p:transition spd="slow">
    <p:fade/>
  </p:transition>
  <p:hf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showMasterSp="0">
  <p:cSld name="10_自定义版式">
    <p:bg>
      <p:bgPr>
        <a:solidFill>
          <a:schemeClr val="bg1"/>
        </a:solidFill>
        <a:effectLst/>
      </p:bgPr>
    </p:bg>
    <p:spTree>
      <p:nvGrpSpPr>
        <p:cNvPr id="1" name=""/>
        <p:cNvGrpSpPr/>
        <p:nvPr/>
      </p:nvGrpSpPr>
      <p:grpSpPr>
        <a:xfrm>
          <a:off x="0" y="0"/>
          <a:ext cx="0" cy="0"/>
          <a:chOff x="0" y="0"/>
          <a:chExt cx="0" cy="0"/>
        </a:xfrm>
      </p:grpSpPr>
      <p:grpSp>
        <p:nvGrpSpPr>
          <p:cNvPr id="7" name="组合 6"/>
          <p:cNvGrpSpPr/>
          <p:nvPr/>
        </p:nvGrpSpPr>
        <p:grpSpPr>
          <a:xfrm>
            <a:off x="12160" y="6104963"/>
            <a:ext cx="12181421" cy="754045"/>
            <a:chOff x="15714" y="4577478"/>
            <a:chExt cx="9136066" cy="565534"/>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3" y="4803998"/>
              <a:ext cx="1880309" cy="307617"/>
            </a:xfrm>
            <a:prstGeom prst="rect">
              <a:avLst/>
            </a:prstGeom>
            <a:noFill/>
          </p:spPr>
        </p:pic>
        <p:sp>
          <p:nvSpPr>
            <p:cNvPr id="9" name="矩形 8"/>
            <p:cNvSpPr/>
            <p:nvPr userDrawn="1"/>
          </p:nvSpPr>
          <p:spPr bwMode="auto">
            <a:xfrm>
              <a:off x="15714" y="4694791"/>
              <a:ext cx="2088232" cy="448221"/>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nvGrpSpPr>
            <p:cNvPr id="10" name="组合 9"/>
            <p:cNvGrpSpPr/>
            <p:nvPr userDrawn="1"/>
          </p:nvGrpSpPr>
          <p:grpSpPr>
            <a:xfrm>
              <a:off x="6816910" y="4577478"/>
              <a:ext cx="2334870" cy="565534"/>
              <a:chOff x="6816910" y="4577478"/>
              <a:chExt cx="2334870" cy="565534"/>
            </a:xfrm>
          </p:grpSpPr>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13152" y="4577478"/>
                <a:ext cx="2138628" cy="565534"/>
              </a:xfrm>
              <a:prstGeom prst="rect">
                <a:avLst/>
              </a:prstGeom>
            </p:spPr>
          </p:pic>
          <p:sp>
            <p:nvSpPr>
              <p:cNvPr id="12" name="矩形 11"/>
              <p:cNvSpPr/>
              <p:nvPr userDrawn="1"/>
            </p:nvSpPr>
            <p:spPr bwMode="auto">
              <a:xfrm>
                <a:off x="6816910" y="4577478"/>
                <a:ext cx="2329454" cy="565534"/>
              </a:xfrm>
              <a:prstGeom prst="rect">
                <a:avLst/>
              </a:prstGeom>
              <a:solidFill>
                <a:schemeClr val="bg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1219200" rtl="0" eaLnBrk="1" fontAlgn="base" latinLnBrk="0" hangingPunct="1">
                  <a:lnSpc>
                    <a:spcPct val="100000"/>
                  </a:lnSpc>
                  <a:spcBef>
                    <a:spcPct val="0"/>
                  </a:spcBef>
                  <a:spcAft>
                    <a:spcPct val="0"/>
                  </a:spcAft>
                  <a:buClrTx/>
                  <a:buSzTx/>
                  <a:buFontTx/>
                  <a:buNone/>
                </a:pPr>
                <a:endParaRPr kumimoji="0" lang="zh-CN" altLang="en-US" sz="24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grpSp>
    </p:spTree>
  </p:cSld>
  <p:clrMapOvr>
    <a:masterClrMapping/>
  </p:clrMapOvr>
  <p:transition spd="slow">
    <p:fade/>
  </p:transition>
  <p:hf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5_标题幻灯片">
    <p:spTree>
      <p:nvGrpSpPr>
        <p:cNvPr id="1" name=""/>
        <p:cNvGrpSpPr/>
        <p:nvPr/>
      </p:nvGrpSpPr>
      <p:grpSpPr>
        <a:xfrm>
          <a:off x="0" y="0"/>
          <a:ext cx="0" cy="0"/>
          <a:chOff x="0" y="0"/>
          <a:chExt cx="0" cy="0"/>
        </a:xfrm>
      </p:grpSpPr>
      <p:pic>
        <p:nvPicPr>
          <p:cNvPr id="8" name="Picture 2"/>
          <p:cNvPicPr>
            <a:picLocks noChangeAspect="1" noChangeArrowheads="1"/>
          </p:cNvPicPr>
          <p:nvPr userDrawn="1"/>
        </p:nvPicPr>
        <p:blipFill>
          <a:blip r:embed="rId2" cstate="print"/>
          <a:srcRect/>
          <a:stretch>
            <a:fillRect/>
          </a:stretch>
        </p:blipFill>
        <p:spPr bwMode="auto">
          <a:xfrm>
            <a:off x="0" y="2276872"/>
            <a:ext cx="12192000" cy="4581128"/>
          </a:xfrm>
          <a:prstGeom prst="rect">
            <a:avLst/>
          </a:prstGeom>
          <a:noFill/>
          <a:ln w="9525">
            <a:noFill/>
            <a:miter lim="800000"/>
            <a:headEnd/>
            <a:tailEnd/>
          </a:ln>
        </p:spPr>
      </p:pic>
      <p:sp>
        <p:nvSpPr>
          <p:cNvPr id="9" name="矩形 8"/>
          <p:cNvSpPr/>
          <p:nvPr userDrawn="1"/>
        </p:nvSpPr>
        <p:spPr>
          <a:xfrm>
            <a:off x="0" y="2276872"/>
            <a:ext cx="12192000" cy="4581128"/>
          </a:xfrm>
          <a:prstGeom prst="rect">
            <a:avLst/>
          </a:prstGeom>
          <a:gradFill>
            <a:gsLst>
              <a:gs pos="0">
                <a:schemeClr val="bg1"/>
              </a:gs>
              <a:gs pos="50000">
                <a:schemeClr val="bg1"/>
              </a:gs>
              <a:gs pos="100000">
                <a:srgbClr val="006600">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0" name="图片 9" descr="美丽的校园（小）.jpg"/>
          <p:cNvPicPr>
            <a:picLocks noChangeAspect="1"/>
          </p:cNvPicPr>
          <p:nvPr userDrawn="1"/>
        </p:nvPicPr>
        <p:blipFill>
          <a:blip r:embed="rId3" cstate="print"/>
          <a:stretch>
            <a:fillRect/>
          </a:stretch>
        </p:blipFill>
        <p:spPr>
          <a:xfrm>
            <a:off x="0" y="4597400"/>
            <a:ext cx="12240683" cy="2260600"/>
          </a:xfrm>
          <a:prstGeom prst="rect">
            <a:avLst/>
          </a:prstGeom>
        </p:spPr>
      </p:pic>
      <p:sp>
        <p:nvSpPr>
          <p:cNvPr id="11" name="矩形 10"/>
          <p:cNvSpPr/>
          <p:nvPr userDrawn="1"/>
        </p:nvSpPr>
        <p:spPr>
          <a:xfrm>
            <a:off x="-24343" y="3898155"/>
            <a:ext cx="12240683" cy="3031067"/>
          </a:xfrm>
          <a:prstGeom prst="rect">
            <a:avLst/>
          </a:prstGeom>
          <a:gradFill>
            <a:gsLst>
              <a:gs pos="0">
                <a:schemeClr val="bg1"/>
              </a:gs>
              <a:gs pos="50000">
                <a:schemeClr val="bg1"/>
              </a:gs>
              <a:gs pos="100000">
                <a:srgbClr val="006600">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3" name="Subtitle 2"/>
          <p:cNvSpPr>
            <a:spLocks noGrp="1"/>
          </p:cNvSpPr>
          <p:nvPr>
            <p:ph type="subTitle" idx="1"/>
          </p:nvPr>
        </p:nvSpPr>
        <p:spPr>
          <a:xfrm>
            <a:off x="3828137" y="3914692"/>
            <a:ext cx="4535724" cy="863435"/>
          </a:xfrm>
        </p:spPr>
        <p:txBody>
          <a:bodyPr/>
          <a:lstStyle>
            <a:lvl1pPr marL="0" indent="0" algn="ctr">
              <a:buNone/>
              <a:defRPr sz="2400">
                <a:latin typeface="仿宋_GB2312" panose="02010609030101010101" pitchFamily="49" charset="-122"/>
                <a:ea typeface="仿宋_GB2312" panose="0201060903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sp>
        <p:nvSpPr>
          <p:cNvPr id="2" name="Title 1"/>
          <p:cNvSpPr>
            <a:spLocks noGrp="1"/>
          </p:cNvSpPr>
          <p:nvPr>
            <p:ph type="ctrTitle"/>
          </p:nvPr>
        </p:nvSpPr>
        <p:spPr>
          <a:xfrm>
            <a:off x="2529902" y="2704786"/>
            <a:ext cx="7132196" cy="1067461"/>
          </a:xfrm>
        </p:spPr>
        <p:txBody>
          <a:bodyPr anchor="b">
            <a:noAutofit/>
          </a:bodyPr>
          <a:lstStyle>
            <a:lvl1pPr algn="ctr">
              <a:defRPr sz="3735">
                <a:latin typeface="方正大黑简体" panose="03000509000000000000" pitchFamily="2" charset="-122"/>
                <a:ea typeface="方正大黑简体" panose="03000509000000000000" pitchFamily="2" charset="-122"/>
              </a:defRPr>
            </a:lvl1pPr>
          </a:lstStyle>
          <a:p>
            <a:r>
              <a:rPr lang="zh-CN" altLang="en-US" dirty="0"/>
              <a:t>单击此处编辑母版标题样式</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p:txBody>
          <a:bodyPr/>
          <a:lstStyle/>
          <a:p>
            <a:pPr algn="ctr" fontAlgn="auto">
              <a:spcBef>
                <a:spcPts val="0"/>
              </a:spcBef>
              <a:spcAft>
                <a:spcPts val="0"/>
              </a:spcAft>
              <a:defRPr/>
            </a:pPr>
            <a:fld id="{B1B4F91B-EFDF-422F-A350-726993EC41AA}" type="slidenum">
              <a:rPr lang="en-US" smtClean="0">
                <a:solidFill>
                  <a:prstClr val="white"/>
                </a:solidFill>
                <a:ea typeface="微软雅黑" panose="020B0503020204020204" charset="-122"/>
              </a:rPr>
            </a:fld>
            <a:endParaRPr lang="en-US" dirty="0">
              <a:solidFill>
                <a:prstClr val="white"/>
              </a:solidFill>
              <a:ea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image" Target="../media/image16.png"/><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slideLayout" Target="../slideLayouts/slideLayout26.xml"/><Relationship Id="rId7" Type="http://schemas.openxmlformats.org/officeDocument/2006/relationships/slideLayout" Target="../slideLayouts/slideLayout25.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3" Type="http://schemas.openxmlformats.org/officeDocument/2006/relationships/slideLayout" Target="../slideLayouts/slideLayout21.xml"/><Relationship Id="rId2" Type="http://schemas.openxmlformats.org/officeDocument/2006/relationships/slideLayout" Target="../slideLayouts/slideLayout20.xml"/><Relationship Id="rId18" Type="http://schemas.openxmlformats.org/officeDocument/2006/relationships/theme" Target="../theme/theme2.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29.xml"/><Relationship Id="rId10" Type="http://schemas.openxmlformats.org/officeDocument/2006/relationships/slideLayout" Target="../slideLayouts/slideLayout28.xml"/><Relationship Id="rId1"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8.xml"/><Relationship Id="rId8" Type="http://schemas.openxmlformats.org/officeDocument/2006/relationships/slideLayout" Target="../slideLayouts/slideLayout37.xml"/><Relationship Id="rId7" Type="http://schemas.openxmlformats.org/officeDocument/2006/relationships/slideLayout" Target="../slideLayouts/slideLayout36.xml"/><Relationship Id="rId6" Type="http://schemas.openxmlformats.org/officeDocument/2006/relationships/slideLayout" Target="../slideLayouts/slideLayout35.xml"/><Relationship Id="rId5" Type="http://schemas.openxmlformats.org/officeDocument/2006/relationships/slideLayout" Target="../slideLayouts/slideLayout34.xml"/><Relationship Id="rId4" Type="http://schemas.openxmlformats.org/officeDocument/2006/relationships/slideLayout" Target="../slideLayouts/slideLayout33.xml"/><Relationship Id="rId3" Type="http://schemas.openxmlformats.org/officeDocument/2006/relationships/slideLayout" Target="../slideLayouts/slideLayout32.xml"/><Relationship Id="rId2" Type="http://schemas.openxmlformats.org/officeDocument/2006/relationships/slideLayout" Target="../slideLayouts/slideLayout31.xml"/><Relationship Id="rId15" Type="http://schemas.openxmlformats.org/officeDocument/2006/relationships/theme" Target="../theme/theme3.xml"/><Relationship Id="rId14" Type="http://schemas.openxmlformats.org/officeDocument/2006/relationships/image" Target="../media/image16.png"/><Relationship Id="rId13" Type="http://schemas.openxmlformats.org/officeDocument/2006/relationships/slideLayout" Target="../slideLayouts/slideLayout42.xml"/><Relationship Id="rId12" Type="http://schemas.openxmlformats.org/officeDocument/2006/relationships/slideLayout" Target="../slideLayouts/slideLayout41.xml"/><Relationship Id="rId11" Type="http://schemas.openxmlformats.org/officeDocument/2006/relationships/slideLayout" Target="../slideLayouts/slideLayout40.xml"/><Relationship Id="rId10" Type="http://schemas.openxmlformats.org/officeDocument/2006/relationships/slideLayout" Target="../slideLayouts/slideLayout39.xml"/><Relationship Id="rId1"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51.xml"/><Relationship Id="rId8" Type="http://schemas.openxmlformats.org/officeDocument/2006/relationships/slideLayout" Target="../slideLayouts/slideLayout50.xml"/><Relationship Id="rId7" Type="http://schemas.openxmlformats.org/officeDocument/2006/relationships/slideLayout" Target="../slideLayouts/slideLayout49.xml"/><Relationship Id="rId6" Type="http://schemas.openxmlformats.org/officeDocument/2006/relationships/slideLayout" Target="../slideLayouts/slideLayout48.xml"/><Relationship Id="rId5" Type="http://schemas.openxmlformats.org/officeDocument/2006/relationships/slideLayout" Target="../slideLayouts/slideLayout47.xml"/><Relationship Id="rId4" Type="http://schemas.openxmlformats.org/officeDocument/2006/relationships/slideLayout" Target="../slideLayouts/slideLayout46.xml"/><Relationship Id="rId3" Type="http://schemas.openxmlformats.org/officeDocument/2006/relationships/slideLayout" Target="../slideLayouts/slideLayout45.xml"/><Relationship Id="rId2" Type="http://schemas.openxmlformats.org/officeDocument/2006/relationships/slideLayout" Target="../slideLayouts/slideLayout44.xml"/><Relationship Id="rId17" Type="http://schemas.openxmlformats.org/officeDocument/2006/relationships/theme" Target="../theme/theme4.xml"/><Relationship Id="rId16" Type="http://schemas.openxmlformats.org/officeDocument/2006/relationships/image" Target="../media/image16.png"/><Relationship Id="rId15" Type="http://schemas.openxmlformats.org/officeDocument/2006/relationships/slideLayout" Target="../slideLayouts/slideLayout57.xml"/><Relationship Id="rId14" Type="http://schemas.openxmlformats.org/officeDocument/2006/relationships/slideLayout" Target="../slideLayouts/slideLayout56.xml"/><Relationship Id="rId13" Type="http://schemas.openxmlformats.org/officeDocument/2006/relationships/slideLayout" Target="../slideLayouts/slideLayout55.xml"/><Relationship Id="rId12" Type="http://schemas.openxmlformats.org/officeDocument/2006/relationships/slideLayout" Target="../slideLayouts/slideLayout54.xml"/><Relationship Id="rId11" Type="http://schemas.openxmlformats.org/officeDocument/2006/relationships/slideLayout" Target="../slideLayouts/slideLayout53.xml"/><Relationship Id="rId10" Type="http://schemas.openxmlformats.org/officeDocument/2006/relationships/slideLayout" Target="../slideLayouts/slideLayout52.xml"/><Relationship Id="rId1"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66.xml"/><Relationship Id="rId8" Type="http://schemas.openxmlformats.org/officeDocument/2006/relationships/slideLayout" Target="../slideLayouts/slideLayout65.xml"/><Relationship Id="rId7" Type="http://schemas.openxmlformats.org/officeDocument/2006/relationships/slideLayout" Target="../slideLayouts/slideLayout64.xml"/><Relationship Id="rId6" Type="http://schemas.openxmlformats.org/officeDocument/2006/relationships/slideLayout" Target="../slideLayouts/slideLayout63.xml"/><Relationship Id="rId5" Type="http://schemas.openxmlformats.org/officeDocument/2006/relationships/slideLayout" Target="../slideLayouts/slideLayout62.xml"/><Relationship Id="rId4" Type="http://schemas.openxmlformats.org/officeDocument/2006/relationships/slideLayout" Target="../slideLayouts/slideLayout61.xml"/><Relationship Id="rId3" Type="http://schemas.openxmlformats.org/officeDocument/2006/relationships/slideLayout" Target="../slideLayouts/slideLayout60.xml"/><Relationship Id="rId20" Type="http://schemas.openxmlformats.org/officeDocument/2006/relationships/theme" Target="../theme/theme5.xml"/><Relationship Id="rId2" Type="http://schemas.openxmlformats.org/officeDocument/2006/relationships/slideLayout" Target="../slideLayouts/slideLayout59.xml"/><Relationship Id="rId19" Type="http://schemas.openxmlformats.org/officeDocument/2006/relationships/image" Target="../media/image16.png"/><Relationship Id="rId18" Type="http://schemas.openxmlformats.org/officeDocument/2006/relationships/slideLayout" Target="../slideLayouts/slideLayout75.xml"/><Relationship Id="rId17" Type="http://schemas.openxmlformats.org/officeDocument/2006/relationships/slideLayout" Target="../slideLayouts/slideLayout74.xml"/><Relationship Id="rId16" Type="http://schemas.openxmlformats.org/officeDocument/2006/relationships/slideLayout" Target="../slideLayouts/slideLayout73.xml"/><Relationship Id="rId15" Type="http://schemas.openxmlformats.org/officeDocument/2006/relationships/slideLayout" Target="../slideLayouts/slideLayout72.xml"/><Relationship Id="rId14" Type="http://schemas.openxmlformats.org/officeDocument/2006/relationships/slideLayout" Target="../slideLayouts/slideLayout71.xml"/><Relationship Id="rId13" Type="http://schemas.openxmlformats.org/officeDocument/2006/relationships/slideLayout" Target="../slideLayouts/slideLayout70.xml"/><Relationship Id="rId12" Type="http://schemas.openxmlformats.org/officeDocument/2006/relationships/slideLayout" Target="../slideLayouts/slideLayout69.xml"/><Relationship Id="rId11" Type="http://schemas.openxmlformats.org/officeDocument/2006/relationships/slideLayout" Target="../slideLayouts/slideLayout68.xml"/><Relationship Id="rId10" Type="http://schemas.openxmlformats.org/officeDocument/2006/relationships/slideLayout" Target="../slideLayouts/slideLayout67.xml"/><Relationship Id="rId1"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矩形 4"/>
          <p:cNvSpPr/>
          <p:nvPr/>
        </p:nvSpPr>
        <p:spPr>
          <a:xfrm>
            <a:off x="0" y="134145"/>
            <a:ext cx="12192000" cy="63055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灯片编号占位符 5"/>
          <p:cNvSpPr>
            <a:spLocks noGrp="1"/>
          </p:cNvSpPr>
          <p:nvPr>
            <p:ph type="sldNum" sz="quarter" idx="4"/>
          </p:nvPr>
        </p:nvSpPr>
        <p:spPr>
          <a:xfrm>
            <a:off x="11604941" y="217215"/>
            <a:ext cx="480000" cy="442132"/>
          </a:xfrm>
          <a:prstGeom prst="ellipse">
            <a:avLst/>
          </a:prstGeom>
          <a:solidFill>
            <a:srgbClr val="1744AB">
              <a:alpha val="53000"/>
            </a:srgbClr>
          </a:solidFill>
          <a:ln>
            <a:solidFill>
              <a:schemeClr val="bg1">
                <a:alpha val="30000"/>
              </a:schemeClr>
            </a:solidFill>
          </a:ln>
        </p:spPr>
        <p:txBody>
          <a:bodyPr vert="horz" wrap="none" lIns="0" tIns="0" rIns="0" bIns="0" rtlCol="0" anchor="ctr"/>
          <a:lstStyle>
            <a:lvl1pPr>
              <a:defRPr lang="zh-CN" altLang="en-US" sz="1400" smtClean="0">
                <a:solidFill>
                  <a:schemeClr val="bg1"/>
                </a:solidFill>
                <a:latin typeface="+mn-ea"/>
              </a:defRPr>
            </a:lvl1pPr>
          </a:lstStyle>
          <a:p>
            <a:pPr algn="ctr" fontAlgn="auto">
              <a:spcBef>
                <a:spcPts val="0"/>
              </a:spcBef>
              <a:spcAft>
                <a:spcPts val="0"/>
              </a:spcAft>
              <a:defRPr/>
            </a:pPr>
            <a:fld id="{B1B4F91B-EFDF-422F-A350-726993EC41AA}" type="slidenum">
              <a:rPr lang="en-US" smtClean="0">
                <a:solidFill>
                  <a:prstClr val="white"/>
                </a:solidFill>
                <a:ea typeface="微软雅黑" panose="020B0503020204020204" charset="-122"/>
              </a:rPr>
            </a:fld>
            <a:endParaRPr lang="en-US" dirty="0">
              <a:solidFill>
                <a:prstClr val="white"/>
              </a:solidFill>
              <a:ea typeface="微软雅黑" panose="020B0503020204020204" charset="-122"/>
            </a:endParaRPr>
          </a:p>
        </p:txBody>
      </p:sp>
      <p:sp>
        <p:nvSpPr>
          <p:cNvPr id="6" name="梯形 5"/>
          <p:cNvSpPr/>
          <p:nvPr/>
        </p:nvSpPr>
        <p:spPr>
          <a:xfrm>
            <a:off x="36165" y="39494"/>
            <a:ext cx="1104000" cy="94649"/>
          </a:xfrm>
          <a:prstGeom prst="trapezoid">
            <a:avLst>
              <a:gd name="adj" fmla="val 54752"/>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梯形 8"/>
          <p:cNvSpPr/>
          <p:nvPr/>
        </p:nvSpPr>
        <p:spPr>
          <a:xfrm flipV="1">
            <a:off x="107059" y="39494"/>
            <a:ext cx="962213" cy="725210"/>
          </a:xfrm>
          <a:prstGeom prst="trapezoid">
            <a:avLst>
              <a:gd name="adj" fmla="val 231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a:blip r:embed="rId19"/>
          <a:stretch>
            <a:fillRect/>
          </a:stretch>
        </p:blipFill>
        <p:spPr>
          <a:xfrm>
            <a:off x="234567" y="58670"/>
            <a:ext cx="707197" cy="70603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矩形 4"/>
          <p:cNvSpPr/>
          <p:nvPr/>
        </p:nvSpPr>
        <p:spPr>
          <a:xfrm>
            <a:off x="0" y="134145"/>
            <a:ext cx="12192000" cy="63055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灯片编号占位符 5"/>
          <p:cNvSpPr>
            <a:spLocks noGrp="1"/>
          </p:cNvSpPr>
          <p:nvPr>
            <p:ph type="sldNum" sz="quarter" idx="4"/>
          </p:nvPr>
        </p:nvSpPr>
        <p:spPr>
          <a:xfrm>
            <a:off x="11604941" y="217215"/>
            <a:ext cx="480000" cy="442132"/>
          </a:xfrm>
          <a:prstGeom prst="ellipse">
            <a:avLst/>
          </a:prstGeom>
          <a:solidFill>
            <a:srgbClr val="1744AB">
              <a:alpha val="53000"/>
            </a:srgbClr>
          </a:solidFill>
          <a:ln>
            <a:solidFill>
              <a:schemeClr val="bg1">
                <a:alpha val="30000"/>
              </a:schemeClr>
            </a:solidFill>
          </a:ln>
        </p:spPr>
        <p:txBody>
          <a:bodyPr vert="horz" wrap="none" lIns="0" tIns="0" rIns="0" bIns="0" rtlCol="0" anchor="ctr"/>
          <a:lstStyle>
            <a:lvl1pPr>
              <a:defRPr lang="zh-CN" altLang="en-US" sz="1400" smtClean="0">
                <a:solidFill>
                  <a:schemeClr val="bg1"/>
                </a:solidFill>
                <a:latin typeface="+mn-ea"/>
              </a:defRPr>
            </a:lvl1pPr>
          </a:lstStyle>
          <a:p>
            <a:pPr algn="ctr" fontAlgn="auto">
              <a:spcBef>
                <a:spcPts val="0"/>
              </a:spcBef>
              <a:spcAft>
                <a:spcPts val="0"/>
              </a:spcAft>
              <a:defRPr/>
            </a:pPr>
            <a:fld id="{B1B4F91B-EFDF-422F-A350-726993EC41AA}" type="slidenum">
              <a:rPr lang="en-US" smtClean="0">
                <a:solidFill>
                  <a:prstClr val="white"/>
                </a:solidFill>
                <a:ea typeface="微软雅黑" panose="020B0503020204020204" charset="-122"/>
              </a:rPr>
            </a:fld>
            <a:endParaRPr lang="en-US" dirty="0">
              <a:solidFill>
                <a:prstClr val="white"/>
              </a:solidFill>
              <a:ea typeface="微软雅黑" panose="020B0503020204020204" charset="-122"/>
            </a:endParaRPr>
          </a:p>
        </p:txBody>
      </p:sp>
      <p:sp>
        <p:nvSpPr>
          <p:cNvPr id="6" name="梯形 5"/>
          <p:cNvSpPr/>
          <p:nvPr/>
        </p:nvSpPr>
        <p:spPr>
          <a:xfrm>
            <a:off x="36165" y="39494"/>
            <a:ext cx="1104000" cy="94649"/>
          </a:xfrm>
          <a:prstGeom prst="trapezoid">
            <a:avLst>
              <a:gd name="adj" fmla="val 54752"/>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梯形 8"/>
          <p:cNvSpPr/>
          <p:nvPr/>
        </p:nvSpPr>
        <p:spPr>
          <a:xfrm flipV="1">
            <a:off x="107059" y="39494"/>
            <a:ext cx="962213" cy="725210"/>
          </a:xfrm>
          <a:prstGeom prst="trapezoid">
            <a:avLst>
              <a:gd name="adj" fmla="val 231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a:blip r:embed="rId14"/>
          <a:stretch>
            <a:fillRect/>
          </a:stretch>
        </p:blipFill>
        <p:spPr>
          <a:xfrm>
            <a:off x="234567" y="58670"/>
            <a:ext cx="707197" cy="706034"/>
          </a:xfrm>
          <a:prstGeom prst="rect">
            <a:avLst/>
          </a:prstGeom>
        </p:spPr>
      </p:pic>
    </p:spTree>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矩形 4"/>
          <p:cNvSpPr/>
          <p:nvPr/>
        </p:nvSpPr>
        <p:spPr>
          <a:xfrm>
            <a:off x="0" y="134145"/>
            <a:ext cx="12192000" cy="63055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灯片编号占位符 5"/>
          <p:cNvSpPr>
            <a:spLocks noGrp="1"/>
          </p:cNvSpPr>
          <p:nvPr>
            <p:ph type="sldNum" sz="quarter" idx="4"/>
          </p:nvPr>
        </p:nvSpPr>
        <p:spPr>
          <a:xfrm>
            <a:off x="11604941" y="217215"/>
            <a:ext cx="480000" cy="442132"/>
          </a:xfrm>
          <a:prstGeom prst="ellipse">
            <a:avLst/>
          </a:prstGeom>
          <a:solidFill>
            <a:srgbClr val="1744AB">
              <a:alpha val="53000"/>
            </a:srgbClr>
          </a:solidFill>
          <a:ln>
            <a:solidFill>
              <a:schemeClr val="bg1">
                <a:alpha val="30000"/>
              </a:schemeClr>
            </a:solidFill>
          </a:ln>
        </p:spPr>
        <p:txBody>
          <a:bodyPr vert="horz" wrap="none" lIns="0" tIns="0" rIns="0" bIns="0" rtlCol="0" anchor="ctr"/>
          <a:lstStyle>
            <a:lvl1pPr>
              <a:defRPr lang="zh-CN" altLang="en-US" sz="1400" smtClean="0">
                <a:solidFill>
                  <a:schemeClr val="bg1"/>
                </a:solidFill>
                <a:latin typeface="+mn-ea"/>
              </a:defRPr>
            </a:lvl1pPr>
          </a:lstStyle>
          <a:p>
            <a:pPr algn="ctr" fontAlgn="auto">
              <a:spcBef>
                <a:spcPts val="0"/>
              </a:spcBef>
              <a:spcAft>
                <a:spcPts val="0"/>
              </a:spcAft>
              <a:defRPr/>
            </a:pPr>
            <a:fld id="{B1B4F91B-EFDF-422F-A350-726993EC41AA}" type="slidenum">
              <a:rPr lang="en-US" smtClean="0">
                <a:solidFill>
                  <a:prstClr val="white"/>
                </a:solidFill>
                <a:ea typeface="微软雅黑" panose="020B0503020204020204" charset="-122"/>
              </a:rPr>
            </a:fld>
            <a:endParaRPr lang="en-US" dirty="0">
              <a:solidFill>
                <a:prstClr val="white"/>
              </a:solidFill>
              <a:ea typeface="微软雅黑" panose="020B0503020204020204" charset="-122"/>
            </a:endParaRPr>
          </a:p>
        </p:txBody>
      </p:sp>
      <p:sp>
        <p:nvSpPr>
          <p:cNvPr id="6" name="梯形 5"/>
          <p:cNvSpPr/>
          <p:nvPr/>
        </p:nvSpPr>
        <p:spPr>
          <a:xfrm>
            <a:off x="36165" y="39494"/>
            <a:ext cx="1104000" cy="94649"/>
          </a:xfrm>
          <a:prstGeom prst="trapezoid">
            <a:avLst>
              <a:gd name="adj" fmla="val 54752"/>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梯形 8"/>
          <p:cNvSpPr/>
          <p:nvPr/>
        </p:nvSpPr>
        <p:spPr>
          <a:xfrm flipV="1">
            <a:off x="107059" y="39494"/>
            <a:ext cx="962213" cy="725210"/>
          </a:xfrm>
          <a:prstGeom prst="trapezoid">
            <a:avLst>
              <a:gd name="adj" fmla="val 231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a:blip r:embed="rId16"/>
          <a:stretch>
            <a:fillRect/>
          </a:stretch>
        </p:blipFill>
        <p:spPr>
          <a:xfrm>
            <a:off x="234567" y="58670"/>
            <a:ext cx="707197" cy="706034"/>
          </a:xfrm>
          <a:prstGeom prst="rect">
            <a:avLst/>
          </a:prstGeom>
        </p:spPr>
      </p:pic>
    </p:spTree>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矩形 4"/>
          <p:cNvSpPr/>
          <p:nvPr/>
        </p:nvSpPr>
        <p:spPr>
          <a:xfrm>
            <a:off x="0" y="134145"/>
            <a:ext cx="12192000" cy="63055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0" name="灯片编号占位符 5"/>
          <p:cNvSpPr>
            <a:spLocks noGrp="1"/>
          </p:cNvSpPr>
          <p:nvPr>
            <p:ph type="sldNum" sz="quarter" idx="4"/>
          </p:nvPr>
        </p:nvSpPr>
        <p:spPr>
          <a:xfrm>
            <a:off x="11604941" y="217215"/>
            <a:ext cx="480000" cy="442132"/>
          </a:xfrm>
          <a:prstGeom prst="ellipse">
            <a:avLst/>
          </a:prstGeom>
          <a:solidFill>
            <a:srgbClr val="1744AB">
              <a:alpha val="53000"/>
            </a:srgbClr>
          </a:solidFill>
          <a:ln>
            <a:solidFill>
              <a:schemeClr val="bg1">
                <a:alpha val="30000"/>
              </a:schemeClr>
            </a:solidFill>
          </a:ln>
        </p:spPr>
        <p:txBody>
          <a:bodyPr vert="horz" wrap="none" lIns="0" tIns="0" rIns="0" bIns="0" rtlCol="0" anchor="ctr"/>
          <a:lstStyle>
            <a:lvl1pPr>
              <a:defRPr lang="zh-CN" altLang="en-US" sz="1400" smtClean="0">
                <a:solidFill>
                  <a:schemeClr val="bg1"/>
                </a:solidFill>
                <a:latin typeface="+mn-ea"/>
              </a:defRPr>
            </a:lvl1pPr>
          </a:lstStyle>
          <a:p>
            <a:pPr algn="ctr" fontAlgn="auto">
              <a:spcBef>
                <a:spcPts val="0"/>
              </a:spcBef>
              <a:spcAft>
                <a:spcPts val="0"/>
              </a:spcAft>
              <a:defRPr/>
            </a:pPr>
            <a:fld id="{B1B4F91B-EFDF-422F-A350-726993EC41AA}" type="slidenum">
              <a:rPr lang="en-US" smtClean="0">
                <a:solidFill>
                  <a:prstClr val="white"/>
                </a:solidFill>
                <a:ea typeface="微软雅黑" panose="020B0503020204020204" charset="-122"/>
              </a:rPr>
            </a:fld>
            <a:endParaRPr lang="en-US" dirty="0">
              <a:solidFill>
                <a:prstClr val="white"/>
              </a:solidFill>
              <a:ea typeface="微软雅黑" panose="020B0503020204020204" charset="-122"/>
            </a:endParaRPr>
          </a:p>
        </p:txBody>
      </p:sp>
      <p:sp>
        <p:nvSpPr>
          <p:cNvPr id="6" name="梯形 5"/>
          <p:cNvSpPr/>
          <p:nvPr/>
        </p:nvSpPr>
        <p:spPr>
          <a:xfrm>
            <a:off x="36165" y="39494"/>
            <a:ext cx="1104000" cy="94649"/>
          </a:xfrm>
          <a:prstGeom prst="trapezoid">
            <a:avLst>
              <a:gd name="adj" fmla="val 54752"/>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9" name="梯形 8"/>
          <p:cNvSpPr/>
          <p:nvPr/>
        </p:nvSpPr>
        <p:spPr>
          <a:xfrm flipV="1">
            <a:off x="107059" y="39494"/>
            <a:ext cx="962213" cy="725210"/>
          </a:xfrm>
          <a:prstGeom prst="trapezoid">
            <a:avLst>
              <a:gd name="adj" fmla="val 231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3" name="图片 12"/>
          <p:cNvPicPr>
            <a:picLocks noChangeAspect="1"/>
          </p:cNvPicPr>
          <p:nvPr/>
        </p:nvPicPr>
        <p:blipFill>
          <a:blip r:embed="rId19"/>
          <a:stretch>
            <a:fillRect/>
          </a:stretch>
        </p:blipFill>
        <p:spPr>
          <a:xfrm>
            <a:off x="234567" y="58670"/>
            <a:ext cx="707197" cy="706034"/>
          </a:xfrm>
          <a:prstGeom prst="rect">
            <a:avLst/>
          </a:prstGeom>
        </p:spPr>
      </p:pic>
    </p:spTree>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 id="2147483727"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1.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1.xml"/><Relationship Id="rId1" Type="http://schemas.openxmlformats.org/officeDocument/2006/relationships/image" Target="../media/image2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4.png"/><Relationship Id="rId1" Type="http://schemas.openxmlformats.org/officeDocument/2006/relationships/image" Target="../media/image2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8.xml"/><Relationship Id="rId1" Type="http://schemas.openxmlformats.org/officeDocument/2006/relationships/image" Target="../media/image2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68.xml"/><Relationship Id="rId1" Type="http://schemas.openxmlformats.org/officeDocument/2006/relationships/image" Target="../media/image2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68.xml"/><Relationship Id="rId1" Type="http://schemas.openxmlformats.org/officeDocument/2006/relationships/image" Target="../media/image27.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68.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68.xml"/><Relationship Id="rId2" Type="http://schemas.openxmlformats.org/officeDocument/2006/relationships/image" Target="../media/image32.png"/><Relationship Id="rId1" Type="http://schemas.openxmlformats.org/officeDocument/2006/relationships/image" Target="../media/image3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8.xml"/><Relationship Id="rId1" Type="http://schemas.openxmlformats.org/officeDocument/2006/relationships/image" Target="../media/image33.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68.xml"/><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image" Target="../media/image3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68.xml"/><Relationship Id="rId1"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68.xml"/><Relationship Id="rId2" Type="http://schemas.openxmlformats.org/officeDocument/2006/relationships/image" Target="../media/image37.png"/><Relationship Id="rId1" Type="http://schemas.openxmlformats.org/officeDocument/2006/relationships/image" Target="../media/image3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68.xml"/><Relationship Id="rId1"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9336" y="2708920"/>
            <a:ext cx="11953328" cy="1337945"/>
          </a:xfrm>
          <a:prstGeom prst="rect">
            <a:avLst/>
          </a:prstGeom>
        </p:spPr>
        <p:txBody>
          <a:bodyPr wrap="square">
            <a:spAutoFit/>
          </a:bodyPr>
          <a:lstStyle/>
          <a:p>
            <a:pPr algn="ctr">
              <a:lnSpc>
                <a:spcPct val="150000"/>
              </a:lnSpc>
            </a:pPr>
            <a:r>
              <a:rPr lang="en-US" altLang="zh-CN" sz="5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xxxx</a:t>
            </a:r>
            <a:endParaRPr lang="en-US" altLang="zh-CN" sz="5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24" name="文本框 23"/>
          <p:cNvSpPr txBox="1"/>
          <p:nvPr/>
        </p:nvSpPr>
        <p:spPr>
          <a:xfrm>
            <a:off x="4286249" y="5228997"/>
            <a:ext cx="3619500" cy="307340"/>
          </a:xfrm>
          <a:prstGeom prst="rect">
            <a:avLst/>
          </a:prstGeom>
          <a:noFill/>
        </p:spPr>
        <p:txBody>
          <a:bodyPr wrap="square" lIns="0" tIns="0" rIns="0" bIns="0" rtlCol="0" anchor="t">
            <a:spAutoFit/>
          </a:bodyPr>
          <a:p>
            <a:pPr algn="ctr"/>
            <a:r>
              <a:rPr lang="zh-CN" altLang="en-US" sz="2000" b="1" dirty="0">
                <a:latin typeface="微软雅黑" panose="020B0503020204020204" charset="-122"/>
                <a:ea typeface="微软雅黑" panose="020B0503020204020204" charset="-122"/>
              </a:rPr>
              <a:t>汇报人：</a:t>
            </a:r>
            <a:r>
              <a:rPr lang="zh-CN" altLang="en-US" sz="2000" b="1" dirty="0">
                <a:latin typeface="微软雅黑" panose="020B0503020204020204" charset="-122"/>
                <a:ea typeface="微软雅黑" panose="020B0503020204020204" charset="-122"/>
              </a:rPr>
              <a:t>李凯文</a:t>
            </a:r>
            <a:endParaRPr lang="zh-CN" altLang="en-US" sz="2000" b="1" dirty="0">
              <a:latin typeface="微软雅黑" panose="020B0503020204020204" charset="-122"/>
              <a:ea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1770" y="836930"/>
            <a:ext cx="8445500" cy="460375"/>
          </a:xfrm>
          <a:prstGeom prst="rect">
            <a:avLst/>
          </a:prstGeom>
          <a:noFill/>
        </p:spPr>
        <p:txBody>
          <a:bodyPr wrap="square" rtlCol="0">
            <a:spAutoFit/>
          </a:bodyPr>
          <a:p>
            <a:r>
              <a:rPr lang="zh-CN" altLang="en-US" sz="2400" b="1">
                <a:latin typeface="微软雅黑" panose="020B0503020204020204" charset="-122"/>
                <a:ea typeface="微软雅黑" panose="020B0503020204020204" charset="-122"/>
              </a:rPr>
              <a:t>针对算法自动设计任务的基于遗传编程的自动提示词优化方法：</a:t>
            </a:r>
            <a:endParaRPr lang="zh-CN" altLang="en-US" sz="2400" b="1">
              <a:latin typeface="微软雅黑" panose="020B0503020204020204" charset="-122"/>
              <a:ea typeface="微软雅黑" panose="020B0503020204020204" charset="-122"/>
            </a:endParaRPr>
          </a:p>
        </p:txBody>
      </p:sp>
      <p:sp>
        <p:nvSpPr>
          <p:cNvPr id="13" name="文本框 12"/>
          <p:cNvSpPr txBox="1"/>
          <p:nvPr/>
        </p:nvSpPr>
        <p:spPr>
          <a:xfrm>
            <a:off x="551815" y="1343194"/>
            <a:ext cx="11201400" cy="922020"/>
          </a:xfrm>
          <a:prstGeom prst="rect">
            <a:avLst/>
          </a:prstGeom>
          <a:noFill/>
        </p:spPr>
        <p:txBody>
          <a:bodyPr wrap="square">
            <a:spAutoFit/>
          </a:bodyPr>
          <a:lstStyle/>
          <a:p>
            <a:pPr indent="457200" algn="just">
              <a:lnSpc>
                <a:spcPct val="150000"/>
              </a:lnSpc>
            </a:pPr>
            <a:r>
              <a:rPr lang="zh-CN" altLang="en-US" sz="1800" b="1" dirty="0">
                <a:latin typeface="微软雅黑" panose="020B0503020204020204" charset="-122"/>
                <a:ea typeface="微软雅黑" panose="020B0503020204020204" charset="-122"/>
                <a:cs typeface="微软雅黑" panose="020B0503020204020204" charset="-122"/>
              </a:rPr>
              <a:t>算法自动设计（</a:t>
            </a:r>
            <a:r>
              <a:rPr lang="en-US" altLang="zh-CN" sz="1800" b="1" dirty="0">
                <a:latin typeface="微软雅黑" panose="020B0503020204020204" charset="-122"/>
                <a:ea typeface="微软雅黑" panose="020B0503020204020204" charset="-122"/>
                <a:cs typeface="微软雅黑" panose="020B0503020204020204" charset="-122"/>
              </a:rPr>
              <a:t>Automated Algorithm Design</a:t>
            </a:r>
            <a:r>
              <a:rPr lang="zh-CN" altLang="en-US" sz="1800" b="1" dirty="0">
                <a:latin typeface="微软雅黑" panose="020B0503020204020204" charset="-122"/>
                <a:ea typeface="微软雅黑" panose="020B0503020204020204" charset="-122"/>
                <a:cs typeface="微软雅黑" panose="020B0503020204020204" charset="-122"/>
              </a:rPr>
              <a:t>，</a:t>
            </a:r>
            <a:r>
              <a:rPr lang="en-US" altLang="zh-CN" sz="1800" b="1" dirty="0">
                <a:latin typeface="微软雅黑" panose="020B0503020204020204" charset="-122"/>
                <a:ea typeface="微软雅黑" panose="020B0503020204020204" charset="-122"/>
                <a:cs typeface="微软雅黑" panose="020B0503020204020204" charset="-122"/>
              </a:rPr>
              <a:t>AAD</a:t>
            </a:r>
            <a:r>
              <a:rPr lang="zh-CN" altLang="en-US" sz="1800" b="1" dirty="0">
                <a:latin typeface="微软雅黑" panose="020B0503020204020204" charset="-122"/>
                <a:ea typeface="微软雅黑" panose="020B0503020204020204" charset="-122"/>
                <a:cs typeface="微软雅黑" panose="020B0503020204020204" charset="-122"/>
              </a:rPr>
              <a:t>）旨在利用</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自动化方法（如进化计算）</a:t>
            </a:r>
            <a:r>
              <a:rPr lang="zh-CN" altLang="en-US" sz="1800" b="1" dirty="0">
                <a:latin typeface="微软雅黑" panose="020B0503020204020204" charset="-122"/>
                <a:ea typeface="微软雅黑" panose="020B0503020204020204" charset="-122"/>
                <a:cs typeface="微软雅黑" panose="020B0503020204020204" charset="-122"/>
              </a:rPr>
              <a:t>来搜索和生成高性能的算法，以替代依赖</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专家知识的手工设计过程</a:t>
            </a:r>
            <a:r>
              <a:rPr lang="zh-CN" altLang="en-US" sz="1800" b="1" dirty="0">
                <a:latin typeface="微软雅黑" panose="020B0503020204020204" charset="-122"/>
                <a:ea typeface="微软雅黑" panose="020B0503020204020204" charset="-122"/>
                <a:cs typeface="微软雅黑" panose="020B0503020204020204" charset="-122"/>
              </a:rPr>
              <a:t>。</a:t>
            </a:r>
            <a:endParaRPr lang="zh-CN" altLang="en-US" sz="1800" b="1" dirty="0">
              <a:latin typeface="微软雅黑" panose="020B0503020204020204" charset="-122"/>
              <a:ea typeface="微软雅黑" panose="020B0503020204020204" charset="-122"/>
              <a:cs typeface="微软雅黑" panose="020B0503020204020204" charset="-122"/>
            </a:endParaRPr>
          </a:p>
        </p:txBody>
      </p:sp>
      <p:sp>
        <p:nvSpPr>
          <p:cNvPr id="14" name="文本框 13"/>
          <p:cNvSpPr txBox="1"/>
          <p:nvPr/>
        </p:nvSpPr>
        <p:spPr>
          <a:xfrm>
            <a:off x="8040370" y="2348865"/>
            <a:ext cx="3409950" cy="3934460"/>
          </a:xfrm>
          <a:prstGeom prst="rect">
            <a:avLst/>
          </a:prstGeom>
          <a:noFill/>
        </p:spPr>
        <p:txBody>
          <a:bodyPr wrap="square" rtlCol="0">
            <a:noAutofit/>
          </a:bodyPr>
          <a:p>
            <a:pPr marL="0" indent="0" eaLnBrk="1" latinLnBrk="0" hangingPunct="1">
              <a:lnSpc>
                <a:spcPct val="150000"/>
              </a:lnSpc>
            </a:pPr>
            <a:r>
              <a:rPr lang="zh-CN" altLang="en-US" sz="1800" b="1" dirty="0">
                <a:latin typeface="微软雅黑" panose="020B0503020204020204" charset="-122"/>
                <a:ea typeface="微软雅黑" panose="020B0503020204020204" charset="-122"/>
                <a:cs typeface="微软雅黑" panose="020B0503020204020204" charset="-122"/>
              </a:rPr>
              <a:t>现有基于LLM的算法自动设计方法非常依赖</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初始提示词质量</a:t>
            </a:r>
            <a:br>
              <a:rPr lang="zh-CN" altLang="en-US" sz="1800" b="1" dirty="0">
                <a:latin typeface="微软雅黑" panose="020B0503020204020204" charset="-122"/>
                <a:ea typeface="微软雅黑" panose="020B0503020204020204" charset="-122"/>
                <a:cs typeface="微软雅黑" panose="020B0503020204020204" charset="-122"/>
              </a:rPr>
            </a:br>
            <a:br>
              <a:rPr lang="zh-CN" altLang="en-US" sz="1800" b="1" dirty="0">
                <a:latin typeface="微软雅黑" panose="020B0503020204020204" charset="-122"/>
                <a:ea typeface="微软雅黑" panose="020B0503020204020204" charset="-122"/>
                <a:cs typeface="微软雅黑" panose="020B0503020204020204" charset="-122"/>
              </a:rPr>
            </a:br>
            <a:r>
              <a:rPr lang="zh-CN" altLang="en-US" sz="1800" b="1" dirty="0">
                <a:latin typeface="微软雅黑" panose="020B0503020204020204" charset="-122"/>
                <a:ea typeface="微软雅黑" panose="020B0503020204020204" charset="-122"/>
                <a:cs typeface="微软雅黑" panose="020B0503020204020204" charset="-122"/>
              </a:rPr>
              <a:t>高质量的提示词设计很大程度上</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依赖人工经验</a:t>
            </a:r>
            <a:br>
              <a:rPr lang="zh-CN" altLang="en-US" sz="1800" b="1" dirty="0">
                <a:latin typeface="微软雅黑" panose="020B0503020204020204" charset="-122"/>
                <a:ea typeface="微软雅黑" panose="020B0503020204020204" charset="-122"/>
                <a:cs typeface="微软雅黑" panose="020B0503020204020204" charset="-122"/>
              </a:rPr>
            </a:br>
            <a:br>
              <a:rPr lang="zh-CN" altLang="en-US" sz="1800" b="1" dirty="0">
                <a:latin typeface="微软雅黑" panose="020B0503020204020204" charset="-122"/>
                <a:ea typeface="微软雅黑" panose="020B0503020204020204" charset="-122"/>
                <a:cs typeface="微软雅黑" panose="020B0503020204020204" charset="-122"/>
              </a:rPr>
            </a:br>
            <a:r>
              <a:rPr lang="zh-CN" altLang="en-US" sz="1800" b="1" dirty="0">
                <a:latin typeface="微软雅黑" panose="020B0503020204020204" charset="-122"/>
                <a:ea typeface="微软雅黑" panose="020B0503020204020204" charset="-122"/>
                <a:cs typeface="微软雅黑" panose="020B0503020204020204" charset="-122"/>
              </a:rPr>
              <a:t>依赖人工经验设计提示词与算法自动设计中的自动化</a:t>
            </a:r>
            <a:r>
              <a:rPr lang="zh-CN" altLang="en-US" sz="1800" b="1" dirty="0">
                <a:latin typeface="微软雅黑" panose="020B0503020204020204" charset="-122"/>
                <a:ea typeface="微软雅黑" panose="020B0503020204020204" charset="-122"/>
                <a:cs typeface="微软雅黑" panose="020B0503020204020204" charset="-122"/>
              </a:rPr>
              <a:t>相违背</a:t>
            </a:r>
            <a:endParaRPr lang="zh-CN" altLang="en-US" sz="1800" b="1" dirty="0">
              <a:latin typeface="微软雅黑" panose="020B0503020204020204" charset="-122"/>
              <a:ea typeface="微软雅黑" panose="020B0503020204020204" charset="-122"/>
              <a:cs typeface="微软雅黑" panose="020B0503020204020204" charset="-122"/>
            </a:endParaRPr>
          </a:p>
        </p:txBody>
      </p:sp>
      <p:pic>
        <p:nvPicPr>
          <p:cNvPr id="15" name="图片 14"/>
          <p:cNvPicPr>
            <a:picLocks noChangeAspect="1"/>
          </p:cNvPicPr>
          <p:nvPr/>
        </p:nvPicPr>
        <p:blipFill>
          <a:blip r:embed="rId1"/>
          <a:stretch>
            <a:fillRect/>
          </a:stretch>
        </p:blipFill>
        <p:spPr>
          <a:xfrm>
            <a:off x="1055370" y="4509135"/>
            <a:ext cx="2435225" cy="1765935"/>
          </a:xfrm>
          <a:prstGeom prst="rect">
            <a:avLst/>
          </a:prstGeom>
        </p:spPr>
      </p:pic>
      <p:pic>
        <p:nvPicPr>
          <p:cNvPr id="16" name="图片 15"/>
          <p:cNvPicPr>
            <a:picLocks noChangeAspect="1"/>
          </p:cNvPicPr>
          <p:nvPr/>
        </p:nvPicPr>
        <p:blipFill>
          <a:blip r:embed="rId2"/>
          <a:stretch>
            <a:fillRect/>
          </a:stretch>
        </p:blipFill>
        <p:spPr>
          <a:xfrm>
            <a:off x="3575685" y="2399665"/>
            <a:ext cx="3705225" cy="2037080"/>
          </a:xfrm>
          <a:prstGeom prst="rect">
            <a:avLst/>
          </a:prstGeom>
        </p:spPr>
      </p:pic>
      <p:pic>
        <p:nvPicPr>
          <p:cNvPr id="17" name="图片 16"/>
          <p:cNvPicPr>
            <a:picLocks noChangeAspect="1"/>
          </p:cNvPicPr>
          <p:nvPr/>
        </p:nvPicPr>
        <p:blipFill>
          <a:blip r:embed="rId3"/>
          <a:stretch>
            <a:fillRect/>
          </a:stretch>
        </p:blipFill>
        <p:spPr>
          <a:xfrm>
            <a:off x="407035" y="2587625"/>
            <a:ext cx="3348355" cy="1682115"/>
          </a:xfrm>
          <a:prstGeom prst="rect">
            <a:avLst/>
          </a:prstGeom>
        </p:spPr>
      </p:pic>
      <p:pic>
        <p:nvPicPr>
          <p:cNvPr id="18" name="图片 17"/>
          <p:cNvPicPr>
            <a:picLocks noChangeAspect="1"/>
          </p:cNvPicPr>
          <p:nvPr/>
        </p:nvPicPr>
        <p:blipFill>
          <a:blip r:embed="rId4"/>
          <a:stretch>
            <a:fillRect/>
          </a:stretch>
        </p:blipFill>
        <p:spPr>
          <a:xfrm>
            <a:off x="4154805" y="4451985"/>
            <a:ext cx="2547620" cy="1823085"/>
          </a:xfrm>
          <a:prstGeom prst="rect">
            <a:avLst/>
          </a:prstGeom>
        </p:spPr>
      </p:pic>
      <p:sp>
        <p:nvSpPr>
          <p:cNvPr id="10" name="圆角矩形 9"/>
          <p:cNvSpPr/>
          <p:nvPr/>
        </p:nvSpPr>
        <p:spPr>
          <a:xfrm>
            <a:off x="316230" y="2296160"/>
            <a:ext cx="7128510" cy="4166870"/>
          </a:xfrm>
          <a:prstGeom prst="roundRect">
            <a:avLst/>
          </a:prstGeom>
          <a:noFill/>
          <a:ln w="28575" cmpd="sng">
            <a:solidFill>
              <a:schemeClr val="accent1">
                <a:shade val="50000"/>
              </a:schemeClr>
            </a:soli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圆角矩形 7"/>
          <p:cNvSpPr/>
          <p:nvPr/>
        </p:nvSpPr>
        <p:spPr>
          <a:xfrm>
            <a:off x="263525" y="2061210"/>
            <a:ext cx="7887335" cy="3983355"/>
          </a:xfrm>
          <a:prstGeom prst="roundRect">
            <a:avLst/>
          </a:prstGeom>
          <a:solidFill>
            <a:srgbClr val="000000">
              <a:alpha val="0"/>
            </a:srgbClr>
          </a:solidFill>
          <a:ln>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文本框 12"/>
          <p:cNvSpPr txBox="1"/>
          <p:nvPr/>
        </p:nvSpPr>
        <p:spPr>
          <a:xfrm>
            <a:off x="480060" y="1341289"/>
            <a:ext cx="11201400" cy="506730"/>
          </a:xfrm>
          <a:prstGeom prst="rect">
            <a:avLst/>
          </a:prstGeom>
          <a:noFill/>
        </p:spPr>
        <p:txBody>
          <a:bodyPr wrap="square">
            <a:spAutoFit/>
          </a:bodyPr>
          <a:lstStyle/>
          <a:p>
            <a:pPr indent="457200" algn="just">
              <a:lnSpc>
                <a:spcPct val="150000"/>
              </a:lnSpc>
            </a:pPr>
            <a:r>
              <a:rPr lang="zh-CN" altLang="en-US" sz="1800" b="1" dirty="0">
                <a:latin typeface="微软雅黑" panose="020B0503020204020204" charset="-122"/>
                <a:ea typeface="微软雅黑" panose="020B0503020204020204" charset="-122"/>
                <a:cs typeface="微软雅黑" panose="020B0503020204020204" charset="-122"/>
              </a:rPr>
              <a:t>通过大语言模型驱动的语义遗传算子进化算法提示词，结合</a:t>
            </a:r>
            <a:r>
              <a:rPr lang="en-US" altLang="zh-CN" sz="1800" b="1" dirty="0">
                <a:latin typeface="微软雅黑" panose="020B0503020204020204" charset="-122"/>
                <a:ea typeface="微软雅黑" panose="020B0503020204020204" charset="-122"/>
                <a:cs typeface="微软雅黑" panose="020B0503020204020204" charset="-122"/>
              </a:rPr>
              <a:t>LLM</a:t>
            </a:r>
            <a:r>
              <a:rPr lang="zh-CN" altLang="en-US" sz="1800" b="1" dirty="0">
                <a:latin typeface="微软雅黑" panose="020B0503020204020204" charset="-122"/>
                <a:ea typeface="微软雅黑" panose="020B0503020204020204" charset="-122"/>
                <a:cs typeface="微软雅黑" panose="020B0503020204020204" charset="-122"/>
              </a:rPr>
              <a:t>语义理解与进化计算的遗传编程范式</a:t>
            </a:r>
            <a:endParaRPr lang="zh-CN" altLang="en-US" sz="1800" b="1" dirty="0">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191770" y="836930"/>
            <a:ext cx="8445500" cy="460375"/>
          </a:xfrm>
          <a:prstGeom prst="rect">
            <a:avLst/>
          </a:prstGeom>
          <a:noFill/>
        </p:spPr>
        <p:txBody>
          <a:bodyPr wrap="square" rtlCol="0">
            <a:spAutoFit/>
          </a:bodyPr>
          <a:p>
            <a:r>
              <a:rPr lang="zh-CN" altLang="en-US" sz="2400" b="1">
                <a:latin typeface="微软雅黑" panose="020B0503020204020204" charset="-122"/>
                <a:ea typeface="微软雅黑" panose="020B0503020204020204" charset="-122"/>
              </a:rPr>
              <a:t>针对算法自动设计任务的基于遗传编程的自动提示词优化方法：</a:t>
            </a:r>
            <a:endParaRPr lang="zh-CN" altLang="en-US" sz="2400" b="1">
              <a:latin typeface="微软雅黑" panose="020B0503020204020204" charset="-122"/>
              <a:ea typeface="微软雅黑" panose="020B0503020204020204" charset="-122"/>
            </a:endParaRPr>
          </a:p>
        </p:txBody>
      </p:sp>
      <p:pic>
        <p:nvPicPr>
          <p:cNvPr id="3" name="ECB019B1-382A-4266-B25C-5B523AA43C14-1" descr="C:/Users/zhengyan/AppData/Local/Temp/wpp.NUbOaZwpp"/>
          <p:cNvPicPr>
            <a:picLocks noChangeAspect="1"/>
          </p:cNvPicPr>
          <p:nvPr/>
        </p:nvPicPr>
        <p:blipFill>
          <a:blip r:embed="rId1"/>
          <a:stretch>
            <a:fillRect/>
          </a:stretch>
        </p:blipFill>
        <p:spPr>
          <a:xfrm>
            <a:off x="479743" y="2132965"/>
            <a:ext cx="7247890" cy="3912235"/>
          </a:xfrm>
          <a:prstGeom prst="rect">
            <a:avLst/>
          </a:prstGeom>
        </p:spPr>
      </p:pic>
      <p:sp>
        <p:nvSpPr>
          <p:cNvPr id="14" name="文本框 13"/>
          <p:cNvSpPr txBox="1"/>
          <p:nvPr/>
        </p:nvSpPr>
        <p:spPr>
          <a:xfrm>
            <a:off x="8472170" y="2178685"/>
            <a:ext cx="3409950" cy="3934460"/>
          </a:xfrm>
          <a:prstGeom prst="rect">
            <a:avLst/>
          </a:prstGeom>
          <a:noFill/>
        </p:spPr>
        <p:txBody>
          <a:bodyPr wrap="square" rtlCol="0">
            <a:noAutofit/>
          </a:bodyPr>
          <a:p>
            <a:pPr marL="0" indent="0" eaLnBrk="1" latinLnBrk="0" hangingPunct="1">
              <a:lnSpc>
                <a:spcPct val="150000"/>
              </a:lnSpc>
            </a:pPr>
            <a:r>
              <a:rPr lang="zh-CN" altLang="en-US" sz="1800" b="1" dirty="0">
                <a:latin typeface="微软雅黑" panose="020B0503020204020204" charset="-122"/>
                <a:ea typeface="微软雅黑" panose="020B0503020204020204" charset="-122"/>
                <a:cs typeface="微软雅黑" panose="020B0503020204020204" charset="-122"/>
              </a:rPr>
              <a:t>提出基于</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遗传编程</a:t>
            </a:r>
            <a:r>
              <a:rPr lang="zh-CN" altLang="en-US" sz="1800" b="1" dirty="0">
                <a:latin typeface="微软雅黑" panose="020B0503020204020204" charset="-122"/>
                <a:ea typeface="微软雅黑" panose="020B0503020204020204" charset="-122"/>
                <a:cs typeface="微软雅黑" panose="020B0503020204020204" charset="-122"/>
              </a:rPr>
              <a:t>的自动提示词优化方法，通过提示词生成代码在测试集上的评价进行</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提示词质量判断</a:t>
            </a:r>
            <a:b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br>
            <a:r>
              <a:rPr lang="zh-CN" altLang="en-US" sz="1800" b="1" dirty="0">
                <a:latin typeface="微软雅黑" panose="020B0503020204020204" charset="-122"/>
                <a:ea typeface="微软雅黑" panose="020B0503020204020204" charset="-122"/>
                <a:cs typeface="微软雅黑" panose="020B0503020204020204" charset="-122"/>
              </a:rPr>
              <a:t>添加大量代码检测机制，保证生成代码质量</a:t>
            </a:r>
            <a:br>
              <a:rPr lang="zh-CN" altLang="en-US" sz="1800" b="1" dirty="0">
                <a:latin typeface="微软雅黑" panose="020B0503020204020204" charset="-122"/>
                <a:ea typeface="微软雅黑" panose="020B0503020204020204" charset="-122"/>
                <a:cs typeface="微软雅黑" panose="020B0503020204020204" charset="-122"/>
              </a:rPr>
            </a:br>
            <a:r>
              <a:rPr lang="zh-CN" altLang="en-US" sz="1800" b="1" dirty="0">
                <a:latin typeface="微软雅黑" panose="020B0503020204020204" charset="-122"/>
                <a:ea typeface="微软雅黑" panose="020B0503020204020204" charset="-122"/>
                <a:cs typeface="微软雅黑" panose="020B0503020204020204" charset="-122"/>
              </a:rPr>
              <a:t>评估代价较高，采用并行架构进行以及速检等方式进行</a:t>
            </a:r>
            <a:r>
              <a:rPr lang="zh-CN" altLang="en-US" sz="1800" b="1" dirty="0">
                <a:latin typeface="微软雅黑" panose="020B0503020204020204" charset="-122"/>
                <a:ea typeface="微软雅黑" panose="020B0503020204020204" charset="-122"/>
                <a:cs typeface="微软雅黑" panose="020B0503020204020204" charset="-122"/>
              </a:rPr>
              <a:t>稀释</a:t>
            </a:r>
            <a:endParaRPr lang="zh-CN" altLang="en-US" sz="1800" b="1"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263525" y="1917065"/>
            <a:ext cx="5945505" cy="2883535"/>
          </a:xfrm>
          <a:prstGeom prst="rect">
            <a:avLst/>
          </a:prstGeom>
        </p:spPr>
      </p:pic>
      <p:sp>
        <p:nvSpPr>
          <p:cNvPr id="5" name="文本框 4"/>
          <p:cNvSpPr txBox="1"/>
          <p:nvPr/>
        </p:nvSpPr>
        <p:spPr>
          <a:xfrm>
            <a:off x="191770" y="836930"/>
            <a:ext cx="8445500" cy="460375"/>
          </a:xfrm>
          <a:prstGeom prst="rect">
            <a:avLst/>
          </a:prstGeom>
          <a:noFill/>
        </p:spPr>
        <p:txBody>
          <a:bodyPr wrap="square" rtlCol="0">
            <a:spAutoFit/>
          </a:bodyPr>
          <a:p>
            <a:r>
              <a:rPr lang="zh-CN" altLang="en-US" sz="2400" b="1">
                <a:latin typeface="微软雅黑" panose="020B0503020204020204" charset="-122"/>
                <a:ea typeface="微软雅黑" panose="020B0503020204020204" charset="-122"/>
              </a:rPr>
              <a:t>针对算法自动设计任务的基于遗传编程的自动提示词优化方法：</a:t>
            </a:r>
            <a:endParaRPr lang="zh-CN" altLang="en-US" sz="2400" b="1">
              <a:latin typeface="微软雅黑" panose="020B0503020204020204" charset="-122"/>
              <a:ea typeface="微软雅黑" panose="020B0503020204020204" charset="-122"/>
            </a:endParaRPr>
          </a:p>
        </p:txBody>
      </p:sp>
      <p:sp>
        <p:nvSpPr>
          <p:cNvPr id="14" name="文本框 13"/>
          <p:cNvSpPr txBox="1"/>
          <p:nvPr/>
        </p:nvSpPr>
        <p:spPr>
          <a:xfrm>
            <a:off x="6528435" y="2205355"/>
            <a:ext cx="4888865" cy="2528570"/>
          </a:xfrm>
          <a:prstGeom prst="rect">
            <a:avLst/>
          </a:prstGeom>
          <a:noFill/>
        </p:spPr>
        <p:txBody>
          <a:bodyPr wrap="square" rtlCol="0">
            <a:noAutofit/>
          </a:bodyPr>
          <a:p>
            <a:pPr marL="0" indent="0" eaLnBrk="1" latinLnBrk="0" hangingPunct="1">
              <a:lnSpc>
                <a:spcPct val="150000"/>
              </a:lnSpc>
            </a:pPr>
            <a:r>
              <a:rPr lang="zh-CN" altLang="en-US" sz="1800" b="1" dirty="0">
                <a:latin typeface="微软雅黑" panose="020B0503020204020204" charset="-122"/>
                <a:ea typeface="微软雅黑" panose="020B0503020204020204" charset="-122"/>
                <a:cs typeface="微软雅黑" panose="020B0503020204020204" charset="-122"/>
              </a:rPr>
              <a:t>实验设置：</a:t>
            </a:r>
            <a:br>
              <a:rPr lang="zh-CN" altLang="en-US" sz="1800" b="1" dirty="0">
                <a:latin typeface="微软雅黑" panose="020B0503020204020204" charset="-122"/>
                <a:ea typeface="微软雅黑" panose="020B0503020204020204" charset="-122"/>
                <a:cs typeface="微软雅黑" panose="020B0503020204020204" charset="-122"/>
              </a:rPr>
            </a:br>
            <a:r>
              <a:rPr lang="zh-CN" altLang="en-US" sz="1800" b="1" dirty="0">
                <a:latin typeface="微软雅黑" panose="020B0503020204020204" charset="-122"/>
                <a:ea typeface="微软雅黑" panose="020B0503020204020204" charset="-122"/>
                <a:cs typeface="微软雅黑" panose="020B0503020204020204" charset="-122"/>
              </a:rPr>
              <a:t>使用</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不同的</a:t>
            </a:r>
            <a:r>
              <a:rPr lang="zh-CN" altLang="en-US" sz="1800" b="1" dirty="0">
                <a:latin typeface="微软雅黑" panose="020B0503020204020204" charset="-122"/>
                <a:ea typeface="微软雅黑" panose="020B0503020204020204" charset="-122"/>
                <a:cs typeface="微软雅黑" panose="020B0503020204020204" charset="-122"/>
              </a:rPr>
              <a:t>自动提示词优化工作，</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迁移</a:t>
            </a:r>
            <a:r>
              <a:rPr lang="zh-CN" altLang="en-US" sz="1800" b="1" dirty="0">
                <a:latin typeface="微软雅黑" panose="020B0503020204020204" charset="-122"/>
                <a:ea typeface="微软雅黑" panose="020B0503020204020204" charset="-122"/>
                <a:cs typeface="微软雅黑" panose="020B0503020204020204" charset="-122"/>
              </a:rPr>
              <a:t>至自动算法设计中，使用</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优化后的提示词生成代码</a:t>
            </a:r>
            <a:r>
              <a:rPr lang="zh-CN" altLang="en-US" sz="1800" b="1" dirty="0">
                <a:latin typeface="微软雅黑" panose="020B0503020204020204" charset="-122"/>
                <a:ea typeface="微软雅黑" panose="020B0503020204020204" charset="-122"/>
                <a:cs typeface="微软雅黑" panose="020B0503020204020204" charset="-122"/>
              </a:rPr>
              <a:t>，作为</a:t>
            </a:r>
            <a:r>
              <a:rPr lang="en-US" altLang="zh-CN" sz="1800" b="1" dirty="0">
                <a:latin typeface="微软雅黑" panose="020B0503020204020204" charset="-122"/>
                <a:ea typeface="微软雅黑" panose="020B0503020204020204" charset="-122"/>
                <a:cs typeface="微软雅黑" panose="020B0503020204020204" charset="-122"/>
              </a:rPr>
              <a:t>EoH</a:t>
            </a:r>
            <a:r>
              <a:rPr lang="zh-CN" altLang="en-US" sz="1800" b="1" dirty="0">
                <a:latin typeface="微软雅黑" panose="020B0503020204020204" charset="-122"/>
                <a:ea typeface="微软雅黑" panose="020B0503020204020204" charset="-122"/>
                <a:cs typeface="微软雅黑" panose="020B0503020204020204" charset="-122"/>
              </a:rPr>
              <a:t>方法的初始种群，在测试问题上进行</a:t>
            </a:r>
            <a:r>
              <a:rPr lang="zh-CN" altLang="en-US" sz="1800" b="1" dirty="0">
                <a:latin typeface="微软雅黑" panose="020B0503020204020204" charset="-122"/>
                <a:ea typeface="微软雅黑" panose="020B0503020204020204" charset="-122"/>
                <a:cs typeface="微软雅黑" panose="020B0503020204020204" charset="-122"/>
              </a:rPr>
              <a:t>比较。</a:t>
            </a:r>
            <a:endParaRPr lang="zh-CN" altLang="en-US" sz="1800" b="1"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191770" y="836930"/>
            <a:ext cx="8445500" cy="460375"/>
          </a:xfrm>
          <a:prstGeom prst="rect">
            <a:avLst/>
          </a:prstGeom>
          <a:noFill/>
        </p:spPr>
        <p:txBody>
          <a:bodyPr wrap="square" rtlCol="0">
            <a:spAutoFit/>
          </a:bodyPr>
          <a:p>
            <a:r>
              <a:rPr lang="zh-CN" altLang="en-US" sz="2400" b="1">
                <a:latin typeface="微软雅黑" panose="020B0503020204020204" charset="-122"/>
                <a:ea typeface="微软雅黑" panose="020B0503020204020204" charset="-122"/>
              </a:rPr>
              <a:t>针对元启发式算法代码的结构适应</a:t>
            </a:r>
            <a:r>
              <a:rPr lang="en-US" altLang="zh-CN" sz="2400" b="1">
                <a:latin typeface="微软雅黑" panose="020B0503020204020204" charset="-122"/>
                <a:ea typeface="微软雅黑" panose="020B0503020204020204" charset="-122"/>
              </a:rPr>
              <a:t>LoRA</a:t>
            </a:r>
            <a:r>
              <a:rPr lang="zh-CN" altLang="en-US" sz="2400" b="1">
                <a:latin typeface="微软雅黑" panose="020B0503020204020204" charset="-122"/>
                <a:ea typeface="微软雅黑" panose="020B0503020204020204" charset="-122"/>
              </a:rPr>
              <a:t>方法</a:t>
            </a:r>
            <a:r>
              <a:rPr lang="zh-CN" altLang="en-US" sz="2400" b="1">
                <a:latin typeface="微软雅黑" panose="020B0503020204020204" charset="-122"/>
                <a:ea typeface="微软雅黑" panose="020B0503020204020204" charset="-122"/>
              </a:rPr>
              <a:t>：</a:t>
            </a:r>
            <a:endParaRPr lang="zh-CN" altLang="en-US" sz="2400" b="1">
              <a:latin typeface="微软雅黑" panose="020B0503020204020204" charset="-122"/>
              <a:ea typeface="微软雅黑" panose="020B0503020204020204" charset="-122"/>
            </a:endParaRPr>
          </a:p>
        </p:txBody>
      </p:sp>
      <p:sp>
        <p:nvSpPr>
          <p:cNvPr id="12" name="文本框 11"/>
          <p:cNvSpPr txBox="1"/>
          <p:nvPr/>
        </p:nvSpPr>
        <p:spPr>
          <a:xfrm>
            <a:off x="4589145" y="1701165"/>
            <a:ext cx="6480810" cy="1724660"/>
          </a:xfrm>
          <a:prstGeom prst="rect">
            <a:avLst/>
          </a:prstGeom>
          <a:noFill/>
        </p:spPr>
        <p:txBody>
          <a:bodyPr wrap="square" rtlCol="0">
            <a:noAutofit/>
          </a:bodyPr>
          <a:p>
            <a:pPr algn="l">
              <a:lnSpc>
                <a:spcPct val="150000"/>
              </a:lnSpc>
              <a:buClrTx/>
              <a:buSzTx/>
              <a:buFontTx/>
            </a:pPr>
            <a:r>
              <a:rPr lang="zh-CN" altLang="en-US" sz="1800" b="1" dirty="0">
                <a:latin typeface="微软雅黑" panose="020B0503020204020204" charset="-122"/>
                <a:ea typeface="微软雅黑" panose="020B0503020204020204" charset="-122"/>
                <a:cs typeface="微软雅黑" panose="020B0503020204020204" charset="-122"/>
              </a:rPr>
              <a:t>针对</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元启发式算法数据</a:t>
            </a:r>
            <a:r>
              <a:rPr lang="zh-CN" altLang="en-US" sz="1800" b="1" dirty="0">
                <a:latin typeface="微软雅黑" panose="020B0503020204020204" charset="-122"/>
                <a:ea typeface="微软雅黑" panose="020B0503020204020204" charset="-122"/>
                <a:cs typeface="微软雅黑" panose="020B0503020204020204" charset="-122"/>
              </a:rPr>
              <a:t>传统LoRA在有限数据的情况下，无法真正高效地利用数据信息进行模型微调。</a:t>
            </a:r>
            <a:endParaRPr lang="zh-CN" altLang="en-US" sz="1800" b="1" dirty="0">
              <a:latin typeface="微软雅黑" panose="020B0503020204020204" charset="-122"/>
              <a:ea typeface="微软雅黑" panose="020B0503020204020204" charset="-122"/>
              <a:cs typeface="微软雅黑" panose="020B0503020204020204" charset="-122"/>
            </a:endParaRPr>
          </a:p>
          <a:p>
            <a:pPr algn="l">
              <a:lnSpc>
                <a:spcPct val="150000"/>
              </a:lnSpc>
              <a:buClrTx/>
              <a:buSzTx/>
              <a:buFontTx/>
            </a:pPr>
            <a:r>
              <a:rPr lang="zh-CN" altLang="en-US" sz="1800" b="1" dirty="0">
                <a:latin typeface="微软雅黑" panose="020B0503020204020204" charset="-122"/>
                <a:ea typeface="微软雅黑" panose="020B0503020204020204" charset="-122"/>
                <a:cs typeface="微软雅黑" panose="020B0503020204020204" charset="-122"/>
                <a:sym typeface="+mn-ea"/>
              </a:rPr>
              <a:t>元启发式算法比起传统算法数据，</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sym typeface="+mn-ea"/>
              </a:rPr>
              <a:t>结构稳定，算法组件实现相对具有规律性</a:t>
            </a:r>
            <a:r>
              <a:rPr lang="zh-CN" altLang="en-US" sz="1800" b="1" dirty="0">
                <a:latin typeface="微软雅黑" panose="020B0503020204020204" charset="-122"/>
                <a:ea typeface="微软雅黑" panose="020B0503020204020204" charset="-122"/>
                <a:cs typeface="微软雅黑" panose="020B0503020204020204" charset="-122"/>
                <a:sym typeface="+mn-ea"/>
              </a:rPr>
              <a:t>，但是</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sym typeface="+mn-ea"/>
              </a:rPr>
              <a:t>可用数据较少</a:t>
            </a:r>
            <a:r>
              <a:rPr lang="zh-CN" altLang="en-US" sz="1800" b="1" dirty="0">
                <a:latin typeface="微软雅黑" panose="020B0503020204020204" charset="-122"/>
                <a:ea typeface="微软雅黑" panose="020B0503020204020204" charset="-122"/>
                <a:cs typeface="微软雅黑" panose="020B0503020204020204" charset="-122"/>
                <a:sym typeface="+mn-ea"/>
              </a:rPr>
              <a:t>，需要更加高效微调地方法。</a:t>
            </a:r>
            <a:endParaRPr lang="zh-CN" altLang="en-US" sz="1800" b="1" dirty="0">
              <a:latin typeface="微软雅黑" panose="020B0503020204020204" charset="-122"/>
              <a:ea typeface="微软雅黑" panose="020B0503020204020204" charset="-122"/>
              <a:cs typeface="微软雅黑" panose="020B0503020204020204" charset="-122"/>
            </a:endParaRPr>
          </a:p>
          <a:p>
            <a:pPr algn="l">
              <a:lnSpc>
                <a:spcPct val="150000"/>
              </a:lnSpc>
              <a:buClrTx/>
              <a:buSzTx/>
              <a:buFontTx/>
            </a:pPr>
            <a:endParaRPr lang="zh-CN" altLang="en-US" sz="1800" b="1" dirty="0">
              <a:latin typeface="微软雅黑" panose="020B0503020204020204" charset="-122"/>
              <a:ea typeface="微软雅黑" panose="020B0503020204020204" charset="-122"/>
              <a:cs typeface="微软雅黑" panose="020B0503020204020204" charset="-122"/>
            </a:endParaRPr>
          </a:p>
        </p:txBody>
      </p:sp>
      <p:pic>
        <p:nvPicPr>
          <p:cNvPr id="13" name="图片 12"/>
          <p:cNvPicPr>
            <a:picLocks noChangeAspect="1"/>
          </p:cNvPicPr>
          <p:nvPr/>
        </p:nvPicPr>
        <p:blipFill>
          <a:blip r:embed="rId1"/>
          <a:stretch>
            <a:fillRect/>
          </a:stretch>
        </p:blipFill>
        <p:spPr>
          <a:xfrm>
            <a:off x="4286250" y="3717290"/>
            <a:ext cx="6850380" cy="2048510"/>
          </a:xfrm>
          <a:prstGeom prst="rect">
            <a:avLst/>
          </a:prstGeom>
        </p:spPr>
      </p:pic>
      <p:pic>
        <p:nvPicPr>
          <p:cNvPr id="14" name="图片 13"/>
          <p:cNvPicPr>
            <a:picLocks noChangeAspect="1"/>
          </p:cNvPicPr>
          <p:nvPr/>
        </p:nvPicPr>
        <p:blipFill>
          <a:blip r:embed="rId2"/>
          <a:stretch>
            <a:fillRect/>
          </a:stretch>
        </p:blipFill>
        <p:spPr>
          <a:xfrm>
            <a:off x="767715" y="1412875"/>
            <a:ext cx="2917190" cy="2618105"/>
          </a:xfrm>
          <a:prstGeom prst="rect">
            <a:avLst/>
          </a:prstGeom>
        </p:spPr>
      </p:pic>
      <p:sp>
        <p:nvSpPr>
          <p:cNvPr id="15" name="文本框 14"/>
          <p:cNvSpPr txBox="1"/>
          <p:nvPr/>
        </p:nvSpPr>
        <p:spPr>
          <a:xfrm>
            <a:off x="335915" y="4364990"/>
            <a:ext cx="3724275" cy="1337945"/>
          </a:xfrm>
          <a:prstGeom prst="rect">
            <a:avLst/>
          </a:prstGeom>
          <a:noFill/>
        </p:spPr>
        <p:txBody>
          <a:bodyPr wrap="square" rtlCol="0" anchor="t">
            <a:spAutoFit/>
          </a:bodyPr>
          <a:p>
            <a:pPr algn="l">
              <a:lnSpc>
                <a:spcPct val="150000"/>
              </a:lnSpc>
              <a:buClrTx/>
              <a:buSzTx/>
              <a:buFontTx/>
            </a:pPr>
            <a:r>
              <a:rPr lang="zh-CN" altLang="en-US" sz="1800" b="1" dirty="0">
                <a:latin typeface="微软雅黑" panose="020B0503020204020204" charset="-122"/>
                <a:ea typeface="微软雅黑" panose="020B0503020204020204" charset="-122"/>
                <a:cs typeface="微软雅黑" panose="020B0503020204020204" charset="-122"/>
                <a:sym typeface="+mn-ea"/>
              </a:rPr>
              <a:t>传统</a:t>
            </a:r>
            <a:r>
              <a:rPr lang="en-US" altLang="zh-CN" sz="1800" b="1" dirty="0">
                <a:latin typeface="微软雅黑" panose="020B0503020204020204" charset="-122"/>
                <a:ea typeface="微软雅黑" panose="020B0503020204020204" charset="-122"/>
                <a:cs typeface="微软雅黑" panose="020B0503020204020204" charset="-122"/>
                <a:sym typeface="+mn-ea"/>
              </a:rPr>
              <a:t>LoRA</a:t>
            </a:r>
            <a:r>
              <a:rPr lang="zh-CN" altLang="en-US" sz="1800" b="1" dirty="0">
                <a:latin typeface="微软雅黑" panose="020B0503020204020204" charset="-122"/>
                <a:ea typeface="微软雅黑" panose="020B0503020204020204" charset="-122"/>
                <a:cs typeface="微软雅黑" panose="020B0503020204020204" charset="-122"/>
                <a:sym typeface="+mn-ea"/>
              </a:rPr>
              <a:t>方法仅仅从</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sym typeface="+mn-ea"/>
              </a:rPr>
              <a:t>数学层面</a:t>
            </a:r>
            <a:r>
              <a:rPr lang="zh-CN" altLang="en-US" sz="1800" b="1" dirty="0">
                <a:latin typeface="微软雅黑" panose="020B0503020204020204" charset="-122"/>
                <a:ea typeface="微软雅黑" panose="020B0503020204020204" charset="-122"/>
                <a:cs typeface="微软雅黑" panose="020B0503020204020204" charset="-122"/>
                <a:sym typeface="+mn-ea"/>
              </a:rPr>
              <a:t>优化了微调的学习过程，没有针对微调数据的结构进行进一步</a:t>
            </a:r>
            <a:r>
              <a:rPr lang="zh-CN" altLang="en-US" sz="1800" b="1" dirty="0">
                <a:latin typeface="微软雅黑" panose="020B0503020204020204" charset="-122"/>
                <a:ea typeface="微软雅黑" panose="020B0503020204020204" charset="-122"/>
                <a:cs typeface="微软雅黑" panose="020B0503020204020204" charset="-122"/>
                <a:sym typeface="+mn-ea"/>
              </a:rPr>
              <a:t>解析。</a:t>
            </a:r>
            <a:endParaRPr lang="zh-CN" altLang="en-US" sz="1800" b="1" dirty="0">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191770" y="836930"/>
            <a:ext cx="8445500" cy="460375"/>
          </a:xfrm>
          <a:prstGeom prst="rect">
            <a:avLst/>
          </a:prstGeom>
          <a:noFill/>
        </p:spPr>
        <p:txBody>
          <a:bodyPr wrap="square" rtlCol="0">
            <a:spAutoFit/>
          </a:bodyPr>
          <a:p>
            <a:r>
              <a:rPr lang="zh-CN" altLang="en-US" sz="2400" b="1">
                <a:latin typeface="微软雅黑" panose="020B0503020204020204" charset="-122"/>
                <a:ea typeface="微软雅黑" panose="020B0503020204020204" charset="-122"/>
                <a:sym typeface="+mn-ea"/>
              </a:rPr>
              <a:t>针对元启发式算法代码的结构适应</a:t>
            </a:r>
            <a:r>
              <a:rPr lang="en-US" altLang="zh-CN" sz="2400" b="1">
                <a:latin typeface="微软雅黑" panose="020B0503020204020204" charset="-122"/>
                <a:ea typeface="微软雅黑" panose="020B0503020204020204" charset="-122"/>
                <a:sym typeface="+mn-ea"/>
              </a:rPr>
              <a:t>LoRA</a:t>
            </a:r>
            <a:r>
              <a:rPr lang="zh-CN" altLang="en-US" sz="2400" b="1">
                <a:latin typeface="微软雅黑" panose="020B0503020204020204" charset="-122"/>
                <a:ea typeface="微软雅黑" panose="020B0503020204020204" charset="-122"/>
                <a:sym typeface="+mn-ea"/>
              </a:rPr>
              <a:t>方法：</a:t>
            </a:r>
            <a:endParaRPr lang="zh-CN" altLang="en-US" sz="2400" b="1">
              <a:latin typeface="微软雅黑" panose="020B0503020204020204" charset="-122"/>
              <a:ea typeface="微软雅黑" panose="020B0503020204020204" charset="-122"/>
            </a:endParaRPr>
          </a:p>
        </p:txBody>
      </p:sp>
      <p:pic>
        <p:nvPicPr>
          <p:cNvPr id="11" name="图片 10"/>
          <p:cNvPicPr>
            <a:picLocks noChangeAspect="1"/>
          </p:cNvPicPr>
          <p:nvPr/>
        </p:nvPicPr>
        <p:blipFill>
          <a:blip r:embed="rId1"/>
          <a:stretch>
            <a:fillRect/>
          </a:stretch>
        </p:blipFill>
        <p:spPr>
          <a:xfrm>
            <a:off x="335915" y="1701165"/>
            <a:ext cx="6800215" cy="3689985"/>
          </a:xfrm>
          <a:prstGeom prst="rect">
            <a:avLst/>
          </a:prstGeom>
        </p:spPr>
      </p:pic>
      <p:sp>
        <p:nvSpPr>
          <p:cNvPr id="12" name="文本框 11"/>
          <p:cNvSpPr txBox="1"/>
          <p:nvPr/>
        </p:nvSpPr>
        <p:spPr>
          <a:xfrm>
            <a:off x="7536180" y="1341120"/>
            <a:ext cx="3735705" cy="4275455"/>
          </a:xfrm>
          <a:prstGeom prst="rect">
            <a:avLst/>
          </a:prstGeom>
          <a:noFill/>
        </p:spPr>
        <p:txBody>
          <a:bodyPr wrap="square" rtlCol="0">
            <a:noAutofit/>
          </a:bodyPr>
          <a:p>
            <a:pPr algn="l">
              <a:lnSpc>
                <a:spcPct val="150000"/>
              </a:lnSpc>
              <a:buClrTx/>
              <a:buSzTx/>
              <a:buFontTx/>
            </a:pPr>
            <a:r>
              <a:rPr lang="zh-CN" altLang="en-US" sz="1800" b="1" dirty="0">
                <a:latin typeface="微软雅黑" panose="020B0503020204020204" charset="-122"/>
                <a:ea typeface="微软雅黑" panose="020B0503020204020204" charset="-122"/>
                <a:cs typeface="微软雅黑" panose="020B0503020204020204" charset="-122"/>
              </a:rPr>
              <a:t>本研究提出一个综合框架，包含</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数据合成</a:t>
            </a:r>
            <a:r>
              <a:rPr lang="zh-CN" altLang="en-US" sz="1800" b="1" dirty="0">
                <a:latin typeface="微软雅黑" panose="020B0503020204020204" charset="-122"/>
                <a:ea typeface="微软雅黑" panose="020B0503020204020204" charset="-122"/>
                <a:cs typeface="微软雅黑" panose="020B0503020204020204" charset="-122"/>
              </a:rPr>
              <a:t>与</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结构感知适应</a:t>
            </a:r>
            <a:r>
              <a:rPr lang="zh-CN" altLang="en-US" sz="1800" b="1" dirty="0">
                <a:latin typeface="微软雅黑" panose="020B0503020204020204" charset="-122"/>
                <a:ea typeface="微软雅黑" panose="020B0503020204020204" charset="-122"/>
                <a:cs typeface="微软雅黑" panose="020B0503020204020204" charset="-122"/>
              </a:rPr>
              <a:t>两部分。首先，我们提出</a:t>
            </a:r>
            <a:r>
              <a:rPr lang="en-US" altLang="zh-CN" sz="1800" b="1" dirty="0">
                <a:latin typeface="微软雅黑" panose="020B0503020204020204" charset="-122"/>
                <a:ea typeface="微软雅黑" panose="020B0503020204020204" charset="-122"/>
                <a:cs typeface="微软雅黑" panose="020B0503020204020204" charset="-122"/>
              </a:rPr>
              <a:t>AutoMeta-Code</a:t>
            </a:r>
            <a:r>
              <a:rPr lang="zh-CN" altLang="en-US" sz="1800" b="1" dirty="0">
                <a:latin typeface="微软雅黑" panose="020B0503020204020204" charset="-122"/>
                <a:ea typeface="微软雅黑" panose="020B0503020204020204" charset="-122"/>
                <a:cs typeface="微软雅黑" panose="020B0503020204020204" charset="-122"/>
              </a:rPr>
              <a:t>多智能体协作框架，该框架能够合成高质量、结构多样化的元启发式算法语料库，有效缓解数据限制问题。其次，挑战现有</a:t>
            </a:r>
            <a:r>
              <a:rPr lang="en-US" altLang="zh-CN" sz="1800" b="1" dirty="0">
                <a:latin typeface="微软雅黑" panose="020B0503020204020204" charset="-122"/>
                <a:ea typeface="微软雅黑" panose="020B0503020204020204" charset="-122"/>
                <a:cs typeface="微软雅黑" panose="020B0503020204020204" charset="-122"/>
              </a:rPr>
              <a:t>PEFT</a:t>
            </a:r>
            <a:r>
              <a:rPr lang="zh-CN" altLang="en-US" sz="1800" b="1" dirty="0">
                <a:latin typeface="微软雅黑" panose="020B0503020204020204" charset="-122"/>
                <a:ea typeface="微软雅黑" panose="020B0503020204020204" charset="-122"/>
                <a:cs typeface="微软雅黑" panose="020B0503020204020204" charset="-122"/>
              </a:rPr>
              <a:t>方法的统一适应范式，我们提出结构感知低秩适应（</a:t>
            </a:r>
            <a:r>
              <a:rPr lang="en-US" altLang="zh-CN" sz="1800" b="1" dirty="0">
                <a:latin typeface="微软雅黑" panose="020B0503020204020204" charset="-122"/>
                <a:ea typeface="微软雅黑" panose="020B0503020204020204" charset="-122"/>
                <a:cs typeface="微软雅黑" panose="020B0503020204020204" charset="-122"/>
              </a:rPr>
              <a:t>SA-LoRA</a:t>
            </a:r>
            <a:r>
              <a:rPr lang="zh-CN" altLang="en-US" sz="1800" b="1" dirty="0">
                <a:latin typeface="微软雅黑" panose="020B0503020204020204" charset="-122"/>
                <a:ea typeface="微软雅黑" panose="020B0503020204020204" charset="-122"/>
                <a:cs typeface="微软雅黑" panose="020B0503020204020204" charset="-122"/>
              </a:rPr>
              <a:t>）。</a:t>
            </a:r>
            <a:endParaRPr lang="zh-CN" altLang="en-US" sz="1800" b="1" dirty="0">
              <a:latin typeface="微软雅黑" panose="020B0503020204020204" charset="-122"/>
              <a:ea typeface="微软雅黑" panose="020B0503020204020204" charset="-122"/>
              <a:cs typeface="微软雅黑" panose="020B0503020204020204" charset="-122"/>
            </a:endParaRPr>
          </a:p>
          <a:p>
            <a:pPr algn="l">
              <a:lnSpc>
                <a:spcPct val="150000"/>
              </a:lnSpc>
              <a:buClrTx/>
              <a:buSzTx/>
              <a:buFontTx/>
            </a:pPr>
            <a:endParaRPr lang="zh-CN" altLang="en-US" sz="1800" b="1"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191770" y="836930"/>
            <a:ext cx="8445500" cy="460375"/>
          </a:xfrm>
          <a:prstGeom prst="rect">
            <a:avLst/>
          </a:prstGeom>
          <a:noFill/>
        </p:spPr>
        <p:txBody>
          <a:bodyPr wrap="square" rtlCol="0">
            <a:spAutoFit/>
          </a:bodyPr>
          <a:p>
            <a:r>
              <a:rPr lang="zh-CN" altLang="en-US" sz="2400" b="1">
                <a:latin typeface="微软雅黑" panose="020B0503020204020204" charset="-122"/>
                <a:ea typeface="微软雅黑" panose="020B0503020204020204" charset="-122"/>
                <a:sym typeface="+mn-ea"/>
              </a:rPr>
              <a:t>针对元启发式算法代码的结构适应</a:t>
            </a:r>
            <a:r>
              <a:rPr lang="en-US" altLang="zh-CN" sz="2400" b="1">
                <a:latin typeface="微软雅黑" panose="020B0503020204020204" charset="-122"/>
                <a:ea typeface="微软雅黑" panose="020B0503020204020204" charset="-122"/>
                <a:sym typeface="+mn-ea"/>
              </a:rPr>
              <a:t>LoRA</a:t>
            </a:r>
            <a:r>
              <a:rPr lang="zh-CN" altLang="en-US" sz="2400" b="1">
                <a:latin typeface="微软雅黑" panose="020B0503020204020204" charset="-122"/>
                <a:ea typeface="微软雅黑" panose="020B0503020204020204" charset="-122"/>
                <a:sym typeface="+mn-ea"/>
              </a:rPr>
              <a:t>方法：</a:t>
            </a:r>
            <a:endParaRPr lang="zh-CN" altLang="en-US" sz="2400" b="1">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
          <a:stretch>
            <a:fillRect/>
          </a:stretch>
        </p:blipFill>
        <p:spPr>
          <a:xfrm>
            <a:off x="263525" y="1677035"/>
            <a:ext cx="7073265" cy="3602990"/>
          </a:xfrm>
          <a:prstGeom prst="rect">
            <a:avLst/>
          </a:prstGeom>
        </p:spPr>
      </p:pic>
      <p:sp>
        <p:nvSpPr>
          <p:cNvPr id="3" name="文本框 2"/>
          <p:cNvSpPr txBox="1"/>
          <p:nvPr/>
        </p:nvSpPr>
        <p:spPr>
          <a:xfrm>
            <a:off x="7536180" y="1341120"/>
            <a:ext cx="3735705" cy="4672965"/>
          </a:xfrm>
          <a:prstGeom prst="rect">
            <a:avLst/>
          </a:prstGeom>
          <a:noFill/>
        </p:spPr>
        <p:txBody>
          <a:bodyPr wrap="square" rtlCol="0">
            <a:noAutofit/>
          </a:bodyPr>
          <a:p>
            <a:pPr algn="l">
              <a:lnSpc>
                <a:spcPct val="150000"/>
              </a:lnSpc>
              <a:buClrTx/>
              <a:buSzTx/>
              <a:buFontTx/>
            </a:pPr>
            <a:r>
              <a:rPr lang="en-US" altLang="zh-CN" sz="1800" b="1" dirty="0">
                <a:solidFill>
                  <a:srgbClr val="FF0000"/>
                </a:solidFill>
                <a:latin typeface="微软雅黑" panose="020B0503020204020204" charset="-122"/>
                <a:ea typeface="微软雅黑" panose="020B0503020204020204" charset="-122"/>
                <a:cs typeface="微软雅黑" panose="020B0503020204020204" charset="-122"/>
              </a:rPr>
              <a:t>AutoMeta-Code</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多智能体协作框架</a:t>
            </a:r>
            <a:r>
              <a:rPr lang="zh-CN" altLang="en-US" sz="1800" b="1" dirty="0">
                <a:latin typeface="微软雅黑" panose="020B0503020204020204" charset="-122"/>
                <a:ea typeface="微软雅黑" panose="020B0503020204020204" charset="-122"/>
                <a:cs typeface="微软雅黑" panose="020B0503020204020204" charset="-122"/>
              </a:rPr>
              <a:t>，首先基于开源模型（</a:t>
            </a:r>
            <a:r>
              <a:rPr lang="en-US" altLang="zh-CN" sz="1800" b="1" dirty="0">
                <a:latin typeface="微软雅黑" panose="020B0503020204020204" charset="-122"/>
                <a:ea typeface="微软雅黑" panose="020B0503020204020204" charset="-122"/>
                <a:cs typeface="微软雅黑" panose="020B0503020204020204" charset="-122"/>
              </a:rPr>
              <a:t>LLaMA/Qwen</a:t>
            </a:r>
            <a:r>
              <a:rPr lang="zh-CN" altLang="en-US" sz="1800" b="1" dirty="0">
                <a:latin typeface="微软雅黑" panose="020B0503020204020204" charset="-122"/>
                <a:ea typeface="微软雅黑" panose="020B0503020204020204" charset="-122"/>
                <a:cs typeface="微软雅黑" panose="020B0503020204020204" charset="-122"/>
              </a:rPr>
              <a:t>）和闭源模型（</a:t>
            </a:r>
            <a:r>
              <a:rPr lang="en-US" altLang="zh-CN" sz="1800" b="1" dirty="0">
                <a:latin typeface="微软雅黑" panose="020B0503020204020204" charset="-122"/>
                <a:ea typeface="微软雅黑" panose="020B0503020204020204" charset="-122"/>
                <a:cs typeface="微软雅黑" panose="020B0503020204020204" charset="-122"/>
              </a:rPr>
              <a:t>GPT-4</a:t>
            </a:r>
            <a:r>
              <a:rPr lang="zh-CN" altLang="en-US" sz="1800" b="1" dirty="0">
                <a:latin typeface="微软雅黑" panose="020B0503020204020204" charset="-122"/>
                <a:ea typeface="微软雅黑" panose="020B0503020204020204" charset="-122"/>
                <a:cs typeface="微软雅黑" panose="020B0503020204020204" charset="-122"/>
              </a:rPr>
              <a:t>）进行协作生成合格微调数据，数据由算法代码，求解问题，代码风格，以及实现约束构成。生成的数据分别进行逻辑以及安全性的快速清洗，以及由路由，结构，函数，决策四个智能体构成的多智能体清洗系统进行进一步清洗，得到</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高质量数据</a:t>
            </a:r>
            <a:r>
              <a:rPr lang="zh-CN" altLang="en-US" sz="1800" b="1" dirty="0">
                <a:latin typeface="微软雅黑" panose="020B0503020204020204" charset="-122"/>
                <a:ea typeface="微软雅黑" panose="020B0503020204020204" charset="-122"/>
                <a:cs typeface="微软雅黑" panose="020B0503020204020204" charset="-122"/>
              </a:rPr>
              <a:t>。</a:t>
            </a:r>
            <a:endParaRPr lang="zh-CN" altLang="en-US" sz="1800" b="1" dirty="0">
              <a:latin typeface="微软雅黑" panose="020B0503020204020204" charset="-122"/>
              <a:ea typeface="微软雅黑" panose="020B0503020204020204" charset="-122"/>
              <a:cs typeface="微软雅黑" panose="020B0503020204020204" charset="-122"/>
            </a:endParaRPr>
          </a:p>
          <a:p>
            <a:pPr algn="l">
              <a:lnSpc>
                <a:spcPct val="150000"/>
              </a:lnSpc>
              <a:buClrTx/>
              <a:buSzTx/>
              <a:buFontTx/>
            </a:pPr>
            <a:endParaRPr lang="zh-CN" altLang="en-US" sz="1800" b="1"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191770" y="836930"/>
            <a:ext cx="8445500" cy="460375"/>
          </a:xfrm>
          <a:prstGeom prst="rect">
            <a:avLst/>
          </a:prstGeom>
          <a:noFill/>
        </p:spPr>
        <p:txBody>
          <a:bodyPr wrap="square" rtlCol="0">
            <a:spAutoFit/>
          </a:bodyPr>
          <a:p>
            <a:r>
              <a:rPr lang="zh-CN" altLang="en-US" sz="2400" b="1">
                <a:latin typeface="微软雅黑" panose="020B0503020204020204" charset="-122"/>
                <a:ea typeface="微软雅黑" panose="020B0503020204020204" charset="-122"/>
                <a:sym typeface="+mn-ea"/>
              </a:rPr>
              <a:t>针对元启发式算法代码的结构适应</a:t>
            </a:r>
            <a:r>
              <a:rPr lang="en-US" altLang="zh-CN" sz="2400" b="1">
                <a:latin typeface="微软雅黑" panose="020B0503020204020204" charset="-122"/>
                <a:ea typeface="微软雅黑" panose="020B0503020204020204" charset="-122"/>
                <a:sym typeface="+mn-ea"/>
              </a:rPr>
              <a:t>LoRA</a:t>
            </a:r>
            <a:r>
              <a:rPr lang="zh-CN" altLang="en-US" sz="2400" b="1">
                <a:latin typeface="微软雅黑" panose="020B0503020204020204" charset="-122"/>
                <a:ea typeface="微软雅黑" panose="020B0503020204020204" charset="-122"/>
                <a:sym typeface="+mn-ea"/>
              </a:rPr>
              <a:t>方法：</a:t>
            </a:r>
            <a:endParaRPr lang="zh-CN" altLang="en-US" sz="2400" b="1">
              <a:latin typeface="微软雅黑" panose="020B0503020204020204" charset="-122"/>
              <a:ea typeface="微软雅黑" panose="020B0503020204020204" charset="-122"/>
            </a:endParaRPr>
          </a:p>
        </p:txBody>
      </p:sp>
      <p:pic>
        <p:nvPicPr>
          <p:cNvPr id="6" name="图片 5"/>
          <p:cNvPicPr>
            <a:picLocks noChangeAspect="1"/>
          </p:cNvPicPr>
          <p:nvPr/>
        </p:nvPicPr>
        <p:blipFill>
          <a:blip r:embed="rId1"/>
          <a:stretch>
            <a:fillRect/>
          </a:stretch>
        </p:blipFill>
        <p:spPr>
          <a:xfrm>
            <a:off x="0" y="1701165"/>
            <a:ext cx="7859395" cy="3782695"/>
          </a:xfrm>
          <a:prstGeom prst="rect">
            <a:avLst/>
          </a:prstGeom>
        </p:spPr>
      </p:pic>
      <p:sp>
        <p:nvSpPr>
          <p:cNvPr id="8" name="文本框 7"/>
          <p:cNvSpPr txBox="1"/>
          <p:nvPr/>
        </p:nvSpPr>
        <p:spPr>
          <a:xfrm>
            <a:off x="7968615" y="1341120"/>
            <a:ext cx="3950335" cy="4905375"/>
          </a:xfrm>
          <a:prstGeom prst="rect">
            <a:avLst/>
          </a:prstGeom>
          <a:noFill/>
        </p:spPr>
        <p:txBody>
          <a:bodyPr wrap="square" rtlCol="0">
            <a:noAutofit/>
          </a:bodyPr>
          <a:p>
            <a:pPr algn="l">
              <a:lnSpc>
                <a:spcPct val="150000"/>
              </a:lnSpc>
              <a:buClrTx/>
              <a:buSzTx/>
              <a:buFontTx/>
            </a:pPr>
            <a:r>
              <a:rPr lang="zh-CN" altLang="en-US" sz="1800" b="1" dirty="0">
                <a:latin typeface="微软雅黑" panose="020B0503020204020204" charset="-122"/>
                <a:ea typeface="微软雅黑" panose="020B0503020204020204" charset="-122"/>
                <a:cs typeface="微软雅黑" panose="020B0503020204020204" charset="-122"/>
              </a:rPr>
              <a:t>标准</a:t>
            </a:r>
            <a:r>
              <a:rPr lang="en-US" altLang="zh-CN" sz="1800" b="1" dirty="0">
                <a:latin typeface="微软雅黑" panose="020B0503020204020204" charset="-122"/>
                <a:ea typeface="微软雅黑" panose="020B0503020204020204" charset="-122"/>
                <a:cs typeface="微软雅黑" panose="020B0503020204020204" charset="-122"/>
              </a:rPr>
              <a:t>PEFT</a:t>
            </a:r>
            <a:r>
              <a:rPr lang="zh-CN" altLang="en-US" sz="1800" b="1" dirty="0">
                <a:latin typeface="微软雅黑" panose="020B0503020204020204" charset="-122"/>
                <a:ea typeface="微软雅黑" panose="020B0503020204020204" charset="-122"/>
                <a:cs typeface="微软雅黑" panose="020B0503020204020204" charset="-122"/>
              </a:rPr>
              <a:t>方法（如</a:t>
            </a:r>
            <a:r>
              <a:rPr lang="en-US" altLang="zh-CN" sz="1800" b="1" dirty="0">
                <a:latin typeface="微软雅黑" panose="020B0503020204020204" charset="-122"/>
                <a:ea typeface="微软雅黑" panose="020B0503020204020204" charset="-122"/>
                <a:cs typeface="微软雅黑" panose="020B0503020204020204" charset="-122"/>
              </a:rPr>
              <a:t>LoRA</a:t>
            </a:r>
            <a:r>
              <a:rPr lang="zh-CN" altLang="en-US" sz="1800" b="1" dirty="0">
                <a:latin typeface="微软雅黑" panose="020B0503020204020204" charset="-122"/>
                <a:ea typeface="微软雅黑" panose="020B0503020204020204" charset="-122"/>
                <a:cs typeface="微软雅黑" panose="020B0503020204020204" charset="-122"/>
              </a:rPr>
              <a:t>）采用统一性假设：它们在所有层中分配</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相同的秩预算</a:t>
            </a:r>
            <a:r>
              <a:rPr lang="zh-CN" altLang="en-US" sz="1800" b="1" dirty="0">
                <a:latin typeface="微软雅黑" panose="020B0503020204020204" charset="-122"/>
                <a:ea typeface="微软雅黑" panose="020B0503020204020204" charset="-122"/>
                <a:cs typeface="微软雅黑" panose="020B0503020204020204" charset="-122"/>
              </a:rPr>
              <a:t>，元启发式算法具有严格的</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模块异质性。</a:t>
            </a:r>
            <a:r>
              <a:rPr lang="zh-CN" altLang="en-US" sz="1800" b="1" dirty="0">
                <a:latin typeface="微软雅黑" panose="020B0503020204020204" charset="-122"/>
                <a:ea typeface="微软雅黑" panose="020B0503020204020204" charset="-122"/>
                <a:cs typeface="微软雅黑" panose="020B0503020204020204" charset="-122"/>
              </a:rPr>
              <a:t>为弥合此差异，我们提出动态适应框架</a:t>
            </a:r>
            <a:r>
              <a:rPr lang="en-US" altLang="zh-CN" sz="1800" b="1" dirty="0">
                <a:latin typeface="微软雅黑" panose="020B0503020204020204" charset="-122"/>
                <a:ea typeface="微软雅黑" panose="020B0503020204020204" charset="-122"/>
                <a:cs typeface="微软雅黑" panose="020B0503020204020204" charset="-122"/>
              </a:rPr>
              <a:t>SA-LoRA</a:t>
            </a:r>
            <a:r>
              <a:rPr lang="zh-CN" altLang="en-US" sz="1800" b="1" dirty="0">
                <a:latin typeface="微软雅黑" panose="020B0503020204020204" charset="-122"/>
                <a:ea typeface="微软雅黑" panose="020B0503020204020204" charset="-122"/>
                <a:cs typeface="微软雅黑" panose="020B0503020204020204" charset="-122"/>
              </a:rPr>
              <a:t>，将算法结构先验直接注入微调过程。</a:t>
            </a:r>
            <a:r>
              <a:rPr lang="en-US" altLang="zh-CN" sz="1800" b="1" dirty="0">
                <a:latin typeface="微软雅黑" panose="020B0503020204020204" charset="-122"/>
                <a:ea typeface="微软雅黑" panose="020B0503020204020204" charset="-122"/>
                <a:cs typeface="微软雅黑" panose="020B0503020204020204" charset="-122"/>
              </a:rPr>
              <a:t>SA-LoRA</a:t>
            </a:r>
            <a:r>
              <a:rPr lang="zh-CN" altLang="en-US" sz="1800" b="1" dirty="0">
                <a:latin typeface="微软雅黑" panose="020B0503020204020204" charset="-122"/>
                <a:ea typeface="微软雅黑" panose="020B0503020204020204" charset="-122"/>
                <a:cs typeface="微软雅黑" panose="020B0503020204020204" charset="-122"/>
              </a:rPr>
              <a:t>遵循感知</a:t>
            </a:r>
            <a:r>
              <a:rPr lang="en-US" altLang="zh-CN" sz="1800" b="1" dirty="0">
                <a:latin typeface="微软雅黑" panose="020B0503020204020204" charset="-122"/>
                <a:ea typeface="微软雅黑" panose="020B0503020204020204" charset="-122"/>
                <a:cs typeface="微软雅黑" panose="020B0503020204020204" charset="-122"/>
              </a:rPr>
              <a:t>-</a:t>
            </a:r>
            <a:r>
              <a:rPr lang="zh-CN" altLang="en-US" sz="1800" b="1" dirty="0">
                <a:latin typeface="微软雅黑" panose="020B0503020204020204" charset="-122"/>
                <a:ea typeface="微软雅黑" panose="020B0503020204020204" charset="-122"/>
                <a:cs typeface="微软雅黑" panose="020B0503020204020204" charset="-122"/>
              </a:rPr>
              <a:t>分配</a:t>
            </a:r>
            <a:r>
              <a:rPr lang="en-US" altLang="zh-CN" sz="1800" b="1" dirty="0">
                <a:latin typeface="微软雅黑" panose="020B0503020204020204" charset="-122"/>
                <a:ea typeface="微软雅黑" panose="020B0503020204020204" charset="-122"/>
                <a:cs typeface="微软雅黑" panose="020B0503020204020204" charset="-122"/>
              </a:rPr>
              <a:t>-</a:t>
            </a:r>
            <a:r>
              <a:rPr lang="zh-CN" altLang="en-US" sz="1800" b="1" dirty="0">
                <a:latin typeface="微软雅黑" panose="020B0503020204020204" charset="-122"/>
                <a:ea typeface="微软雅黑" panose="020B0503020204020204" charset="-122"/>
                <a:cs typeface="微软雅黑" panose="020B0503020204020204" charset="-122"/>
              </a:rPr>
              <a:t>注入的三阶段范式：</a:t>
            </a:r>
            <a:endParaRPr lang="zh-CN" altLang="en-US" sz="1800" b="1" dirty="0">
              <a:latin typeface="微软雅黑" panose="020B0503020204020204" charset="-122"/>
              <a:ea typeface="微软雅黑" panose="020B0503020204020204" charset="-122"/>
              <a:cs typeface="微软雅黑" panose="020B0503020204020204" charset="-122"/>
            </a:endParaRPr>
          </a:p>
          <a:p>
            <a:pPr algn="l">
              <a:lnSpc>
                <a:spcPct val="150000"/>
              </a:lnSpc>
              <a:buClrTx/>
              <a:buSzTx/>
              <a:buFontTx/>
            </a:pPr>
            <a:r>
              <a:rPr lang="en-US" altLang="zh-CN" sz="1800" b="1" dirty="0">
                <a:latin typeface="微软雅黑" panose="020B0503020204020204" charset="-122"/>
                <a:ea typeface="微软雅黑" panose="020B0503020204020204" charset="-122"/>
                <a:cs typeface="微软雅黑" panose="020B0503020204020204" charset="-122"/>
              </a:rPr>
              <a:t>(1) </a:t>
            </a:r>
            <a:r>
              <a:rPr lang="zh-CN" altLang="en-US" sz="1800" b="1" dirty="0">
                <a:latin typeface="微软雅黑" panose="020B0503020204020204" charset="-122"/>
                <a:ea typeface="微软雅黑" panose="020B0503020204020204" charset="-122"/>
                <a:cs typeface="微软雅黑" panose="020B0503020204020204" charset="-122"/>
              </a:rPr>
              <a:t>通过</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梯度敏感性定位功能组件</a:t>
            </a:r>
            <a:r>
              <a:rPr lang="zh-CN" altLang="en-US" sz="1800" b="1" dirty="0">
                <a:latin typeface="微软雅黑" panose="020B0503020204020204" charset="-122"/>
                <a:ea typeface="微软雅黑" panose="020B0503020204020204" charset="-122"/>
                <a:cs typeface="微软雅黑" panose="020B0503020204020204" charset="-122"/>
              </a:rPr>
              <a:t>；</a:t>
            </a:r>
            <a:r>
              <a:rPr lang="en-US" altLang="zh-CN" sz="1800" b="1" dirty="0">
                <a:latin typeface="微软雅黑" panose="020B0503020204020204" charset="-122"/>
                <a:ea typeface="微软雅黑" panose="020B0503020204020204" charset="-122"/>
                <a:cs typeface="微软雅黑" panose="020B0503020204020204" charset="-122"/>
              </a:rPr>
              <a:t>(2) </a:t>
            </a:r>
            <a:r>
              <a:rPr lang="zh-CN" altLang="en-US" sz="1800" b="1" dirty="0">
                <a:latin typeface="微软雅黑" panose="020B0503020204020204" charset="-122"/>
                <a:ea typeface="微软雅黑" panose="020B0503020204020204" charset="-122"/>
                <a:cs typeface="微软雅黑" panose="020B0503020204020204" charset="-122"/>
              </a:rPr>
              <a:t>基于</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组件复杂度分配计算资源</a:t>
            </a:r>
            <a:r>
              <a:rPr lang="zh-CN" altLang="en-US" sz="1800" b="1" dirty="0">
                <a:latin typeface="微软雅黑" panose="020B0503020204020204" charset="-122"/>
                <a:ea typeface="微软雅黑" panose="020B0503020204020204" charset="-122"/>
                <a:cs typeface="微软雅黑" panose="020B0503020204020204" charset="-122"/>
              </a:rPr>
              <a:t>；</a:t>
            </a:r>
            <a:r>
              <a:rPr lang="en-US" altLang="zh-CN" sz="1800" b="1" dirty="0">
                <a:latin typeface="微软雅黑" panose="020B0503020204020204" charset="-122"/>
                <a:ea typeface="微软雅黑" panose="020B0503020204020204" charset="-122"/>
                <a:cs typeface="微软雅黑" panose="020B0503020204020204" charset="-122"/>
              </a:rPr>
              <a:t>(3) </a:t>
            </a:r>
            <a:r>
              <a:rPr lang="zh-CN" altLang="en-US" sz="1800" b="1" dirty="0">
                <a:latin typeface="微软雅黑" panose="020B0503020204020204" charset="-122"/>
                <a:ea typeface="微软雅黑" panose="020B0503020204020204" charset="-122"/>
                <a:cs typeface="微软雅黑" panose="020B0503020204020204" charset="-122"/>
              </a:rPr>
              <a:t>通过</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专用初始化与拓扑结构</a:t>
            </a:r>
            <a:r>
              <a:rPr lang="zh-CN" altLang="en-US" sz="1800" b="1" dirty="0">
                <a:latin typeface="微软雅黑" panose="020B0503020204020204" charset="-122"/>
                <a:ea typeface="微软雅黑" panose="020B0503020204020204" charset="-122"/>
                <a:cs typeface="微软雅黑" panose="020B0503020204020204" charset="-122"/>
              </a:rPr>
              <a:t>注入结构偏置。</a:t>
            </a:r>
            <a:endParaRPr lang="zh-CN" altLang="en-US" sz="1800" b="1"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191770" y="836930"/>
            <a:ext cx="8445500" cy="460375"/>
          </a:xfrm>
          <a:prstGeom prst="rect">
            <a:avLst/>
          </a:prstGeom>
          <a:noFill/>
        </p:spPr>
        <p:txBody>
          <a:bodyPr wrap="square" rtlCol="0">
            <a:spAutoFit/>
          </a:bodyPr>
          <a:p>
            <a:r>
              <a:rPr lang="zh-CN" altLang="en-US" sz="2400" b="1">
                <a:latin typeface="微软雅黑" panose="020B0503020204020204" charset="-122"/>
                <a:ea typeface="微软雅黑" panose="020B0503020204020204" charset="-122"/>
                <a:sym typeface="+mn-ea"/>
              </a:rPr>
              <a:t>针对元启发式算法代码的结构适应</a:t>
            </a:r>
            <a:r>
              <a:rPr lang="en-US" altLang="zh-CN" sz="2400" b="1">
                <a:latin typeface="微软雅黑" panose="020B0503020204020204" charset="-122"/>
                <a:ea typeface="微软雅黑" panose="020B0503020204020204" charset="-122"/>
                <a:sym typeface="+mn-ea"/>
              </a:rPr>
              <a:t>LoRA</a:t>
            </a:r>
            <a:r>
              <a:rPr lang="zh-CN" altLang="en-US" sz="2400" b="1">
                <a:latin typeface="微软雅黑" panose="020B0503020204020204" charset="-122"/>
                <a:ea typeface="微软雅黑" panose="020B0503020204020204" charset="-122"/>
                <a:sym typeface="+mn-ea"/>
              </a:rPr>
              <a:t>方法：</a:t>
            </a:r>
            <a:endParaRPr lang="zh-CN" altLang="en-US" sz="2400" b="1">
              <a:latin typeface="微软雅黑" panose="020B0503020204020204" charset="-122"/>
              <a:ea typeface="微软雅黑" panose="020B0503020204020204" charset="-122"/>
            </a:endParaRPr>
          </a:p>
        </p:txBody>
      </p:sp>
      <p:sp>
        <p:nvSpPr>
          <p:cNvPr id="8" name="文本框 7"/>
          <p:cNvSpPr txBox="1"/>
          <p:nvPr/>
        </p:nvSpPr>
        <p:spPr>
          <a:xfrm>
            <a:off x="7226300" y="1196975"/>
            <a:ext cx="4661535" cy="5598160"/>
          </a:xfrm>
          <a:prstGeom prst="rect">
            <a:avLst/>
          </a:prstGeom>
          <a:noFill/>
        </p:spPr>
        <p:txBody>
          <a:bodyPr wrap="square" rtlCol="0">
            <a:noAutofit/>
          </a:bodyPr>
          <a:p>
            <a:pPr algn="l">
              <a:lnSpc>
                <a:spcPct val="150000"/>
              </a:lnSpc>
              <a:buClrTx/>
              <a:buSzTx/>
              <a:buFontTx/>
            </a:pP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算法多样性。</a:t>
            </a:r>
            <a:r>
              <a:rPr lang="zh-CN" altLang="en-US" sz="1800" b="1" dirty="0">
                <a:latin typeface="微软雅黑" panose="020B0503020204020204" charset="-122"/>
                <a:ea typeface="微软雅黑" panose="020B0503020204020204" charset="-122"/>
                <a:cs typeface="微软雅黑" panose="020B0503020204020204" charset="-122"/>
              </a:rPr>
              <a:t>该语料库广泛涵盖多种元启发式范式，从经典进化算法到群体智能方法。样本采用分层分布以避免任何单一主导算法导致的模型偏差。</a:t>
            </a:r>
            <a:endParaRPr lang="zh-CN" altLang="en-US" sz="1800" b="1" dirty="0">
              <a:latin typeface="微软雅黑" panose="020B0503020204020204" charset="-122"/>
              <a:ea typeface="微软雅黑" panose="020B0503020204020204" charset="-122"/>
              <a:cs typeface="微软雅黑" panose="020B0503020204020204" charset="-122"/>
            </a:endParaRPr>
          </a:p>
          <a:p>
            <a:pPr algn="l">
              <a:lnSpc>
                <a:spcPct val="150000"/>
              </a:lnSpc>
              <a:buClrTx/>
              <a:buSzTx/>
              <a:buFontTx/>
            </a:pP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问题领域覆盖。</a:t>
            </a:r>
            <a:r>
              <a:rPr lang="zh-CN" altLang="en-US" sz="1800" b="1" dirty="0">
                <a:latin typeface="微软雅黑" panose="020B0503020204020204" charset="-122"/>
                <a:ea typeface="微软雅黑" panose="020B0503020204020204" charset="-122"/>
                <a:cs typeface="微软雅黑" panose="020B0503020204020204" charset="-122"/>
              </a:rPr>
              <a:t>训练任务横跨多样化优化场景，既包含连续基准函数，也涵盖离散组合优化问题。培养其处理异构问题结构的能力。</a:t>
            </a:r>
            <a:endParaRPr lang="zh-CN" altLang="en-US" sz="1800" b="1" dirty="0">
              <a:latin typeface="微软雅黑" panose="020B0503020204020204" charset="-122"/>
              <a:ea typeface="微软雅黑" panose="020B0503020204020204" charset="-122"/>
              <a:cs typeface="微软雅黑" panose="020B0503020204020204" charset="-122"/>
            </a:endParaRPr>
          </a:p>
          <a:p>
            <a:pPr algn="l">
              <a:lnSpc>
                <a:spcPct val="150000"/>
              </a:lnSpc>
              <a:buClrTx/>
              <a:buSzTx/>
              <a:buFontTx/>
            </a:pP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代码复杂度特征。</a:t>
            </a:r>
            <a:r>
              <a:rPr lang="zh-CN" altLang="en-US" sz="1800" b="1" dirty="0">
                <a:latin typeface="微软雅黑" panose="020B0503020204020204" charset="-122"/>
                <a:ea typeface="微软雅黑" panose="020B0503020204020204" charset="-122"/>
                <a:cs typeface="微软雅黑" panose="020B0503020204020204" charset="-122"/>
              </a:rPr>
              <a:t>数据集呈现多模态的令牌长度分布。这种结构变异性确保模型既能从简洁高效的实现中学习，又能适应复杂的多组件框架，从而增强其长上下文推理能力。</a:t>
            </a:r>
            <a:endParaRPr lang="zh-CN" altLang="en-US" sz="1800" b="1" dirty="0">
              <a:latin typeface="微软雅黑" panose="020B0503020204020204" charset="-122"/>
              <a:ea typeface="微软雅黑" panose="020B0503020204020204" charset="-122"/>
              <a:cs typeface="微软雅黑" panose="020B0503020204020204" charset="-122"/>
            </a:endParaRPr>
          </a:p>
        </p:txBody>
      </p:sp>
      <p:pic>
        <p:nvPicPr>
          <p:cNvPr id="7" name="图片 6"/>
          <p:cNvPicPr>
            <a:picLocks noChangeAspect="1"/>
          </p:cNvPicPr>
          <p:nvPr/>
        </p:nvPicPr>
        <p:blipFill>
          <a:blip r:embed="rId1"/>
          <a:stretch>
            <a:fillRect/>
          </a:stretch>
        </p:blipFill>
        <p:spPr>
          <a:xfrm>
            <a:off x="47625" y="1341120"/>
            <a:ext cx="3360420" cy="2448560"/>
          </a:xfrm>
          <a:prstGeom prst="rect">
            <a:avLst/>
          </a:prstGeom>
        </p:spPr>
      </p:pic>
      <p:pic>
        <p:nvPicPr>
          <p:cNvPr id="9" name="图片 8"/>
          <p:cNvPicPr>
            <a:picLocks noChangeAspect="1"/>
          </p:cNvPicPr>
          <p:nvPr/>
        </p:nvPicPr>
        <p:blipFill>
          <a:blip r:embed="rId2"/>
          <a:stretch>
            <a:fillRect/>
          </a:stretch>
        </p:blipFill>
        <p:spPr>
          <a:xfrm>
            <a:off x="3432175" y="1386205"/>
            <a:ext cx="3769995" cy="2357755"/>
          </a:xfrm>
          <a:prstGeom prst="rect">
            <a:avLst/>
          </a:prstGeom>
        </p:spPr>
      </p:pic>
      <p:pic>
        <p:nvPicPr>
          <p:cNvPr id="10" name="图片 9"/>
          <p:cNvPicPr>
            <a:picLocks noChangeAspect="1"/>
          </p:cNvPicPr>
          <p:nvPr/>
        </p:nvPicPr>
        <p:blipFill>
          <a:blip r:embed="rId3"/>
          <a:stretch>
            <a:fillRect/>
          </a:stretch>
        </p:blipFill>
        <p:spPr>
          <a:xfrm>
            <a:off x="191770" y="3743960"/>
            <a:ext cx="4624705" cy="2738755"/>
          </a:xfrm>
          <a:prstGeom prst="rect">
            <a:avLst/>
          </a:prstGeom>
        </p:spPr>
      </p:pic>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191770" y="836930"/>
            <a:ext cx="8445500" cy="460375"/>
          </a:xfrm>
          <a:prstGeom prst="rect">
            <a:avLst/>
          </a:prstGeom>
          <a:noFill/>
        </p:spPr>
        <p:txBody>
          <a:bodyPr wrap="square" rtlCol="0">
            <a:spAutoFit/>
          </a:bodyPr>
          <a:p>
            <a:r>
              <a:rPr lang="zh-CN" altLang="en-US" sz="2400" b="1">
                <a:latin typeface="微软雅黑" panose="020B0503020204020204" charset="-122"/>
                <a:ea typeface="微软雅黑" panose="020B0503020204020204" charset="-122"/>
                <a:sym typeface="+mn-ea"/>
              </a:rPr>
              <a:t>针对元启发式算法代码的结构适应</a:t>
            </a:r>
            <a:r>
              <a:rPr lang="en-US" altLang="zh-CN" sz="2400" b="1">
                <a:latin typeface="微软雅黑" panose="020B0503020204020204" charset="-122"/>
                <a:ea typeface="微软雅黑" panose="020B0503020204020204" charset="-122"/>
                <a:sym typeface="+mn-ea"/>
              </a:rPr>
              <a:t>LoRA</a:t>
            </a:r>
            <a:r>
              <a:rPr lang="zh-CN" altLang="en-US" sz="2400" b="1">
                <a:latin typeface="微软雅黑" panose="020B0503020204020204" charset="-122"/>
                <a:ea typeface="微软雅黑" panose="020B0503020204020204" charset="-122"/>
                <a:sym typeface="+mn-ea"/>
              </a:rPr>
              <a:t>方法：</a:t>
            </a:r>
            <a:endParaRPr lang="zh-CN" altLang="en-US" sz="2400" b="1">
              <a:latin typeface="微软雅黑" panose="020B0503020204020204" charset="-122"/>
              <a:ea typeface="微软雅黑" panose="020B0503020204020204" charset="-122"/>
            </a:endParaRPr>
          </a:p>
        </p:txBody>
      </p:sp>
      <p:sp>
        <p:nvSpPr>
          <p:cNvPr id="8" name="文本框 7"/>
          <p:cNvSpPr txBox="1"/>
          <p:nvPr/>
        </p:nvSpPr>
        <p:spPr>
          <a:xfrm>
            <a:off x="6254115" y="1917065"/>
            <a:ext cx="5558790" cy="2791460"/>
          </a:xfrm>
          <a:prstGeom prst="rect">
            <a:avLst/>
          </a:prstGeom>
          <a:noFill/>
        </p:spPr>
        <p:txBody>
          <a:bodyPr wrap="square" rtlCol="0">
            <a:noAutofit/>
          </a:bodyPr>
          <a:p>
            <a:pPr algn="l">
              <a:lnSpc>
                <a:spcPct val="150000"/>
              </a:lnSpc>
              <a:buClrTx/>
              <a:buSzTx/>
              <a:buFontTx/>
            </a:pP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数据驱动的动态</a:t>
            </a:r>
            <a:r>
              <a:rPr lang="en-US" altLang="zh-CN" sz="1800" b="1" dirty="0">
                <a:solidFill>
                  <a:srgbClr val="FF0000"/>
                </a:solidFill>
                <a:latin typeface="微软雅黑" panose="020B0503020204020204" charset="-122"/>
                <a:ea typeface="微软雅黑" panose="020B0503020204020204" charset="-122"/>
                <a:cs typeface="微软雅黑" panose="020B0503020204020204" charset="-122"/>
              </a:rPr>
              <a:t>PEFTs</a:t>
            </a:r>
            <a:r>
              <a:rPr lang="zh-CN" altLang="en-US" sz="1800" b="1" dirty="0">
                <a:latin typeface="微软雅黑" panose="020B0503020204020204" charset="-122"/>
                <a:ea typeface="微软雅黑" panose="020B0503020204020204" charset="-122"/>
                <a:cs typeface="微软雅黑" panose="020B0503020204020204" charset="-122"/>
              </a:rPr>
              <a:t>（如</a:t>
            </a:r>
            <a:r>
              <a:rPr lang="en-US" altLang="zh-CN" sz="1800" b="1" dirty="0">
                <a:latin typeface="微软雅黑" panose="020B0503020204020204" charset="-122"/>
                <a:ea typeface="微软雅黑" panose="020B0503020204020204" charset="-122"/>
                <a:cs typeface="微软雅黑" panose="020B0503020204020204" charset="-122"/>
              </a:rPr>
              <a:t>AdaLoRA</a:t>
            </a:r>
            <a:r>
              <a:rPr lang="zh-CN" altLang="en-US" sz="1800" b="1" dirty="0">
                <a:latin typeface="微软雅黑" panose="020B0503020204020204" charset="-122"/>
                <a:ea typeface="微软雅黑" panose="020B0503020204020204" charset="-122"/>
                <a:cs typeface="微软雅黑" panose="020B0503020204020204" charset="-122"/>
              </a:rPr>
              <a:t>）在推理密集型任务上表现出严重不稳定性，无法收敛。</a:t>
            </a:r>
            <a:endParaRPr lang="en-US" altLang="zh-CN" sz="1800" b="1" dirty="0">
              <a:latin typeface="微软雅黑" panose="020B0503020204020204" charset="-122"/>
              <a:ea typeface="微软雅黑" panose="020B0503020204020204" charset="-122"/>
              <a:cs typeface="微软雅黑" panose="020B0503020204020204" charset="-122"/>
            </a:endParaRPr>
          </a:p>
          <a:p>
            <a:pPr algn="l">
              <a:lnSpc>
                <a:spcPct val="150000"/>
              </a:lnSpc>
              <a:buClrTx/>
              <a:buSzTx/>
              <a:buFontTx/>
            </a:pPr>
            <a:r>
              <a:rPr lang="zh-CN" altLang="en-US" sz="1800" b="1" dirty="0">
                <a:latin typeface="微软雅黑" panose="020B0503020204020204" charset="-122"/>
                <a:ea typeface="微软雅黑" panose="020B0503020204020204" charset="-122"/>
                <a:cs typeface="微软雅黑" panose="020B0503020204020204" charset="-122"/>
              </a:rPr>
              <a:t>反观</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结构适应</a:t>
            </a:r>
            <a:r>
              <a:rPr lang="en-US" altLang="zh-CN" sz="1800" b="1" dirty="0">
                <a:solidFill>
                  <a:srgbClr val="FF0000"/>
                </a:solidFill>
                <a:latin typeface="微软雅黑" panose="020B0503020204020204" charset="-122"/>
                <a:ea typeface="微软雅黑" panose="020B0503020204020204" charset="-122"/>
                <a:cs typeface="微软雅黑" panose="020B0503020204020204" charset="-122"/>
              </a:rPr>
              <a:t>LoRA</a:t>
            </a:r>
            <a:r>
              <a:rPr lang="zh-CN" altLang="en-US" sz="1800" b="1" dirty="0">
                <a:latin typeface="微软雅黑" panose="020B0503020204020204" charset="-122"/>
                <a:ea typeface="微软雅黑" panose="020B0503020204020204" charset="-122"/>
                <a:cs typeface="微软雅黑" panose="020B0503020204020204" charset="-122"/>
              </a:rPr>
              <a:t>，其结构感知适应机制确保了稳定性，实现了最小损失（</a:t>
            </a:r>
            <a:r>
              <a:rPr lang="en-US" altLang="zh-CN" sz="1800" b="1" dirty="0">
                <a:latin typeface="微软雅黑" panose="020B0503020204020204" charset="-122"/>
                <a:ea typeface="微软雅黑" panose="020B0503020204020204" charset="-122"/>
                <a:cs typeface="微软雅黑" panose="020B0503020204020204" charset="-122"/>
              </a:rPr>
              <a:t>0.24–0.28</a:t>
            </a:r>
            <a:r>
              <a:rPr lang="zh-CN" altLang="en-US" sz="1800" b="1" dirty="0">
                <a:latin typeface="微软雅黑" panose="020B0503020204020204" charset="-122"/>
                <a:ea typeface="微软雅黑" panose="020B0503020204020204" charset="-122"/>
                <a:cs typeface="微软雅黑" panose="020B0503020204020204" charset="-122"/>
              </a:rPr>
              <a:t>）和近乎完美的</a:t>
            </a:r>
            <a:r>
              <a:rPr lang="en-US" altLang="zh-CN" sz="1800" b="1" dirty="0">
                <a:latin typeface="微软雅黑" panose="020B0503020204020204" charset="-122"/>
                <a:ea typeface="微软雅黑" panose="020B0503020204020204" charset="-122"/>
                <a:cs typeface="微软雅黑" panose="020B0503020204020204" charset="-122"/>
              </a:rPr>
              <a:t>Pass@1</a:t>
            </a:r>
            <a:r>
              <a:rPr lang="zh-CN" altLang="en-US" sz="1800" b="1" dirty="0">
                <a:latin typeface="微软雅黑" panose="020B0503020204020204" charset="-122"/>
                <a:ea typeface="微软雅黑" panose="020B0503020204020204" charset="-122"/>
                <a:cs typeface="微软雅黑" panose="020B0503020204020204" charset="-122"/>
              </a:rPr>
              <a:t>率。缓解统计修剪风险对实现卓越稳定性和语法正确性至关重要。</a:t>
            </a:r>
            <a:endParaRPr lang="zh-CN" altLang="en-US" sz="1800" b="1" dirty="0">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0" y="1506220"/>
            <a:ext cx="6254115" cy="1489075"/>
          </a:xfrm>
          <a:prstGeom prst="rect">
            <a:avLst/>
          </a:prstGeom>
        </p:spPr>
      </p:pic>
      <p:pic>
        <p:nvPicPr>
          <p:cNvPr id="4" name="图片 3"/>
          <p:cNvPicPr>
            <a:picLocks noChangeAspect="1"/>
          </p:cNvPicPr>
          <p:nvPr/>
        </p:nvPicPr>
        <p:blipFill>
          <a:blip r:embed="rId2"/>
          <a:stretch>
            <a:fillRect/>
          </a:stretch>
        </p:blipFill>
        <p:spPr>
          <a:xfrm>
            <a:off x="407670" y="3429000"/>
            <a:ext cx="5285105" cy="1524000"/>
          </a:xfrm>
          <a:prstGeom prst="rect">
            <a:avLst/>
          </a:prstGeom>
        </p:spPr>
      </p:pic>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191770" y="836930"/>
            <a:ext cx="8445500" cy="460375"/>
          </a:xfrm>
          <a:prstGeom prst="rect">
            <a:avLst/>
          </a:prstGeom>
          <a:noFill/>
        </p:spPr>
        <p:txBody>
          <a:bodyPr wrap="square" rtlCol="0">
            <a:spAutoFit/>
          </a:bodyPr>
          <a:p>
            <a:r>
              <a:rPr lang="zh-CN" altLang="en-US" sz="2400" b="1">
                <a:latin typeface="微软雅黑" panose="020B0503020204020204" charset="-122"/>
                <a:ea typeface="微软雅黑" panose="020B0503020204020204" charset="-122"/>
                <a:sym typeface="+mn-ea"/>
              </a:rPr>
              <a:t>针对元启发式算法代码的结构适应</a:t>
            </a:r>
            <a:r>
              <a:rPr lang="en-US" altLang="zh-CN" sz="2400" b="1">
                <a:latin typeface="微软雅黑" panose="020B0503020204020204" charset="-122"/>
                <a:ea typeface="微软雅黑" panose="020B0503020204020204" charset="-122"/>
                <a:sym typeface="+mn-ea"/>
              </a:rPr>
              <a:t>LoRA</a:t>
            </a:r>
            <a:r>
              <a:rPr lang="zh-CN" altLang="en-US" sz="2400" b="1">
                <a:latin typeface="微软雅黑" panose="020B0503020204020204" charset="-122"/>
                <a:ea typeface="微软雅黑" panose="020B0503020204020204" charset="-122"/>
                <a:sym typeface="+mn-ea"/>
              </a:rPr>
              <a:t>方法：</a:t>
            </a:r>
            <a:endParaRPr lang="zh-CN" altLang="en-US" sz="2400" b="1">
              <a:latin typeface="微软雅黑" panose="020B0503020204020204" charset="-122"/>
              <a:ea typeface="微软雅黑" panose="020B0503020204020204" charset="-122"/>
            </a:endParaRPr>
          </a:p>
        </p:txBody>
      </p:sp>
      <p:sp>
        <p:nvSpPr>
          <p:cNvPr id="8" name="文本框 7"/>
          <p:cNvSpPr txBox="1"/>
          <p:nvPr/>
        </p:nvSpPr>
        <p:spPr>
          <a:xfrm>
            <a:off x="623570" y="4581525"/>
            <a:ext cx="10853420" cy="1078865"/>
          </a:xfrm>
          <a:prstGeom prst="rect">
            <a:avLst/>
          </a:prstGeom>
          <a:noFill/>
        </p:spPr>
        <p:txBody>
          <a:bodyPr wrap="square" rtlCol="0">
            <a:noAutofit/>
          </a:bodyPr>
          <a:p>
            <a:pPr algn="l">
              <a:lnSpc>
                <a:spcPct val="150000"/>
              </a:lnSpc>
              <a:buClrTx/>
              <a:buSzTx/>
              <a:buFontTx/>
            </a:pP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在各类模型上进行</a:t>
            </a:r>
            <a:r>
              <a:rPr lang="zh-CN" altLang="en-US" sz="1800" b="1">
                <a:latin typeface="微软雅黑" panose="020B0503020204020204" charset="-122"/>
                <a:ea typeface="微软雅黑" panose="020B0503020204020204" charset="-122"/>
                <a:sym typeface="+mn-ea"/>
              </a:rPr>
              <a:t>结构适应</a:t>
            </a:r>
            <a:r>
              <a:rPr lang="en-US" altLang="zh-CN" sz="1800" b="1">
                <a:latin typeface="微软雅黑" panose="020B0503020204020204" charset="-122"/>
                <a:ea typeface="微软雅黑" panose="020B0503020204020204" charset="-122"/>
                <a:sym typeface="+mn-ea"/>
              </a:rPr>
              <a:t>LoRA</a:t>
            </a:r>
            <a:r>
              <a:rPr lang="zh-CN" altLang="en-US" sz="1800" b="1">
                <a:latin typeface="微软雅黑" panose="020B0503020204020204" charset="-122"/>
                <a:ea typeface="微软雅黑" panose="020B0503020204020204" charset="-122"/>
                <a:sym typeface="+mn-ea"/>
              </a:rPr>
              <a:t>微调后，使用前沿算法自动生成框架生成的算法比其他基线方法在背包问题以及旅行商问题</a:t>
            </a:r>
            <a:r>
              <a:rPr lang="zh-CN" altLang="en-US" sz="1800" b="1">
                <a:latin typeface="微软雅黑" panose="020B0503020204020204" charset="-122"/>
                <a:ea typeface="微软雅黑" panose="020B0503020204020204" charset="-122"/>
                <a:sym typeface="+mn-ea"/>
              </a:rPr>
              <a:t>上求解效果更好。</a:t>
            </a:r>
            <a:endParaRPr lang="en-US" altLang="zh-CN" sz="1800" b="1">
              <a:latin typeface="微软雅黑" panose="020B0503020204020204" charset="-122"/>
              <a:ea typeface="微软雅黑" panose="020B0503020204020204" charset="-122"/>
              <a:sym typeface="+mn-ea"/>
            </a:endParaRPr>
          </a:p>
        </p:txBody>
      </p:sp>
      <p:pic>
        <p:nvPicPr>
          <p:cNvPr id="3" name="图片 2"/>
          <p:cNvPicPr>
            <a:picLocks noChangeAspect="1"/>
          </p:cNvPicPr>
          <p:nvPr/>
        </p:nvPicPr>
        <p:blipFill>
          <a:blip r:embed="rId1"/>
          <a:stretch>
            <a:fillRect/>
          </a:stretch>
        </p:blipFill>
        <p:spPr>
          <a:xfrm>
            <a:off x="1775460" y="1772920"/>
            <a:ext cx="8058785" cy="2479675"/>
          </a:xfrm>
          <a:prstGeom prst="rect">
            <a:avLst/>
          </a:prstGeom>
        </p:spPr>
      </p:pic>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191770" y="836930"/>
            <a:ext cx="8445500" cy="460375"/>
          </a:xfrm>
          <a:prstGeom prst="rect">
            <a:avLst/>
          </a:prstGeom>
          <a:noFill/>
        </p:spPr>
        <p:txBody>
          <a:bodyPr wrap="square" rtlCol="0">
            <a:spAutoFit/>
          </a:bodyPr>
          <a:p>
            <a:r>
              <a:rPr lang="zh-CN" altLang="en-US" sz="2400" b="1">
                <a:latin typeface="微软雅黑" panose="020B0503020204020204" charset="-122"/>
                <a:ea typeface="微软雅黑" panose="020B0503020204020204" charset="-122"/>
                <a:sym typeface="+mn-ea"/>
              </a:rPr>
              <a:t>基于大模型的元启发式算法的</a:t>
            </a:r>
            <a:r>
              <a:rPr lang="zh-CN" altLang="en-US" sz="2400" b="1">
                <a:latin typeface="微软雅黑" panose="020B0503020204020204" charset="-122"/>
                <a:ea typeface="微软雅黑" panose="020B0503020204020204" charset="-122"/>
                <a:sym typeface="+mn-ea"/>
              </a:rPr>
              <a:t>自动化动态</a:t>
            </a:r>
            <a:r>
              <a:rPr lang="zh-CN" altLang="en-US" sz="2400" b="1">
                <a:latin typeface="微软雅黑" panose="020B0503020204020204" charset="-122"/>
                <a:ea typeface="微软雅黑" panose="020B0503020204020204" charset="-122"/>
                <a:sym typeface="+mn-ea"/>
              </a:rPr>
              <a:t>进化</a:t>
            </a:r>
            <a:endParaRPr lang="zh-CN" altLang="en-US" sz="2400" b="1">
              <a:latin typeface="微软雅黑" panose="020B0503020204020204" charset="-122"/>
              <a:ea typeface="微软雅黑" panose="020B0503020204020204" charset="-122"/>
              <a:sym typeface="+mn-ea"/>
            </a:endParaRPr>
          </a:p>
        </p:txBody>
      </p:sp>
      <p:pic>
        <p:nvPicPr>
          <p:cNvPr id="2" name="图片 1"/>
          <p:cNvPicPr>
            <a:picLocks noChangeAspect="1"/>
          </p:cNvPicPr>
          <p:nvPr/>
        </p:nvPicPr>
        <p:blipFill>
          <a:blip r:embed="rId1"/>
          <a:stretch>
            <a:fillRect/>
          </a:stretch>
        </p:blipFill>
        <p:spPr>
          <a:xfrm>
            <a:off x="479425" y="1412875"/>
            <a:ext cx="1548130" cy="2281555"/>
          </a:xfrm>
          <a:prstGeom prst="rect">
            <a:avLst/>
          </a:prstGeom>
        </p:spPr>
      </p:pic>
      <p:pic>
        <p:nvPicPr>
          <p:cNvPr id="17" name="图片 16"/>
          <p:cNvPicPr>
            <a:picLocks noChangeAspect="1"/>
          </p:cNvPicPr>
          <p:nvPr/>
        </p:nvPicPr>
        <p:blipFill>
          <a:blip r:embed="rId2"/>
          <a:stretch>
            <a:fillRect/>
          </a:stretch>
        </p:blipFill>
        <p:spPr>
          <a:xfrm>
            <a:off x="2207895" y="1917065"/>
            <a:ext cx="3348355" cy="1682115"/>
          </a:xfrm>
          <a:prstGeom prst="rect">
            <a:avLst/>
          </a:prstGeom>
        </p:spPr>
      </p:pic>
      <p:pic>
        <p:nvPicPr>
          <p:cNvPr id="16" name="图片 15"/>
          <p:cNvPicPr>
            <a:picLocks noChangeAspect="1"/>
          </p:cNvPicPr>
          <p:nvPr/>
        </p:nvPicPr>
        <p:blipFill>
          <a:blip r:embed="rId3"/>
          <a:stretch>
            <a:fillRect/>
          </a:stretch>
        </p:blipFill>
        <p:spPr>
          <a:xfrm>
            <a:off x="407670" y="3717290"/>
            <a:ext cx="4726305" cy="2598420"/>
          </a:xfrm>
          <a:prstGeom prst="rect">
            <a:avLst/>
          </a:prstGeom>
        </p:spPr>
      </p:pic>
      <p:sp>
        <p:nvSpPr>
          <p:cNvPr id="7" name="文本框 6"/>
          <p:cNvSpPr txBox="1"/>
          <p:nvPr/>
        </p:nvSpPr>
        <p:spPr>
          <a:xfrm>
            <a:off x="6456045" y="1410335"/>
            <a:ext cx="3950335" cy="4905375"/>
          </a:xfrm>
          <a:prstGeom prst="rect">
            <a:avLst/>
          </a:prstGeom>
          <a:noFill/>
        </p:spPr>
        <p:txBody>
          <a:bodyPr wrap="square" rtlCol="0">
            <a:noAutofit/>
          </a:bodyPr>
          <a:p>
            <a:pPr algn="l">
              <a:lnSpc>
                <a:spcPct val="150000"/>
              </a:lnSpc>
              <a:buClrTx/>
              <a:buSzTx/>
              <a:buFontTx/>
            </a:pPr>
            <a:r>
              <a:rPr lang="zh-CN" altLang="en-US" sz="1800" b="1" dirty="0">
                <a:latin typeface="微软雅黑" panose="020B0503020204020204" charset="-122"/>
                <a:ea typeface="微软雅黑" panose="020B0503020204020204" charset="-122"/>
                <a:cs typeface="微软雅黑" panose="020B0503020204020204" charset="-122"/>
              </a:rPr>
              <a:t>目前的已有的元启发式算法以及基于大模型的算法自动设计方法以及生成的算法，都是在</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静态环境</a:t>
            </a:r>
            <a:r>
              <a:rPr lang="zh-CN" altLang="en-US" sz="1800" b="1" dirty="0">
                <a:latin typeface="微软雅黑" panose="020B0503020204020204" charset="-122"/>
                <a:ea typeface="微软雅黑" panose="020B0503020204020204" charset="-122"/>
                <a:cs typeface="微软雅黑" panose="020B0503020204020204" charset="-122"/>
              </a:rPr>
              <a:t>下求解问题（即在循环迭代求解出最终结果之前，</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算法的结构或者参数配置不会发生改变</a:t>
            </a:r>
            <a:r>
              <a:rPr lang="zh-CN" altLang="en-US" sz="1800" b="1" dirty="0">
                <a:latin typeface="微软雅黑" panose="020B0503020204020204" charset="-122"/>
                <a:ea typeface="微软雅黑" panose="020B0503020204020204" charset="-122"/>
                <a:cs typeface="微软雅黑" panose="020B0503020204020204" charset="-122"/>
              </a:rPr>
              <a:t>）。</a:t>
            </a:r>
            <a:endParaRPr lang="zh-CN" altLang="en-US" sz="1800" b="1" dirty="0">
              <a:latin typeface="微软雅黑" panose="020B0503020204020204" charset="-122"/>
              <a:ea typeface="微软雅黑" panose="020B0503020204020204" charset="-122"/>
              <a:cs typeface="微软雅黑" panose="020B0503020204020204" charset="-122"/>
            </a:endParaRPr>
          </a:p>
          <a:p>
            <a:pPr algn="l">
              <a:lnSpc>
                <a:spcPct val="150000"/>
              </a:lnSpc>
              <a:buClrTx/>
              <a:buSzTx/>
              <a:buFontTx/>
            </a:pPr>
            <a:r>
              <a:rPr lang="zh-CN" altLang="en-US" sz="1800" b="1" dirty="0">
                <a:latin typeface="微软雅黑" panose="020B0503020204020204" charset="-122"/>
                <a:ea typeface="微软雅黑" panose="020B0503020204020204" charset="-122"/>
                <a:cs typeface="微软雅黑" panose="020B0503020204020204" charset="-122"/>
              </a:rPr>
              <a:t>这种求解方式相对来说过于</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单一且低效</a:t>
            </a:r>
            <a:r>
              <a:rPr lang="zh-CN" altLang="en-US" sz="1800" b="1" dirty="0">
                <a:latin typeface="微软雅黑" panose="020B0503020204020204" charset="-122"/>
                <a:ea typeface="微软雅黑" panose="020B0503020204020204" charset="-122"/>
                <a:cs typeface="微软雅黑" panose="020B0503020204020204" charset="-122"/>
              </a:rPr>
              <a:t>。</a:t>
            </a:r>
            <a:endParaRPr lang="zh-CN" altLang="en-US" sz="1800" b="1"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191770" y="836930"/>
            <a:ext cx="8445500" cy="460375"/>
          </a:xfrm>
          <a:prstGeom prst="rect">
            <a:avLst/>
          </a:prstGeom>
          <a:noFill/>
        </p:spPr>
        <p:txBody>
          <a:bodyPr wrap="square" rtlCol="0">
            <a:spAutoFit/>
          </a:bodyPr>
          <a:p>
            <a:r>
              <a:rPr lang="zh-CN" altLang="en-US" sz="2400" b="1">
                <a:latin typeface="微软雅黑" panose="020B0503020204020204" charset="-122"/>
                <a:ea typeface="微软雅黑" panose="020B0503020204020204" charset="-122"/>
                <a:sym typeface="+mn-ea"/>
              </a:rPr>
              <a:t>基于大模型的元启发式算法的</a:t>
            </a:r>
            <a:r>
              <a:rPr lang="zh-CN" altLang="en-US" sz="2400" b="1">
                <a:latin typeface="微软雅黑" panose="020B0503020204020204" charset="-122"/>
                <a:ea typeface="微软雅黑" panose="020B0503020204020204" charset="-122"/>
                <a:sym typeface="+mn-ea"/>
              </a:rPr>
              <a:t>自动化动态</a:t>
            </a:r>
            <a:r>
              <a:rPr lang="zh-CN" altLang="en-US" sz="2400" b="1">
                <a:latin typeface="微软雅黑" panose="020B0503020204020204" charset="-122"/>
                <a:ea typeface="微软雅黑" panose="020B0503020204020204" charset="-122"/>
                <a:sym typeface="+mn-ea"/>
              </a:rPr>
              <a:t>进化</a:t>
            </a:r>
            <a:endParaRPr lang="zh-CN" altLang="en-US" sz="2400" b="1">
              <a:latin typeface="微软雅黑" panose="020B0503020204020204" charset="-122"/>
              <a:ea typeface="微软雅黑" panose="020B0503020204020204" charset="-122"/>
              <a:sym typeface="+mn-ea"/>
            </a:endParaRPr>
          </a:p>
        </p:txBody>
      </p:sp>
      <p:sp>
        <p:nvSpPr>
          <p:cNvPr id="7" name="文本框 6"/>
          <p:cNvSpPr txBox="1"/>
          <p:nvPr/>
        </p:nvSpPr>
        <p:spPr>
          <a:xfrm>
            <a:off x="6817360" y="1341120"/>
            <a:ext cx="5164455" cy="4905375"/>
          </a:xfrm>
          <a:prstGeom prst="rect">
            <a:avLst/>
          </a:prstGeom>
          <a:noFill/>
        </p:spPr>
        <p:txBody>
          <a:bodyPr wrap="square" rtlCol="0">
            <a:noAutofit/>
          </a:bodyPr>
          <a:p>
            <a:pPr algn="l">
              <a:lnSpc>
                <a:spcPct val="150000"/>
              </a:lnSpc>
              <a:buClrTx/>
              <a:buSzTx/>
              <a:buFontTx/>
            </a:pPr>
            <a:r>
              <a:rPr lang="en-US" altLang="zh-CN" sz="1800" b="1" dirty="0">
                <a:latin typeface="微软雅黑" panose="020B0503020204020204" charset="-122"/>
                <a:ea typeface="微软雅黑" panose="020B0503020204020204" charset="-122"/>
                <a:cs typeface="微软雅黑" panose="020B0503020204020204" charset="-122"/>
              </a:rPr>
              <a:t>研究提出一种基于大型语言模型的创新通用算法设计框架，适用于组合优化与连续优化问题，将范式</a:t>
            </a:r>
            <a:r>
              <a:rPr lang="en-US" altLang="zh-CN" sz="1800" b="1" dirty="0">
                <a:solidFill>
                  <a:srgbClr val="FF0000"/>
                </a:solidFill>
                <a:latin typeface="微软雅黑" panose="020B0503020204020204" charset="-122"/>
                <a:ea typeface="微软雅黑" panose="020B0503020204020204" charset="-122"/>
                <a:cs typeface="微软雅黑" panose="020B0503020204020204" charset="-122"/>
              </a:rPr>
              <a:t>从静态启发式搜索向动态算法结构</a:t>
            </a:r>
            <a:r>
              <a:rPr lang="zh-CN" altLang="en-US" sz="1800" b="1" dirty="0">
                <a:latin typeface="微软雅黑" panose="020B0503020204020204" charset="-122"/>
                <a:ea typeface="微软雅黑" panose="020B0503020204020204" charset="-122"/>
                <a:cs typeface="微软雅黑" panose="020B0503020204020204" charset="-122"/>
              </a:rPr>
              <a:t>推进。</a:t>
            </a:r>
            <a:endParaRPr lang="zh-CN" altLang="en-US" sz="1800" b="1" dirty="0">
              <a:latin typeface="微软雅黑" panose="020B0503020204020204" charset="-122"/>
              <a:ea typeface="微软雅黑" panose="020B0503020204020204" charset="-122"/>
              <a:cs typeface="微软雅黑" panose="020B0503020204020204" charset="-122"/>
            </a:endParaRPr>
          </a:p>
          <a:p>
            <a:pPr algn="l">
              <a:lnSpc>
                <a:spcPct val="150000"/>
              </a:lnSpc>
              <a:buClrTx/>
              <a:buSzTx/>
              <a:buFontTx/>
            </a:pPr>
            <a:r>
              <a:rPr lang="en-US" altLang="zh-CN" sz="1800" b="1" dirty="0">
                <a:latin typeface="微软雅黑" panose="020B0503020204020204" charset="-122"/>
                <a:ea typeface="微软雅黑" panose="020B0503020204020204" charset="-122"/>
                <a:cs typeface="微软雅黑" panose="020B0503020204020204" charset="-122"/>
              </a:rPr>
              <a:t>1) </a:t>
            </a:r>
            <a:r>
              <a:rPr lang="zh-CN" altLang="en-US" sz="1800" b="1" dirty="0">
                <a:latin typeface="微软雅黑" panose="020B0503020204020204" charset="-122"/>
                <a:ea typeface="微软雅黑" panose="020B0503020204020204" charset="-122"/>
                <a:cs typeface="微软雅黑" panose="020B0503020204020204" charset="-122"/>
              </a:rPr>
              <a:t>景观转换器：构建一组标量景观特征（</a:t>
            </a:r>
            <a:r>
              <a:rPr lang="en-US" altLang="zh-CN" sz="1800" b="1" dirty="0">
                <a:latin typeface="微软雅黑" panose="020B0503020204020204" charset="-122"/>
                <a:ea typeface="微软雅黑" panose="020B0503020204020204" charset="-122"/>
                <a:cs typeface="微软雅黑" panose="020B0503020204020204" charset="-122"/>
              </a:rPr>
              <a:t>ELA</a:t>
            </a:r>
            <a:r>
              <a:rPr lang="zh-CN" altLang="en-US" sz="1800" b="1" dirty="0">
                <a:latin typeface="微软雅黑" panose="020B0503020204020204" charset="-122"/>
                <a:ea typeface="微软雅黑" panose="020B0503020204020204" charset="-122"/>
                <a:cs typeface="微软雅黑" panose="020B0503020204020204" charset="-122"/>
              </a:rPr>
              <a:t>），通过预定义转换系统在每次优化步骤中将数值特征转化为自然语言描述；</a:t>
            </a:r>
            <a:endParaRPr lang="zh-CN" altLang="en-US" sz="1800" b="1" dirty="0">
              <a:latin typeface="微软雅黑" panose="020B0503020204020204" charset="-122"/>
              <a:ea typeface="微软雅黑" panose="020B0503020204020204" charset="-122"/>
              <a:cs typeface="微软雅黑" panose="020B0503020204020204" charset="-122"/>
            </a:endParaRPr>
          </a:p>
          <a:p>
            <a:pPr algn="l">
              <a:lnSpc>
                <a:spcPct val="150000"/>
              </a:lnSpc>
              <a:buClrTx/>
              <a:buSzTx/>
              <a:buFontTx/>
            </a:pPr>
            <a:r>
              <a:rPr lang="en-US" altLang="zh-CN" sz="1800" b="1" dirty="0">
                <a:latin typeface="微软雅黑" panose="020B0503020204020204" charset="-122"/>
                <a:ea typeface="微软雅黑" panose="020B0503020204020204" charset="-122"/>
                <a:cs typeface="微软雅黑" panose="020B0503020204020204" charset="-122"/>
              </a:rPr>
              <a:t>2) </a:t>
            </a:r>
            <a:r>
              <a:rPr lang="zh-CN" altLang="en-US" sz="1800" b="1" dirty="0">
                <a:latin typeface="微软雅黑" panose="020B0503020204020204" charset="-122"/>
                <a:ea typeface="微软雅黑" panose="020B0503020204020204" charset="-122"/>
                <a:cs typeface="微软雅黑" panose="020B0503020204020204" charset="-122"/>
              </a:rPr>
              <a:t>操作符数据库：建立外部进化操作符知识库，基于景观描述由</a:t>
            </a:r>
            <a:r>
              <a:rPr lang="en-US" altLang="zh-CN" sz="1800" b="1" dirty="0">
                <a:latin typeface="微软雅黑" panose="020B0503020204020204" charset="-122"/>
                <a:ea typeface="微软雅黑" panose="020B0503020204020204" charset="-122"/>
                <a:cs typeface="微软雅黑" panose="020B0503020204020204" charset="-122"/>
              </a:rPr>
              <a:t>LLM</a:t>
            </a:r>
            <a:r>
              <a:rPr lang="zh-CN" altLang="en-US" sz="1800" b="1" dirty="0">
                <a:latin typeface="微软雅黑" panose="020B0503020204020204" charset="-122"/>
                <a:ea typeface="微软雅黑" panose="020B0503020204020204" charset="-122"/>
                <a:cs typeface="微软雅黑" panose="020B0503020204020204" charset="-122"/>
              </a:rPr>
              <a:t>生成所需操作符；</a:t>
            </a:r>
            <a:r>
              <a:rPr lang="en-US" altLang="zh-CN" sz="1800" b="1" dirty="0">
                <a:latin typeface="微软雅黑" panose="020B0503020204020204" charset="-122"/>
                <a:ea typeface="微软雅黑" panose="020B0503020204020204" charset="-122"/>
                <a:cs typeface="微软雅黑" panose="020B0503020204020204" charset="-122"/>
              </a:rPr>
              <a:t> </a:t>
            </a:r>
            <a:endParaRPr lang="en-US" altLang="zh-CN" sz="1800" b="1" dirty="0">
              <a:latin typeface="微软雅黑" panose="020B0503020204020204" charset="-122"/>
              <a:ea typeface="微软雅黑" panose="020B0503020204020204" charset="-122"/>
              <a:cs typeface="微软雅黑" panose="020B0503020204020204" charset="-122"/>
            </a:endParaRPr>
          </a:p>
          <a:p>
            <a:pPr algn="l">
              <a:lnSpc>
                <a:spcPct val="150000"/>
              </a:lnSpc>
              <a:buClrTx/>
              <a:buSzTx/>
              <a:buFontTx/>
            </a:pPr>
            <a:r>
              <a:rPr lang="en-US" altLang="zh-CN" sz="1800" b="1" dirty="0">
                <a:latin typeface="微软雅黑" panose="020B0503020204020204" charset="-122"/>
                <a:ea typeface="微软雅黑" panose="020B0503020204020204" charset="-122"/>
                <a:cs typeface="微软雅黑" panose="020B0503020204020204" charset="-122"/>
              </a:rPr>
              <a:t>3)</a:t>
            </a:r>
            <a:r>
              <a:rPr lang="zh-CN" altLang="en-US" sz="1800" b="1" dirty="0">
                <a:latin typeface="微软雅黑" panose="020B0503020204020204" charset="-122"/>
                <a:ea typeface="微软雅黑" panose="020B0503020204020204" charset="-122"/>
                <a:cs typeface="微软雅黑" panose="020B0503020204020204" charset="-122"/>
              </a:rPr>
              <a:t>周期性反思机制</a:t>
            </a:r>
            <a:r>
              <a:rPr lang="en-US" altLang="zh-CN" sz="1800" b="1" dirty="0">
                <a:latin typeface="微软雅黑" panose="020B0503020204020204" charset="-122"/>
                <a:ea typeface="微软雅黑" panose="020B0503020204020204" charset="-122"/>
                <a:cs typeface="微软雅黑" panose="020B0503020204020204" charset="-122"/>
              </a:rPr>
              <a:t>: </a:t>
            </a:r>
            <a:r>
              <a:rPr lang="zh-CN" altLang="en-US" sz="1800" b="1" dirty="0">
                <a:latin typeface="微软雅黑" panose="020B0503020204020204" charset="-122"/>
                <a:ea typeface="微软雅黑" panose="020B0503020204020204" charset="-122"/>
                <a:cs typeface="微软雅黑" panose="020B0503020204020204" charset="-122"/>
              </a:rPr>
              <a:t>为避免局限于当前上下文的短视推理，引入</a:t>
            </a:r>
            <a:r>
              <a:rPr lang="zh-CN" altLang="en-US" sz="1800" b="1" dirty="0">
                <a:latin typeface="微软雅黑" panose="020B0503020204020204" charset="-122"/>
                <a:ea typeface="微软雅黑" panose="020B0503020204020204" charset="-122"/>
                <a:cs typeface="微软雅黑" panose="020B0503020204020204" charset="-122"/>
              </a:rPr>
              <a:t>快慢多层记忆（</a:t>
            </a:r>
            <a:r>
              <a:rPr lang="en-US" altLang="zh-CN" sz="1800" b="1" dirty="0">
                <a:latin typeface="微软雅黑" panose="020B0503020204020204" charset="-122"/>
                <a:ea typeface="微软雅黑" panose="020B0503020204020204" charset="-122"/>
                <a:cs typeface="微软雅黑" panose="020B0503020204020204" charset="-122"/>
              </a:rPr>
              <a:t>System2</a:t>
            </a:r>
            <a:r>
              <a:rPr lang="zh-CN" altLang="en-US" sz="1800" b="1" dirty="0">
                <a:latin typeface="微软雅黑" panose="020B0503020204020204" charset="-122"/>
                <a:ea typeface="微软雅黑" panose="020B0503020204020204" charset="-122"/>
                <a:cs typeface="微软雅黑" panose="020B0503020204020204" charset="-122"/>
              </a:rPr>
              <a:t>），该机制在优化时域内周期性更新</a:t>
            </a:r>
            <a:r>
              <a:rPr lang="en-US" altLang="zh-CN" sz="1800" b="1" dirty="0">
                <a:latin typeface="微软雅黑" panose="020B0503020204020204" charset="-122"/>
                <a:ea typeface="微软雅黑" panose="020B0503020204020204" charset="-122"/>
                <a:cs typeface="微软雅黑" panose="020B0503020204020204" charset="-122"/>
              </a:rPr>
              <a:t>LLM</a:t>
            </a:r>
            <a:r>
              <a:rPr lang="zh-CN" altLang="en-US" sz="1800" b="1" dirty="0">
                <a:latin typeface="微软雅黑" panose="020B0503020204020204" charset="-122"/>
                <a:ea typeface="微软雅黑" panose="020B0503020204020204" charset="-122"/>
                <a:cs typeface="微软雅黑" panose="020B0503020204020204" charset="-122"/>
              </a:rPr>
              <a:t>的上下文。</a:t>
            </a:r>
            <a:endParaRPr lang="zh-CN" altLang="en-US" sz="1800" b="1" dirty="0">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1"/>
          <a:stretch>
            <a:fillRect/>
          </a:stretch>
        </p:blipFill>
        <p:spPr>
          <a:xfrm>
            <a:off x="47625" y="1772920"/>
            <a:ext cx="6769735" cy="3728085"/>
          </a:xfrm>
          <a:prstGeom prst="rect">
            <a:avLst/>
          </a:prstGeom>
        </p:spPr>
      </p:pic>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191770" y="836930"/>
            <a:ext cx="8445500" cy="460375"/>
          </a:xfrm>
          <a:prstGeom prst="rect">
            <a:avLst/>
          </a:prstGeom>
          <a:noFill/>
        </p:spPr>
        <p:txBody>
          <a:bodyPr wrap="square" rtlCol="0">
            <a:spAutoFit/>
          </a:bodyPr>
          <a:p>
            <a:r>
              <a:rPr lang="zh-CN" altLang="en-US" sz="2400" b="1">
                <a:latin typeface="微软雅黑" panose="020B0503020204020204" charset="-122"/>
                <a:ea typeface="微软雅黑" panose="020B0503020204020204" charset="-122"/>
                <a:sym typeface="+mn-ea"/>
              </a:rPr>
              <a:t>基于大模型的元启发式算法的</a:t>
            </a:r>
            <a:r>
              <a:rPr lang="zh-CN" altLang="en-US" sz="2400" b="1">
                <a:latin typeface="微软雅黑" panose="020B0503020204020204" charset="-122"/>
                <a:ea typeface="微软雅黑" panose="020B0503020204020204" charset="-122"/>
                <a:sym typeface="+mn-ea"/>
              </a:rPr>
              <a:t>自动化动态</a:t>
            </a:r>
            <a:r>
              <a:rPr lang="zh-CN" altLang="en-US" sz="2400" b="1">
                <a:latin typeface="微软雅黑" panose="020B0503020204020204" charset="-122"/>
                <a:ea typeface="微软雅黑" panose="020B0503020204020204" charset="-122"/>
                <a:sym typeface="+mn-ea"/>
              </a:rPr>
              <a:t>进化</a:t>
            </a:r>
            <a:endParaRPr lang="zh-CN" altLang="en-US" sz="2400" b="1">
              <a:latin typeface="微软雅黑" panose="020B0503020204020204" charset="-122"/>
              <a:ea typeface="微软雅黑" panose="020B0503020204020204" charset="-122"/>
              <a:sym typeface="+mn-ea"/>
            </a:endParaRPr>
          </a:p>
        </p:txBody>
      </p:sp>
      <p:sp>
        <p:nvSpPr>
          <p:cNvPr id="7" name="文本框 6"/>
          <p:cNvSpPr txBox="1"/>
          <p:nvPr/>
        </p:nvSpPr>
        <p:spPr>
          <a:xfrm>
            <a:off x="695960" y="4437380"/>
            <a:ext cx="6583680" cy="1761490"/>
          </a:xfrm>
          <a:prstGeom prst="rect">
            <a:avLst/>
          </a:prstGeom>
          <a:noFill/>
        </p:spPr>
        <p:txBody>
          <a:bodyPr wrap="square" rtlCol="0">
            <a:noAutofit/>
          </a:bodyPr>
          <a:p>
            <a:pPr algn="l">
              <a:lnSpc>
                <a:spcPct val="150000"/>
              </a:lnSpc>
              <a:buClrTx/>
              <a:buSzTx/>
              <a:buFontTx/>
            </a:pPr>
            <a:r>
              <a:rPr lang="zh-CN" altLang="en-US" sz="1800" b="1" dirty="0">
                <a:latin typeface="微软雅黑" panose="020B0503020204020204" charset="-122"/>
                <a:ea typeface="微软雅黑" panose="020B0503020204020204" charset="-122"/>
                <a:cs typeface="微软雅黑" panose="020B0503020204020204" charset="-122"/>
              </a:rPr>
              <a:t>当求解问题时，先使用默认算法组件进行求解，每过固定代数使用景观特征分析进行当前种群状态以及求解状态进行判断，是否需要</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更换算法组件</a:t>
            </a:r>
            <a:r>
              <a:rPr lang="zh-CN" altLang="en-US" sz="1800" b="1" dirty="0">
                <a:latin typeface="微软雅黑" panose="020B0503020204020204" charset="-122"/>
                <a:ea typeface="微软雅黑" panose="020B0503020204020204" charset="-122"/>
                <a:cs typeface="微软雅黑" panose="020B0503020204020204" charset="-122"/>
              </a:rPr>
              <a:t>，判断过程由双系统记忆模块以及</a:t>
            </a:r>
            <a:r>
              <a:rPr lang="en-US" altLang="zh-CN" sz="1800" b="1" dirty="0">
                <a:latin typeface="微软雅黑" panose="020B0503020204020204" charset="-122"/>
                <a:ea typeface="微软雅黑" panose="020B0503020204020204" charset="-122"/>
                <a:cs typeface="微软雅黑" panose="020B0503020204020204" charset="-122"/>
              </a:rPr>
              <a:t>ELA</a:t>
            </a:r>
            <a:r>
              <a:rPr lang="zh-CN" altLang="en-US" sz="1800" b="1" dirty="0">
                <a:latin typeface="微软雅黑" panose="020B0503020204020204" charset="-122"/>
                <a:ea typeface="微软雅黑" panose="020B0503020204020204" charset="-122"/>
                <a:cs typeface="微软雅黑" panose="020B0503020204020204" charset="-122"/>
              </a:rPr>
              <a:t>判断</a:t>
            </a:r>
            <a:r>
              <a:rPr lang="en-US" altLang="zh-CN" sz="1800" b="1" dirty="0">
                <a:latin typeface="微软雅黑" panose="020B0503020204020204" charset="-122"/>
                <a:ea typeface="微软雅黑" panose="020B0503020204020204" charset="-122"/>
                <a:cs typeface="微软雅黑" panose="020B0503020204020204" charset="-122"/>
              </a:rPr>
              <a:t>Agent</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共同决策</a:t>
            </a:r>
            <a:r>
              <a:rPr lang="zh-CN" altLang="en-US" sz="1800" b="1" dirty="0">
                <a:latin typeface="微软雅黑" panose="020B0503020204020204" charset="-122"/>
                <a:ea typeface="微软雅黑" panose="020B0503020204020204" charset="-122"/>
                <a:cs typeface="微软雅黑" panose="020B0503020204020204" charset="-122"/>
              </a:rPr>
              <a:t>。</a:t>
            </a:r>
            <a:endParaRPr lang="zh-CN" altLang="en-US" sz="1800" b="1" dirty="0">
              <a:latin typeface="微软雅黑" panose="020B0503020204020204" charset="-122"/>
              <a:ea typeface="微软雅黑" panose="020B0503020204020204" charset="-122"/>
              <a:cs typeface="微软雅黑" panose="020B0503020204020204" charset="-122"/>
            </a:endParaRPr>
          </a:p>
          <a:p>
            <a:pPr algn="l">
              <a:lnSpc>
                <a:spcPct val="150000"/>
              </a:lnSpc>
              <a:buClrTx/>
              <a:buSzTx/>
              <a:buFontTx/>
            </a:pPr>
            <a:endParaRPr lang="zh-CN" altLang="en-US" sz="1800" b="1" dirty="0">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1062990" y="1297305"/>
            <a:ext cx="4984750" cy="2709545"/>
          </a:xfrm>
          <a:prstGeom prst="rect">
            <a:avLst/>
          </a:prstGeom>
        </p:spPr>
      </p:pic>
      <p:pic>
        <p:nvPicPr>
          <p:cNvPr id="4" name="图片 3"/>
          <p:cNvPicPr>
            <a:picLocks noChangeAspect="1"/>
          </p:cNvPicPr>
          <p:nvPr/>
        </p:nvPicPr>
        <p:blipFill>
          <a:blip r:embed="rId2"/>
          <a:stretch>
            <a:fillRect/>
          </a:stretch>
        </p:blipFill>
        <p:spPr>
          <a:xfrm>
            <a:off x="7752715" y="836930"/>
            <a:ext cx="2626995" cy="5469890"/>
          </a:xfrm>
          <a:prstGeom prst="rect">
            <a:avLst/>
          </a:prstGeom>
        </p:spPr>
      </p:pic>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191770" y="836930"/>
            <a:ext cx="8445500" cy="460375"/>
          </a:xfrm>
          <a:prstGeom prst="rect">
            <a:avLst/>
          </a:prstGeom>
          <a:noFill/>
        </p:spPr>
        <p:txBody>
          <a:bodyPr wrap="square" rtlCol="0">
            <a:spAutoFit/>
          </a:bodyPr>
          <a:p>
            <a:r>
              <a:rPr lang="zh-CN" altLang="en-US" sz="2400" b="1">
                <a:latin typeface="微软雅黑" panose="020B0503020204020204" charset="-122"/>
                <a:ea typeface="微软雅黑" panose="020B0503020204020204" charset="-122"/>
                <a:sym typeface="+mn-ea"/>
              </a:rPr>
              <a:t>基于大模型的元启发式算法的</a:t>
            </a:r>
            <a:r>
              <a:rPr lang="zh-CN" altLang="en-US" sz="2400" b="1">
                <a:latin typeface="微软雅黑" panose="020B0503020204020204" charset="-122"/>
                <a:ea typeface="微软雅黑" panose="020B0503020204020204" charset="-122"/>
                <a:sym typeface="+mn-ea"/>
              </a:rPr>
              <a:t>自动化动态</a:t>
            </a:r>
            <a:r>
              <a:rPr lang="zh-CN" altLang="en-US" sz="2400" b="1">
                <a:latin typeface="微软雅黑" panose="020B0503020204020204" charset="-122"/>
                <a:ea typeface="微软雅黑" panose="020B0503020204020204" charset="-122"/>
                <a:sym typeface="+mn-ea"/>
              </a:rPr>
              <a:t>进化</a:t>
            </a:r>
            <a:endParaRPr lang="zh-CN" altLang="en-US" sz="2400" b="1">
              <a:latin typeface="微软雅黑" panose="020B0503020204020204" charset="-122"/>
              <a:ea typeface="微软雅黑" panose="020B0503020204020204" charset="-122"/>
              <a:sym typeface="+mn-ea"/>
            </a:endParaRPr>
          </a:p>
        </p:txBody>
      </p:sp>
      <p:pic>
        <p:nvPicPr>
          <p:cNvPr id="3" name="图片 2"/>
          <p:cNvPicPr>
            <a:picLocks noChangeAspect="1"/>
          </p:cNvPicPr>
          <p:nvPr/>
        </p:nvPicPr>
        <p:blipFill>
          <a:blip r:embed="rId1"/>
          <a:stretch>
            <a:fillRect/>
          </a:stretch>
        </p:blipFill>
        <p:spPr>
          <a:xfrm>
            <a:off x="1343660" y="1484630"/>
            <a:ext cx="3559810" cy="4576445"/>
          </a:xfrm>
          <a:prstGeom prst="rect">
            <a:avLst/>
          </a:prstGeom>
        </p:spPr>
      </p:pic>
      <p:sp>
        <p:nvSpPr>
          <p:cNvPr id="8" name="文本框 7"/>
          <p:cNvSpPr txBox="1"/>
          <p:nvPr/>
        </p:nvSpPr>
        <p:spPr>
          <a:xfrm>
            <a:off x="5808345" y="1412875"/>
            <a:ext cx="5164455" cy="3536315"/>
          </a:xfrm>
          <a:prstGeom prst="rect">
            <a:avLst/>
          </a:prstGeom>
          <a:noFill/>
        </p:spPr>
        <p:txBody>
          <a:bodyPr wrap="square" rtlCol="0">
            <a:noAutofit/>
          </a:bodyPr>
          <a:p>
            <a:pPr algn="l">
              <a:lnSpc>
                <a:spcPct val="150000"/>
              </a:lnSpc>
              <a:buClrTx/>
              <a:buSzTx/>
              <a:buFontTx/>
            </a:pPr>
            <a:r>
              <a:rPr lang="zh-CN" altLang="en-US" sz="1800" b="1" dirty="0">
                <a:latin typeface="微软雅黑" panose="020B0503020204020204" charset="-122"/>
                <a:ea typeface="微软雅黑" panose="020B0503020204020204" charset="-122"/>
                <a:cs typeface="微软雅黑" panose="020B0503020204020204" charset="-122"/>
              </a:rPr>
              <a:t>为对</a:t>
            </a:r>
            <a:r>
              <a:rPr lang="en-US" altLang="zh-CN" sz="1800" b="1" dirty="0">
                <a:latin typeface="微软雅黑" panose="020B0503020204020204" charset="-122"/>
                <a:ea typeface="微软雅黑" panose="020B0503020204020204" charset="-122"/>
                <a:cs typeface="微软雅黑" panose="020B0503020204020204" charset="-122"/>
              </a:rPr>
              <a:t>AutoEvo</a:t>
            </a:r>
            <a:r>
              <a:rPr lang="zh-CN" altLang="en-US" sz="1800" b="1" dirty="0">
                <a:latin typeface="微软雅黑" panose="020B0503020204020204" charset="-122"/>
                <a:ea typeface="微软雅黑" panose="020B0503020204020204" charset="-122"/>
                <a:cs typeface="微软雅黑" panose="020B0503020204020204" charset="-122"/>
              </a:rPr>
              <a:t>的内部机制进行具体而微观的分析，我们展示了在</a:t>
            </a:r>
            <a:r>
              <a:rPr lang="en-US" altLang="zh-CN" sz="1800" b="1" dirty="0">
                <a:latin typeface="微软雅黑" panose="020B0503020204020204" charset="-122"/>
                <a:ea typeface="微软雅黑" panose="020B0503020204020204" charset="-122"/>
                <a:cs typeface="微软雅黑" panose="020B0503020204020204" charset="-122"/>
              </a:rPr>
              <a:t>GNBG</a:t>
            </a:r>
            <a:r>
              <a:rPr lang="zh-CN" altLang="en-US" sz="1800" b="1" dirty="0">
                <a:latin typeface="微软雅黑" panose="020B0503020204020204" charset="-122"/>
                <a:ea typeface="微软雅黑" panose="020B0503020204020204" charset="-122"/>
                <a:cs typeface="微软雅黑" panose="020B0503020204020204" charset="-122"/>
              </a:rPr>
              <a:t>基准测试上具有代表性运行案例的研究。</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系统识别、推理并逃离显著局部最优解的过程。</a:t>
            </a:r>
            <a:endParaRPr lang="zh-CN" altLang="en-US" sz="1800" b="1" dirty="0">
              <a:solidFill>
                <a:srgbClr val="FF0000"/>
              </a:solidFill>
              <a:latin typeface="微软雅黑" panose="020B0503020204020204" charset="-122"/>
              <a:ea typeface="微软雅黑" panose="020B0503020204020204" charset="-122"/>
              <a:cs typeface="微软雅黑" panose="020B0503020204020204" charset="-122"/>
            </a:endParaRPr>
          </a:p>
          <a:p>
            <a:pPr algn="l">
              <a:lnSpc>
                <a:spcPct val="150000"/>
              </a:lnSpc>
              <a:buClrTx/>
              <a:buSzTx/>
              <a:buFontTx/>
            </a:pPr>
            <a:r>
              <a:rPr lang="zh-CN" altLang="en-US" sz="1800" b="1" dirty="0">
                <a:solidFill>
                  <a:schemeClr val="tx1"/>
                </a:solidFill>
                <a:latin typeface="微软雅黑" panose="020B0503020204020204" charset="-122"/>
                <a:ea typeface="微软雅黑" panose="020B0503020204020204" charset="-122"/>
                <a:cs typeface="微软雅黑" panose="020B0503020204020204" charset="-122"/>
              </a:rPr>
              <a:t>由左侧三个图可以看出，在搜索陷入局部最优后，</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sym typeface="+mn-ea"/>
              </a:rPr>
              <a:t>景观分析判断</a:t>
            </a:r>
            <a:r>
              <a:rPr lang="zh-CN" altLang="en-US" sz="1800" b="1" dirty="0">
                <a:solidFill>
                  <a:schemeClr val="tx1"/>
                </a:solidFill>
                <a:latin typeface="微软雅黑" panose="020B0503020204020204" charset="-122"/>
                <a:ea typeface="微软雅黑" panose="020B0503020204020204" charset="-122"/>
                <a:cs typeface="微软雅黑" panose="020B0503020204020204" charset="-122"/>
                <a:sym typeface="+mn-ea"/>
              </a:rPr>
              <a:t>陷入局部最优，</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sym typeface="+mn-ea"/>
              </a:rPr>
              <a:t>进行操作决策</a:t>
            </a:r>
            <a:r>
              <a:rPr lang="zh-CN" altLang="en-US" sz="1800" b="1" dirty="0">
                <a:solidFill>
                  <a:schemeClr val="tx1"/>
                </a:solidFill>
                <a:latin typeface="微软雅黑" panose="020B0503020204020204" charset="-122"/>
                <a:ea typeface="微软雅黑" panose="020B0503020204020204" charset="-122"/>
                <a:cs typeface="微软雅黑" panose="020B0503020204020204" charset="-122"/>
                <a:sym typeface="+mn-ea"/>
              </a:rPr>
              <a:t>，从适应度变化看出决策后逃出局部最优。</a:t>
            </a:r>
            <a:endParaRPr lang="zh-CN" altLang="en-US" sz="1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spd="slow">
    <p:fade/>
  </p:transition>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4.xml><?xml version="1.0" encoding="utf-8"?>
<p:tagLst xmlns:p="http://schemas.openxmlformats.org/presentationml/2006/main">
  <p:tag name="resource_record_key" val="{&quot;10&quot;:[20200072],&quot;70&quot;:[3312209]}"/>
</p:tagLst>
</file>

<file path=ppt/theme/theme1.xml><?xml version="1.0" encoding="utf-8"?>
<a:theme xmlns:a="http://schemas.openxmlformats.org/drawingml/2006/main" name="1_自定义设计方案">
  <a:themeElements>
    <a:clrScheme name="自定义 16">
      <a:dk1>
        <a:sysClr val="windowText" lastClr="000000"/>
      </a:dk1>
      <a:lt1>
        <a:sysClr val="window" lastClr="FFFFFF"/>
      </a:lt1>
      <a:dk2>
        <a:srgbClr val="0773DF"/>
      </a:dk2>
      <a:lt2>
        <a:srgbClr val="EEECE1"/>
      </a:lt2>
      <a:accent1>
        <a:srgbClr val="4F81BD"/>
      </a:accent1>
      <a:accent2>
        <a:srgbClr val="FF6600"/>
      </a:accent2>
      <a:accent3>
        <a:srgbClr val="9BBB59"/>
      </a:accent3>
      <a:accent4>
        <a:srgbClr val="8064A2"/>
      </a:accent4>
      <a:accent5>
        <a:srgbClr val="4BACC6"/>
      </a:accent5>
      <a:accent6>
        <a:srgbClr val="F79646"/>
      </a:accent6>
      <a:hlink>
        <a:srgbClr val="0000FF"/>
      </a:hlink>
      <a:folHlink>
        <a:srgbClr val="800080"/>
      </a:folHlink>
    </a:clrScheme>
    <a:fontScheme name="hwtrjfbj">
      <a:majorFont>
        <a:latin typeface="Arial"/>
        <a:ea typeface="微软雅黑"/>
        <a:cs typeface=""/>
      </a:majorFont>
      <a:minorFont>
        <a:latin typeface="Arial"/>
        <a:ea typeface="微软雅黑"/>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自定义 16">
      <a:dk1>
        <a:sysClr val="windowText" lastClr="000000"/>
      </a:dk1>
      <a:lt1>
        <a:sysClr val="window" lastClr="FFFFFF"/>
      </a:lt1>
      <a:dk2>
        <a:srgbClr val="0773DF"/>
      </a:dk2>
      <a:lt2>
        <a:srgbClr val="EEECE1"/>
      </a:lt2>
      <a:accent1>
        <a:srgbClr val="4F81BD"/>
      </a:accent1>
      <a:accent2>
        <a:srgbClr val="FF6600"/>
      </a:accent2>
      <a:accent3>
        <a:srgbClr val="9BBB59"/>
      </a:accent3>
      <a:accent4>
        <a:srgbClr val="8064A2"/>
      </a:accent4>
      <a:accent5>
        <a:srgbClr val="4BACC6"/>
      </a:accent5>
      <a:accent6>
        <a:srgbClr val="F79646"/>
      </a:accent6>
      <a:hlink>
        <a:srgbClr val="0000FF"/>
      </a:hlink>
      <a:folHlink>
        <a:srgbClr val="800080"/>
      </a:folHlink>
    </a:clrScheme>
    <a:fontScheme name="hwtrjfbj">
      <a:majorFont>
        <a:latin typeface="Arial"/>
        <a:ea typeface="微软雅黑"/>
        <a:cs typeface=""/>
      </a:majorFont>
      <a:minorFont>
        <a:latin typeface="Arial"/>
        <a:ea typeface="微软雅黑"/>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自定义设计方案">
  <a:themeElements>
    <a:clrScheme name="自定义 16">
      <a:dk1>
        <a:sysClr val="windowText" lastClr="000000"/>
      </a:dk1>
      <a:lt1>
        <a:sysClr val="window" lastClr="FFFFFF"/>
      </a:lt1>
      <a:dk2>
        <a:srgbClr val="0773DF"/>
      </a:dk2>
      <a:lt2>
        <a:srgbClr val="EEECE1"/>
      </a:lt2>
      <a:accent1>
        <a:srgbClr val="4F81BD"/>
      </a:accent1>
      <a:accent2>
        <a:srgbClr val="FF6600"/>
      </a:accent2>
      <a:accent3>
        <a:srgbClr val="9BBB59"/>
      </a:accent3>
      <a:accent4>
        <a:srgbClr val="8064A2"/>
      </a:accent4>
      <a:accent5>
        <a:srgbClr val="4BACC6"/>
      </a:accent5>
      <a:accent6>
        <a:srgbClr val="F79646"/>
      </a:accent6>
      <a:hlink>
        <a:srgbClr val="0000FF"/>
      </a:hlink>
      <a:folHlink>
        <a:srgbClr val="800080"/>
      </a:folHlink>
    </a:clrScheme>
    <a:fontScheme name="hwtrjfbj">
      <a:majorFont>
        <a:latin typeface="Arial"/>
        <a:ea typeface="微软雅黑"/>
        <a:cs typeface=""/>
      </a:majorFont>
      <a:minorFont>
        <a:latin typeface="Arial"/>
        <a:ea typeface="微软雅黑"/>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自定义设计方案">
  <a:themeElements>
    <a:clrScheme name="自定义 16">
      <a:dk1>
        <a:sysClr val="windowText" lastClr="000000"/>
      </a:dk1>
      <a:lt1>
        <a:sysClr val="window" lastClr="FFFFFF"/>
      </a:lt1>
      <a:dk2>
        <a:srgbClr val="0773DF"/>
      </a:dk2>
      <a:lt2>
        <a:srgbClr val="EEECE1"/>
      </a:lt2>
      <a:accent1>
        <a:srgbClr val="4F81BD"/>
      </a:accent1>
      <a:accent2>
        <a:srgbClr val="FF6600"/>
      </a:accent2>
      <a:accent3>
        <a:srgbClr val="9BBB59"/>
      </a:accent3>
      <a:accent4>
        <a:srgbClr val="8064A2"/>
      </a:accent4>
      <a:accent5>
        <a:srgbClr val="4BACC6"/>
      </a:accent5>
      <a:accent6>
        <a:srgbClr val="F79646"/>
      </a:accent6>
      <a:hlink>
        <a:srgbClr val="0000FF"/>
      </a:hlink>
      <a:folHlink>
        <a:srgbClr val="800080"/>
      </a:folHlink>
    </a:clrScheme>
    <a:fontScheme name="hwtrjfbj">
      <a:majorFont>
        <a:latin typeface="Arial"/>
        <a:ea typeface="微软雅黑"/>
        <a:cs typeface=""/>
      </a:majorFont>
      <a:minorFont>
        <a:latin typeface="Arial"/>
        <a:ea typeface="微软雅黑"/>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ECB019B1-382A-4266-B25C-5B523AA43C14-1">
      <extobjdata type="ECB019B1-382A-4266-B25C-5B523AA43C14" data="ewoJIkZpbGVJZCIgOiAiNDcwNzQ4ODU5NTcwIiwKCSJHcm91cElkIiA6ICI2NDY3ODQyNTAiLAoJIkltYWdlIiA6ICJpVkJPUncwS0dnb0FBQUFOU1VoRVVnQUFCMU1BQUFQMENBWUFBQUQvZUJWSUFBQUFBWE5TUjBJQXJzNGM2UUFBSUFCSlJFRlVlSnpzM1htOGxWVzlQL0R2cy9lWmdNTWdDSUlpVHFTSWdpQU80SFd1TkxXZmVaMHkwOUxVTW5NZWNzcXJsa05pMnVDUWRiV3VsWnFXYUNhS21rTlplcnVLbUNoSWFrNG9JTE9BVEdmdjUvZUhuTjNabkFmWTV6QWN3UGY3OVRvdjkxcDdyZlY4bjNOQTRIek9XazhF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ckJ1U3RpNEFBQUFBV212anJiYmZ0S2E2YXF1MnJnT0E5Y1BDaFF2Zm5QVG0rTGZidWc0QVlPMGhUQVVBQUdDZHRQbm1nemFQdXZTWGtVUy90cTRGZ1BYR093MkxHcjQ4OFkxWFhtL3JRZ0NBdFVOVld4Y0FBQUFBclZJWG0wY1MvWEpKcm1lN3VycklWK1hidWlJQTFsR0ZRakhtejU4ZnhUU3RxNnJLOTQwSVlTb0FFQ0ZNQlFBQVlGM1hxV1BIT08yYlg0LysyMjdUMXFVQXNJNTY3ZlUzNG9hZi9uZE1uVDY5clVzQkFOWXl3bFFBQUFEV2FkWFYxZEYvMjIxaTZDNDd0WFVwQUt5amFtdHFvcmEycHEzTEFBRFdRcm0yTGdBQUFBQUFBQUJnYlNSTUJRQUFBQUFBQU1nZ1RBVUFBQUFBQUFESUlFd0ZBQUFBQUFBQXlDQk1CUUFBQUFBQUFNZ2dUQVVBQUFBQUFBRElJRXdGQUFBQUFBQUF5Q0JNQlFBQUFBQUFBTWdnVEFVQUFBQUFBQURJSUV3RkFBQUFBQUFBeUNCTUJRQUFBQUFBQU1nZ1RBVUFBQUFBQUFESUlFd0ZBQUFBQUFBQXlDQk1CUUFBQUFBQUFNZ2dUQVVBQUFBQUFBRElJRXdGQUFBQUFBQUF5Q0JNQlFBQUFBQUFBTWdnVEFVQUFBQUFBQURJSUV3RkFBQUFBQUFBeUNCTUJRQUFBQUFBQU1nZ1RBVUFBQUFBQUFESUlFd0ZBQUFBQUFBQXlDQk1CUUFBQUFBQUFNZ2dUQVVBQUFBQUFBRElJRXdGQUFBQUFBQUF5Q0JNQlFBQUFBQUFBTWdnVEFVQUFBQUFBQURJVU5YV0JRQUFBQURydHJGang4YklrU1BqdlBQT2kzdyt2OHJXblRoeFl0eDAwMDBSRVRGczJMQTQrT0NEVjluYW4wVGp4NCtQVFRiWkpEcDE2bFRxS3hhTGNkOTk5OFhBZ1FPamI5KytrU1JKaTlac2FHaUlYL3ppRjNINDRZZEgxNjVkUy8wWFhYUlJUSjA2TlNJaURqcm9vRGpra0VOV3lUMjg5ZFpiTVdIQ2hGSjdyNzMyaXJxNnVsV3k5dXEwWU1HQ2VPMjExMkw4K1BHeDMzNzdSWmN1WGRxNkpBQUFLaVJNQlFBQUFGcWxXQ3pHWlpkZEZpTkhqb3lJaUk0ZE84YTN2dld0aUlqNDZLT1A0dFJUVDYxNHJZNGRPOGFQZi96anNyNFBQL3d3SG4zMDBZaUk2TktsU3h4ODhNRlJLQlJpMnJScExhcHpndzAyaUpxYW1oYk5XWjZGQ3hmR2JydnR0c0p4Qnh4d1FGeHh4UldaY3c0OTlOQzQrT0tMVzNUZFdiTm14WDc3N1JlRlFxSFU5NVd2ZkNYT09PT01GYzVOMHpUT1B2dnNtRFp0V2d3WU1DQysrOTN2UnUvZXZlUEZGMStNcTY2NktpSWl0dDkrKzdqOTl0c3JybWZ1M0xueDdXOS9PLzcrOTcvSHFGR2o0cFpiYm9rZVBYcEVSTVN6eno0YkgzNzRZVVJFN0wzMzNpMjZ6K1g1eTEvK1V2YnI1S0dISHFvb1RDMFdpL0d2Zi8xcmxkWFJxRStmUGl2OHRmWDIyMi9IRVVjY1VmcTZGWXZGT09xb28xWjVMUUFBckI3Q1ZBQUFBS0JWY3JsY2RPellzZFQreFM5K0VUdnR0RlBzdXV1dVVTZ1U0aC8vK0VmRmEzWHUzTG1pY2RPbVRZc0REenl3UlhYZWZQUE5zZXV1dTdab3p0cm9zY2NlS3d0U0l5SWVmZlRST1AzMDAxZTRvM1RzMkxIeHdRY2ZSQ3paM2Rtelo4K0lpUGpUbi81VUdyUFRUanUxcUo3MzMzOC94bzRkRzdFa01EenBwSlBpNXovL2VXeTAwVVl4ZCs3YzByZ05OdGlnUmV1dUR2UG16WXN2ZnZHTHEzemR1KysrTy9yMjdidmNNWnR0dGxsc3Nza204YzQ3NzBSRXhJTVBQaWhNQlFCWWgzaG1LZ0FBQU5CcXA1MTJXbXk4OGNhbDluLzkxMy9GckZtejJyU205ZFVqanp6U3JHL3k1TW54OHNzdnIzQnU0dzdmaUlqOTk5OC9xcXFxWXVIQ2hURnExS2hTLzg0Nzd4eHo1c3haN2tmVGtIVHJyYmVPNjYrL1BxcXFQdjVaL1lrVEo4WlRUejBWOCtiTmkyS3hXQnEzTm9TcHE5UDgrZk5qMXF4WnkvMFlPblJvYWZ6NDhlTmozTGh4eXgwL2I5NjhOcjBuVm8xQmd3Wjlhc0NBQWV2M2J3QUErQVN3TXhVQUFBQm90YnE2dWpqNzdMUGozSFBQalZoeVhPOEhIM3dRVzIrOWRUejk5TlBMblR0bXpKZzQvZlRUbS9XUEh6OCszbnZ2dmNqbC92MHo0SysrK21yTW1qVXJxcXFxWXJQTk5sdnV1bSsvL1haWmUxVSt4elhMUVFjZGxIa2ZxL0pabmxPbVRJa3hZOFpFTE5rUnZNMDIyOFQ0OGVNamxnU2xBd1lNV09iY2hRc1hsbzVpam9qNC9PYy9IN0ZrcCt2czJiTkwvWTFITkM5UDE2NWQ0N0hISGl1MWQ5NTU1N2pnZ2d2aXFxdXVpZ3N2dkRBT1BmVFFtRHg1Y3RtY3RTRk1UWkpraGJ1Zm0zNHVhbXBxb2wyN2RpdGN0NnFxS243eWs1L0VQZmZjMDZKNmpqMzIyT1crdisrKys4YTExMTdib2pWcGMvbEJnd1oxaklqdUVmSFpKRW1PVFpKa3V5Uko5bytJWjl1Nk9BQ2c5WVNwQUFBQXdFclpaNTk5WW84OTlvZ2RkdGdoamozMjJOSk94ZmJ0Mnk5M1htMXRiV2IvUXc4OUZIZmVlV2Zzczg4K3BiNlhYbm9wRGp2c3NEam5uSE5peElnUnkxenp1dXV1S3d0VGp6enl5Qmd5Wk1nSzc2R2hvU0VLaFVMazgvbFMvWldxcmEyTkRUZmNzRVZ6V3FycHp0S3R0dG9xQmd3WVVBcFRIM3Zzc1RqNzdMT1hlZFR2NDQ4L1hucCs2YWFiYmhyYmJiZGRwR2thdi9uTmIxcGR6em5ubkJPdnYvNTZxVjFUVXhPMzMzNTczSDc3N2RIUTBOQnM3SW8rcDEvKzhwZmp5Q09QYkhVOUsxSmZYeDlQUFBIRWNzY01IVG8wRmk5ZUhMRWtjRzdwTTIzNVpOcDIyMjE3dFd2WGJtQ3hXTnd4U1pLOUltTG5KRW02eHNmUEtyYkZHQURXQThKVUFBQUFZS1g5NkVjL1dtVnJOVDViY29zdHRvZ25uM3l5MUQ5cjFxeTQ1SkpMWXRTb1VXWEh5emE2OXRwcjQ3ZS8vVzJwZmZUUlI4YzU1NXhUMFRXdnUrNjZ1T2VlZTJMWXNHRng0NDAzcnJKN1dWV2FIdkU3Yk5pd0dESmtTR2szNU5TcFUrUEZGMStNd1lNSFo4Nzk5YTkvWFhyZHZYdjNpQ1VCN0d1dnZSYXhaSGRsejU0OVkrTEVpUkVSMGFsVHA5aGlpeTB5MTJyYzNUbGx5cFRTK0VaTHR4c3R2Vk0xeTlJQmJLVmVldW1sNWU1ODdkZXZYOVRYMTdkcTdVcDE3dHk1OUF6YVdPcCtPM2Z1dk13ZHJnc1dMQ2c3RXJ2cDJLNWR1NjdXbWxrNS9mdjNyNm11cnQ0dlNaSXZKa215UzVxbTNYTzVYS2VJV0hvYmZOcEdKUUlBcTVBd0ZRQUFscTJxYjkrK0szVTJaRTFOVGF1K2lkYXVYYnNXenhzOWVuU3M1RGZ0V2p1M0xhNjVzbk9CbGZUS0s2L0V2ZmZlVzliWG8wZVBPUG5razFkNjdjWlFydWx4dmp2c3NFTzgrKzY3TVdQR2pPamF0V3V6SVBYNjY2OXZkWkM2dG52MzNYZEx1MUFqSXZiYWE2L28zNzkvMU5YVnhZSUZDeUtXN0Z6TkNsT2ZmdnJwK09jLy8xbld0M0Rod3JqcHBwdEs3U09PT0NJMjMzenp1UHJxcXlNaVl2RGd3WEg5OWRldnhqdHFybVBIanEyYWQ4RUZGeXozL1Z0dnZYV1pJZk9LRkl2RnVPT09PK0lMWC9oQ2RPclVhWm5qVGo3NTVMSmY5NGNkZGxpODlkWmJFUkh4MmM5K05pNjg4TUxNZWRkZGQxM2NlZWVkWmJWdXVlV1dyYXFWMVNicDM3OS9oMkt4V0Z0Ylcxc1hFVnZrY3Jramt5UTVPaUs2eGNlN1Q2UHBmMHNUUDk0cG5xUnBXajlvMEtBdWJWSTlBS3hqNXM2ZFczejk5ZGZuUmtTeHJXdHBTcGdLQUFBWkJnd1lzRUZWVmRXWlNaSU1qSWkwV0N4R2tpUnBrd0F2alkrL1VkYllseTc1SmxyYTVLT3hzK25ZcG1NaVNaSzBXQ3ltUzYrOTlQV2Fyck9rdWZTNjZaSnZGcGYxRll2RnN2YVM2MFhUdFphK2R0TXh5N3JuSmpYSHN1NjN5ZnhtcjVlZW55UkpXaWdVSW1OODJUV3pQcGRMcjl2WWw2WnBxN1k1NVhLNVFuejhUZlN5Kzg3NEdzYUt4aTA5dnJGZEtCUld1RzdXR2t0OWpwWTV2bkdIMTdLdXY2dzFDb1ZDcy9lWE42ZkovVlIwTDAzSExhdW1wYS9kZU9SbTF2c2ZMUzVzc2FpWWZhd3BxOS9FaVJQakQzLzRRMW5mbGx0dVdSWXFuWEhHR1RGbnpweGxyakYzN3R4bWZZc1dMWXAzMzMwMzh2bDhiTHJwcHFYK2JiYlpKcTY1NXBxNDhzb3I0OHd6enl5Yjg5T2YvalR1dU9PT1V2dW9vNDVhbzBIcXdvVUxZOXEwYWMzNnUzVHAwdUlqZzdPTUdqV3FiTTJCQXdkR0xwZUxZY09HbFhidS91bFBmNHB6enoyMzdQbXd4V0l4YnJubGxtYnIzWGJiYmFYQXVuMzc5bkhDQ1NmRTQ0OC8zcUthYnIzMTFsanlaMFV6ZDkxMVY5eDg4ODBSRWRHN2QrKzQ2NjY3TXNlZGZ2cnBwZWZBcnU3ZG95MlZwbWxjZXVtbDhkQkREOFZ2Zi92YnVQcnFxMlBnd0lFVnpmM01aejRUdDk1NmE4U1NIY1ZublhWV3MrZm5MbDY4T0I1KytPRlNlL3Z0dHhla3JuM3lPK3l3dzVCY0xuZEtSR3liSkVtZkpjOUR6UzhkbkRacVBHcTc4ZjBrU2VxU0pQbHVtcWF6TWljQUFHVTZkdXk0YVBEZ3diZU1HVFBta2JVcFVCV21BZ0JBaGlSSnRraVM1TXNSc1ZWOEhMQlZNcWVpdnFXMVp1MUsxbDNXMnBWY2IwVmpsdlgreXRUVk5BQm9UVTFMajZtMGxneUZpRWlYdWw1aldCeXhWTGljeStXV0RocWJqV21jMS9qTjFWd3VseFUrTnAxWEd0LzBta3RxV202WUdoRnBrOC9sY3V0YSt2cFZWVlhOcnA5VjE5THpsbHd2YTI1WlgyTmR5N3JudFB5NzAybWFwbzFCVkdhOTdaT2swTEFnWGZFdkROck0yTEZqWS9iczJTMmE4OFliYjBTaFVJaStmZnRHZFhWMTJYdmR1M2R2ZHB6d1hYZmRWUXF1SWlJT1BmVFFPTys4ODFheThwWVpPWEprakJ3NXNsbi8vL3pQLzhTQUFRTldldjJtUi96dXNjY2VwZi9YN2Jubm5xVXdkY2FNR2ZIQ0N5L0V6anZ2WEJyN2h6LzhJVjU5OWRWbTZ6VU5lSTgvL3ZobXgrUysrT0tMY2RKSkp6V2JOM1RvMERqaGhCTWlJcHFGZzAwMWZXYnRacHR0dHN4bjV6YnVxbzJWQ0ZPN2RldTIzRDhmYW1wcVdyWHV3dzgvWEtwdjh1VEpjZUtKSjhZcHA1d1NYLzNxVjFmNDU4dm5QLy81dU8yMjJ5Sk4wNWd6WjA3Y2M4ODk4Wld2ZktWc3pIMzMzUmN6Wjg0c3RZODQ0b2hXMWNucWtFYUhtdHgrZ3djUFBqc2kraWRKc2xHYXBoLy9ZWlFSb3E3ZzEwTStJb2F1eE45SkFPQVRKVTNUTkVtU0dmMzc5Mzk2M0xoeHpYL3lzbzBJVXdFQUlGdE5tcWI1SlNIT3ZJaG8zY1BjV09jczR4dWV5WExlVys1eXJad1hFWkZyemJ3MFRWczBhYWx2REZjOE4wM1RwZStydkZGNTdhV0JMYnpmSkVtU3VVa3VYV3QrV3ZtVFp1REFnZkc5NzMwdkprK2VYSFprN01wcWZJN24xbHR2dmNLeFR6NzVaRngzM1hXbDl1Yys5N2xsSHFuYTFNeVpNK1BSUngvTnZPNmtTWlBpN3J2dkxudHY5OTEzajAwMjJhVGllMWlWL3ZuUGY4YWJiNzVaYXUrMTExNmwxM3Z1dVdja1NWTDZmZnpvbzQrV2hhbEwzMGVqNDQ4L1BoNSsrT0hvMkxGanM1QXZJbUwyN05ueHdnc3ZOT3ZmYUtPTktxcTU2ZHh0dHRrbVJvd1lFVTg5OVZRTUh6NjhMSVQ5NktPUFNxOWJHNmIrK3RlL3JyaXVsdGh2di8yaXJxNnU5RnphUXFFUU45eHdRenovL1BQeDNlOStkN25QTk4xMDAwMWo3NzMzTGdYZHYvemxMK09nZ3c2S2J0MjZSVVRFaHg5K1dQWURBTDE3OTQ0RERqaGdsZDhESzZPWVJPUnJJNkk2SWhZdjJZMWErUjlzLzk2aHVqQk4wMXNpNHEzVldTMEFyQ2NPeStWeXUwZEVWYUZRV0t0K0VrbVlDZ0FBeTVFa3ljS0lPT0tGRjE0WVZjRncxbDFKNDcrUCt2ZnZueXhhdENocGFHaElJaUlhLzFzc0ZwUEdmOUIxNjlZdEtSUUtwWGF4V0V3NmRlcVV4TWZmY0UrS3hXS3oxeDA2ZEVpYXRvdkZZdEt1WGJ2UzY4Yi9ObjZ6dGxnc0pvM3R1cnE2U05NMGFmcCswLzhXaThXa3RyWTIwalJOR2o4aUlxcXJxOHZXYXpwbjZURk4rNnFxcXBxTmEvbzZJcEo4UGwrNmx5WFBoR3RXVjFWVlZiUDUrWHkrTkNkcjNhWmpsdlFuOGZHdTNMSXhhWm9tQ3d1eFRiR1luclU2ZmtHd1lyMTY5WXBldlhyRmhBa1RLZ3BUYjdycHB1VWVrOW9ZUHV5MjIyN3gvZTkvUDdwMzc3N2M5U1pNbUJEZitjNTNTa0hpYnJ2dEZwZGZmbmxGdTlnblRab1V3NGNQejN6dnJiZmVhdlplang0OTJpeE1iYm9ydGFhbUpvWU9IVnBxZCtuU0pYYllZWWQ0OGNVWEl5TGlpU2VlaVBQUFA3KzA4N1JQbno3eDJtdXZSWThlUGVLRER6NG96YXV1cm83enpqc3ZldmZ1dlVxT0lXN3FqVGZlaUVtVEpwWGFyNzMyV3Z6aUY3K0lXUEpzMFJ0dXVLSDBmTlI1OCthVnhyWDJtYW1yUzFWVlZaeC8vdmt4Y09EQXVPS0tLMHE3Vko5OTl0azQ2cWlqNG9vcnJvaGRkdGxsbWZOUFBQSEVlT3FwcHlKTjAvand3dy9qcXF1dUtnWC93NGNQaituVHA1Zkdubnp5eVNzOG5ZRTFLWWw1aTlKSFhoazc1dXdCQXdac244L245MGlTWk5ja1NYYU1pTDRSVWRmMEI1R2F2bTU2ek8rUzE0dVRKTGw3ekpneHo3YkZuUURBdW1UUW9FRjlJMkwzbHZ5UTc1b2lUQVVBQVBoNEIvTGlpSWh4NDhhdGNQQ1VLVlBXUkUyc3dPYjlCdTBkams1Y1o5VFcxaTd6dU5lbU50eHd3L2pzWno4YnNaemZqM1Buem8xenp6MjNGSEJ0dSsyMk1YejQ4RlVlREZicTBFTVBqWXN2dm5pMXJOMDBURjIwYUZIc3Z2dnV5eHc3YTlhc2VPNjU1MkxZc0dFUkVkR3ZYNzk0NXBsbjR2VFRUNC92Zk9jN1pXTjMyMjIzWmE2enh4NTd4RFhYWE5Pc3Y1TEE3Nzc3N2l1OXJxK3ZqOTEyMnkyZWZ2cnBpQ1hIUHA5MDBrbHgwMDAzUmJkdTNjcWVtYnUyUFRPMTBRRUhIQkJiYjcxMW5IWFdXZkhlZSs5RlJNVDA2ZFBqbEZOT2ljc3Z2endPT3VpZ3pIbjkrdldMd3c4L1BINzN1OTlGUk1SVFR6MFZQL3ZaejZKOSsvWmx6MHJkZGRkZDdVcGRlNlZqeDQ0ZEd4RmpOOTk4ODEvVTE5ZDNyNjZ1M2pKTjB5OGtTZkxGSkVrMmpxWEMxSXhqZ1AwaEJRRHJBV0VxQUFBQTBLWVdMRml3M0dkd0xtMzQ4T0h4L3Z2dlJ5d0pYMy80d3g5R3UzYnRtbzE3N3JubjRtYy8rMWtjZnZqaDhlbFBmN3IwRE5iKy9mdkg2TkdqeThaZWM4MDFjYzg5OThTd1ljUGl4aHR2WE9sN1doVmVldW1sc2wyZWxYajAwVWRMWWVxV1cyNFpwNXh5U3ZUczJiTkZhK1J5dWFpdHJXM1JuRmdTNXY3eGozOHN0UTg4OE1BNDhzZ2pJNVo4Zm1QSlR0V2JiNzQ1THJ6d3dsWHl6TlExWWF1dHRvcGYvZXBYY2Q1NTU1V09NTjVrazAyV0cyeEhSSng2NnFueDE3Lyt0ZlExL1BuUGYxNzJmbjE5L1dvTDRWbTEzbnJyclFVUjhlNlNqejlIeFBtREJ3LytURVFjR3hGN0prblNLVTNURGttU2ZQeHc4K3huamdNQTY2Z1ZuMzBEQUFBQTBBSlRwa3dwN2VLcnhEZSs4WTA0OGNRVDQxZS8rdFVLNTQwYk55NUdqaHhaYWw5MTFWWExQQko0K3ZUcE1XYk1tTGo0NG92amhodHVhTUVkckIyYTdrcU5pT2pjdVhQbVI5TWR1VTgrK1dRME5IejhtTzhoUTRiRVVVY2QxZUxyTmpRMHhKdzVjekkvaXNWbFA2YjRaei83V2RsdTB5OTg0UXNSRVhIa2tVZkc4Y2NmSHhFUk8rKzhjNXgzM25ueDRZY2Zsc2JWMWRXMTJhN2lTblhwMGlWKyt0T2Z4aUdISEJMdDI3ZVBILzd3aDlHNWMrZmx6cW12cjQ4Zi9PQUhtY0Ywa2lSeDVaVlh0dG54MGF5MHhXUEdqSGw0ekpneFIrZHl1WjBMaGNKSkVYRmptcWJQcEdrNnUwbUlhbWNxQUt3SDF1Ni9xUUlBQUFEcmxHZWVlU1l1dWVTU09PZWNjeXFlODk1Nzc4WE1tVE5qekpneDBkRFFFRi83MnRlV09mYk9PKzhzdlQ3d3dBTmp5SkFoeXh6YmRGZm54aHR2WEhFOUxiVnc0Y0tZTm0xYTVudmR1blVyUFVleGtqbTVYQzY2ZHUwYXhXSXhIbnZzc1ZKL3o1NDl5MExrcG9ZUEh4NTMzMzEzUkVUTW1UTW5ubjMyMmRoamp6MWEvUnpTdi8zdGI3SDMzbnRudm5mdnZmZkc1cHR2M3F6L3VlZWVLeDFwR3hFeGJOaXc2TmV2WDZuOXJXOTlLN3AwNlJLSEgzNTQxTlhWbFgxdDF1WmRxVTFWVlZYRkpaZGNFbC83MnRjcURrRnp1VngwNzk0OUprNmNXTmEvMFVZYlJhOWV2VlpUcGF4Sm8wZVBuaFFSZDBmRWlDRkRodlFxRm91YlI4VGVFWEZJa2lSOU00NytCUURXTWNKVUFBQUFZSlY0NTUxMzRyVFRUb3VJaUxmZmZydWlPYk5uejQ2Wk0yZVcydHRzczgxeXg3LzQ0b3VsMTN2dHRkZHl4Nzd4eGh1bDExa0I0S295Y3VUSVpRYWRUei85ZE9hellwYzFwNjZ1THY3MnQ3L0Y4ODgvSDlPblR5LzE3N25ubnN1OC9qNzc3Rk1LVTJQSlViOTc3TEZISys2a2RkNTc3NzI0NktLTFNrZWIxdFRVeEFVWFhGQTJKa21TT09hWVkwcnRHVE5tbEY1MzZkSmxqZFc2S2xRU3BFNmJOaTF1dSsyMitQM3ZmNSs1bTNmeTVNbHg5TkZIeDVGSEhobGYvZXBYWThNTk4xeE4xYklHTFI0OWV2UTdFZkZPUlB3bElyNDdZTUNBZnNWaThZTzJMZ3dBV0RuQ1ZBQUFBS0RWbWdaRmpjZkxSa1JNbkRpeDlJelNpSWgvL2V0Zk1Yanc0R2J6SDMvODhiTDJkdHR0dDl6cnpaOC92L1Q2NzMvL2UreTc3NzZSeXpWL2l0Rzc3NzRiVHovOWRLbmRkSmZrdW1EcEkzNlhGeHp2dU9PTzBhbFRwOUxSdVgvKzg1OWowYUpGVVZOVDA2cHJiN0RCQnN2OGZDMzliTm9wVTZiRU43LzV6Ykp3OUd0ZisxcjA3dDE3dWRkb3VsT3phWmc2YytiTXNxT0Nselo3OXV5eTl2dnZ2eCtMRmkxYTdyWGF0V3UzeHNMS045OThNKzY1NTU2NC8vNzdtOVhWc1dQSHlPZnpNV3ZXcklnbHYxL3V2UFBPK04zdmZoY0hIWFJRSEhMSUlURmd3SUExVWlkcnh0aXhZMTl0NnhvQWdKVW5UQVVBQUFCYXJlbHhyWTArOTduUHhVVVhYUlNubkhKSzZTamJhNjY1Smg1KytPR29xNnNyalpzOWUzYTgrdXEvczRZdHQ5eHloYnNVUC9XcFQ4Vnp6ejBYRVJFalJveUlwNTkrT25yMzdsMzJ6TTM1OCtmSGhBa1RZdkhpeFJFUjBhZFBueFd1ZS83NTU4ZjU1NTlmOFgydlRnME5EV1VoYzRjT0hXS25uWFphNXZoOFBoOTc3cmxuUFBqZ2d4RVJNVy9ldlBqYjMvNFcrK3l6VDZ1dVAzRGd3TGorK3V0WE9HNzgrUEZ4NXBsbmxoMVh2TmRlZTVXT2FXNW9hSWl4WThkR2ZYMTl0R3ZYTG1wcmE2TlFLTVNrU1pQaTE3LytkV2xPang0OVNxOXZ2dm5tR0RGaVJNVzFubmppaVNzY3MrKysrOGExMTE1Yjhab3ROV3ZXckhqODhjZGoxS2hSOGNJTEwyU09HVFpzV0Z4NjZhV1J5K1hpc3NzdWkyZWVlYWIwM3VMRmkrUCsrKytQKysrL1AvcjA2Uk43N3JsbjdMNzc3ckh6emp1dnRwb0JBS2ljTUJVQUFBQm90YkZqeDVaZVYxZFh4M25ublJlSEhYWllSRVI4NWpPZmlaZGZmamtpSWdxRlFvd1pNMmE1YXgxeHhCRXJ2TjV4eHgwWHp6Ly9mT2xJMmFsVHA4YlVxVk9YTytmWVk0K3Q2RjRxVlZ0Ykc2TkhqMTZ0YzU1NjZxa1dyWC81NVpmSDVaZGYzcUk1clpXbWFkeDExMTF4d3cwM2xPMitIRFJvVUZ4MTFWV1J6K2NqbGp4ajlNSUxMMXpoMTJkZER3MUhqQmdSTjkxMFUrWjdQWHYyakRQT09DUDIyMisvVXQ4Tk45d1Fqenp5U1B6a0p6K0p5Wk1ubDQxLzU1MTM0amUvK1UxMDd0eDVuZis4QUFDc0w0U3BBQUFBUUt1ZGVPS0o4Y1FUVDhUOCtmUGp1dXV1S3p1bTlFdGYrbExNbURFakhuamdnZExScGt0TGtpVDY5T2tUUnh4eFJFVmg2dENoUStQR0cyK01XMis5TlY1KytlWFM3dE9sMWRmWHg3YmJiaHNISDN4d0hIamdnU3R4aHl4dDRjS0Y4Y3d6ejVRRnFVT0dESWtmL09BSFpUdVBJeUoyM1hYWDBvN1pMQU1IRGl6Nyt0VFcxalpiWTJXdDZ2V1dkdHh4eDhVenp6eFQ5c01DUFhyMGlHT1BQVFlPTyt5d3FLMnRiVFpuLy8zM2o3MzIyaXRHakJnUmQ5eHhSMW1vMm5SM0x3QUFiVStZQ2dBQUFMUmFodzRkWXZqdzRkR2hRNGRtejhtc3FxcUtNODQ0STg0NDQ0eFlzR0JCMmZOVkc5WFcxcFoyTWxacTZOQ2hNWFRvMElpSXpIVnJhbXJLanYzOXBNdmxjcVhuMXpaOWptMXIxZFhWeFk5KzlLTzQvUExMNDZHSEhvcGpqamttVGovOTlNeXY0NEFCQThyQzFGd3VGL1gxOWRHclY2L1lmZmZkNDdqamppdjdXcDE3N3JseDdybm5yblNOYTFJdWw0dExMNzAwdnZqRkw4YldXMjhkaHg5K2VPeS8vLzRyL0Z6WDFkWEYwVWNmSFVjZWVXUTgrZVNUOGNBREQ4Uy8vdld2dU95eXk5Wlk3UUFBckZqUzFnVUFBTURhYU9EQWdVUHorZnhkU1pMMGpJai9mT0dGRjBhMWRVMUF1YzM3RGRvN2t2U3U3dDAyN1BtVDY3NGZRM2RaOWpNbGdWVXZUZE40K2VXWHkzWWpaNDFwM01HYXorZlg2NUI3NXN5WnNjRUdHNnpVR2cwTkRldjE1Mmh0TnViRmwrTDBjeStJaWU5UG1oWEY0cGZlbXZDU3Yvc0J3Qm8wYU5DZ0czTzUzTGNpNG81NTgrWjljOEtFQ1hQYXVxWkcvbllHQUFBQVFJc2xTYkxjSUxWeFROWXh0K3VqbFExU1k4bHViZ0FBMWk2NXRpNEFBQUFBQUFBQVlHMGtUQVVBQUFBQUFBRElJRXdGQUFBQUFBQUF5Q0JNQlFBQUFBQUFBTWdnVEFVQUFBQUFBQURJSUV3RkFBQUFBQUFBeUNCTUJRQUFBQUFBQU1nZ1RBVUFBQUFBQUFESUlFd0ZBQUFBQUFBQXlDQk1CUUFBQUFBQUFNZ2dUQVVBQUFBQUFBRElJRXdGQUFBQUFBQUF5Q0JNQlFBQUFBQUFBTWdnVEFVQUFBQUFBQURJSUV3RkFBQUFBQUFBeUNCTUJRQUFBQUFBQU1nZ1RBVUFBQUFBQUFESUlFd0ZBQUFBQUFBQXlDQk1CUUFBQUFBQUFNZ2dUQVVBQUFBQUFBRElJRXdGQUFBQUFBQUF5Q0JNQlFBQUFBQUFBTWdnVEFVQUFBQUFBQURJSUV3RkFBQUFBQUFBeUNCTUJRQUFBQUFBQU1oUTFkWUZBQUFBd01wWXZIaHhqQnMvb2EzTEFHQWQ5dHJyYjhUQ2hZdmF1Z3dBWUMwa1RBVUFBR0NkOXVHY09YSERUMzhlMWRYVmJWMEtBT3VvaG9hRytIRE9uTFl1QXdCWUN3bFRBUUFBV0NjdFNvdVRhcEprVWpGTjYyWjkrR0ZibHdQQStpQk5weFFhWW1KYmx3RUFyRDJFcVFBQUFLeVQzcC93MG10OSttNTNUSzZxdWtkYjF3TEErcUdRcE5QZWZlT2xjVzFkQndDdzloQ21BZ0FBc0s0cXZ2UDZLK01pd2plOUFRQUFXQzF5YlYwQUFBQUFBQUFBd05wSW1Bb0FBQUFBQUFDUVFaZ0tBQUFBQUFBQWtFR1lDZ0FBQUFBQUFKQkJtQW9BQUFBQUFBQ1FRWmdLQUFBQUFBQUFrRUdZQ2dBQUFBQUFBSkJCbUFvQUFBQUFBQUNRUVpnS0FBQUFBQUFBa0VHWUNnQUFBQUFBQUpCQm1Bb0FBQUFBQUFDUVFaZ0tBQUFBQUFBQWtFR1lDZ0FBQUFBQUFKQkJtQW9BQUFBQUFBQ1FRWmdLQUFBQUFBQUFrRUdZQ2dBQUFBQUFBSkJCbUFvQUFBQUFBQUNRUVpnS0FBQUFBQUFBa0VHWUNnQUFBQUFBQUpCQm1Bb0FBQUFBQUFDUVFaZ0tBQUFBQUFBQWtFR1lDZ0FBQUFBQUFKQkJtQW9BQUFBQUFBQ1FRWmdLQUFBQUFBQUFrRUdZQ2dBQUFBQUFBSkJCbUFvQUFBQUFBQUNRUVpnS0FBQUFBQUFBa0VHWUNnQUFBQUFBQUpCQm1Bb0FBQUFBQUFDUVFaZ0tBQUFBQUFBQWtFR1lDZ0JRUGUzRUFBQWdBRWxFUVZRQUFBQUFBSkJCbUFvQUFBQUFBQUNRUVpnS0FBQUFBQUFBa0VHWUNnQUFBQUFBQUpCQm1Bb0FBQUFBQUFDUVFaZ0tBQUFBQUFBQWtFR1lDZ0FBQUFBQUFKQkJtQW9BQUFBQUFBQ1FRWmdLQUFBQUFBQUFrRUdZQ2dBQUFBQUFBSkJCbUFvQUFBQUFBQUNRUVpnS0FBQUFBQUFBa0VHWUNnQUFBQUFBQUpCQm1Bb0FBQUFBQUFDUVFaZ0tBQUFBQUFBQWtFR1lDZ0FBQUFBQUFKQkJtQW9BQUFBQUFBQ1FRWmdLQUFBQUFBQUFrRUdZQ2dBQUFBQUFBSkJCbUFvQUFBQUFBQUNRUVpnS0FBQUFBQUFBa0VHWUNnQUFBQUFBQUpCQm1Bb0FBQUFBQUFDUVFaZ0tBQUFBQUFBQWtFR1lDZ0FBQUFBQUFKQkJtQW9BQUFBQUFBQ1FRWmdLQUFBQUFBQUFrRUdZQ2dBQUFBQUFBSkJCbUFvQUFBQUFBQUNRUVpnS0FBQUFBQUFBa0VHWUNnQUFBQUFBQUpCQm1Bb0FBQUFBQUFDUVFaZ0tBQUFBQUFBQWtFR1lDZ0FBQUFBQUFKQkJtQW9BQUFBQUFBQ1FRWmdLQUFBQUFBQUFrRUdZQ2dBQUFBQUFBSkJCbUFvQUFBQUFBQUNRUVpnS0FBQUFBQUFBa0VHWUNnQUFBQUFBQUpCQm1Bb0FBQUFBQUFDUVFaZ0tBQUFBQUFBQWtFR1lDZ0FBQUFBQUFKQkJtQW9BQUFBQUFBQ1FRWmdLQUFBQUFBQUFrS0dxclFzQUFBQUFBR0QxMjNpenZvT3JhOXNQcTNSOHNWaDRJMTlWdmJEVUxqUlVKMG51VTVYT1QzSzVjVTNiYVNIdEdrbmFzNUs1YVM0dDVDSS9vYnllNG1aSlJJZUthby9pOUh5dWFrclptc1ZpLzhvcWp5aEUrbFpWTHY5UmFXNWF6RVVhL1NxZHYvUzlGOUpDNTF5YWJGTEozTXg3VDlQZVNacDJxdWppYVRvcnllZmZMK3Rxd2IybmFmSk9McC9NYmUzOHBlKzlXRWpya3lUdDA5cjVhYUd3Y1NSSmwwcm1wa255WVM1SkpwYjF0YUQyWXBLK2wwL3lzMXM3UDVKNE5VbHl4ZEo2YS9MZUkrYmxjcm0zbS9ZVm83Qk5Va3p5RlYwOFRTWW4rV1JHV1ZlTGZ0MFVYOHZscXhZM3RodUtoZmI1U0RhdmRINnozelBGaG8xeWtldFd5ZHhpa3N6UEo4bWJaZlVVaTMwam9xYXk0bGZ0dlJjYUZ0Zm1jdm10S3AzZjdQZE1XdWllcEVuM1N1Wm0zWHNoVGJmSXBXbTdpbXBQMHFtNUpEKzFySy9KdlNkcHpJdzAzcHliWC9qS3RBa1Q1bFN5NXZwSW1Bb0FBQUFBc0o3cnRlWDJPOVZVVjQxS2szU0RTdWZrY2xVeklra2JTdTE4UHBkR2JGanhSWlAwZzdKbVB0cWxrWFNzYUdva2FTUnAyVGY0Yzdta1MxcGhPSktML0VlUnBIUExPNU1lRmRVZEVmbUltWkdrcFhBa1NaSWtUYU9pY09QakNlWDNuazl5ZFdrYUZZV2hXZmVlUkhTT0pLbXQ3TnJKZ29qMHc3SytGdHg3a3NUc2lIUmhXV2NMNWpmN3VsZEZiYVJKNTliT2o2cGNwMGlqcnFLcEVRc2pTY3ZDMEJaOTNaUGt3NGgwUVd2bkowbE1qVWpUVW5zTjNuc3VZbEVrNmF6eTVYTGRJeGRKUlplT21CTkpPcjk4MGNydlBSZjVhWkdrcFNBNW4wdXFJNUtLLzMrejlMM25jdm42aUdoZnlkUjhSRU1rYVZrWW11U1RibWthRlFYSnEvcmVjMVZWVlJIUnRkTDV6ZTQ5Y2gzU3BMSWZITW02OTN4RTF6UkpLc3IvY3BITWl5U2RWOTc1NzN0UGt5Z214WFJHeDZpN1lWb011U1ppOU9Lc2RkWjN3bFFBQUFBQWdQVmNUUzUyU0NPNjVKSWsxNjVkWFZUbEs4b1lLZzlPczFXMEMzVTF6YTlmOHRGYUZlMklXNDYydlBmMmxZWlF5MUI1QUphdExlKzkzWktQMXFwb0YraHliTFNTODFmbTN1dFdjbjduSlIrdFZYbmdubTFsYXE5eDc2M1djY2xIcG9XTEZ1VVdMVnJjSTlKMFVKOCtpK3JmZVNkbXJzUzExbG5DVkFBQUFBQ0FUNGoyN2VyaVcxLy9jZ3pjdnVJVGF3SDRoTHBueEVQeHg0ZWZqUGg0dDNDNndnbnJLV0VxQUFBQUFNQW5SRDZmajM2ZjJqS0c3cnhEVzVjQ3dGcnVyOCtPanZqNG1ieEpzVmlvNk1qbzlWR3VyUXNBQUFBQUFHQTFLeWFUSW1KV0JTTUJnQ2FFcVFBQUFBQUE2N2trbDh4SWtwalQxblVBd0xwR21Bb0FBQUFBQUFDUVFaZ0tBQUFBQUFBQWtFR1lDZ0FBQUFDd25sdTh1TkF1VGFPbXJlc0FnSFdOTUJVQUFBQUFZRDJYcjhyM1NaTFlzSzNyQUlCMWpUQVZBQUFBQUdBOWx5VEZxalNOZkZ2WEFRRHJHbUVxQUFBQUFBQUFRQVpoS2dBQUFBQUFBRUFHWVNvQUFBQUFBQUJBQm1FcUFBQUFBQUFBUUFaaEtnQUFBQUFBQUVBR1lTb0FBQUFBQUFCQUJtRXFBQUFBQUFBQVFBWmhLZ0FBQUFBQUFFQUdZU29BQUFBQXdIcXVtQ1NGSklsaVc5Y0JBT3NhWVNvQUFBQUF3SHF1V0NpOEc1Rk9iK3M2QUdCZEkwd0ZBQUFBQUZqUFZlZXE1a1VrQzlxNkRnQlkxd2hUQVFBQUFBQUFBRElJVXdFQUFBQUFBQUF5Q0ZNQkFBQUFBTlp6RFdtaFM2VFJvYTNyQUlCMWpUQVZBQUFBQUdBOWwwK1NUZEtJcm0xZEJ3Q3NhNFNwQUFBQUFBQUFBQm1FcVFBQUFBQUFBQUFacXRxNkFBQUFBQUFBNEpNalRkTklrbVNaNzczOHlxdWxkby91RzhaR0czVXZ0U2RQL2lDbVRwdGVhZy9ZZnR1S3Ivdmd5TWNpU1pMWWM0K2gwYkZqZmFsLzd0eDVjY05OdDVYYVhUZm9FdC80K2xkYWRFK3Iwc09qSG84NWMrWkZSRVN2WGoxaWo5Mkh0bGt0Z0RBVkFBQUFBQUJZUTE0WU16YXUvY0ZOY2RHRloyUUdvWXNXTFlvVFRqcXIxRDdwaEdQaXBCT1BLYlYvZis4ZjQxZS8rVjJwL1gvUGpxcm91ZzBORFhIanpiZkZqQm16b3FxcUtuYmRaY2U0K3NxTG9xNnVMaFlzV0JqMzNmOVFhV3p2M3IwcURsTWJHaHBpL0t1dlZUUzJxZnI2RHJIRjVuMHkzL3Z2MjM0VEV5ZE9pb2lJb1VPSENGT2hqUWxUQVFBQUFBQ0ExZTdIUC9udnVPT3VleU1pNHBKTHI0bmYzSDVUMU5kM1dDUFgvc3ZUL3hzelpzeUtXQktBZnZUUlIxRlhWN2ZTNjg2YTlXRlorRnVwblhZYUZEZmY4UDJWdmo2dytubG1LZ0FBQUFBQXNOcHR0bG52MHV2MzM1OGMxMXg3NHhxNzlyMzNqU3hySDM3WS8ydnhHb1ZDWVJWV0ZERno1cXg0NisxMzQ2MjMzNDMzM3B1MFN0Y0dWaDA3VXdFQUFBQUFnTlh1a0M4Y0VIOTY0aS94Zi84M0ppSWlIbm4weWRoajkxMWp2OC91SGE5T2VEMFdMMTRjaXhjM2xNMlo4c0hVR1B2eStGSzc2Zk5TSTZMMFhsMWRiWHlxNzVhWjEzMzVsVmZqdWVmR2xOcmR1M2VMZmZiK2p4YlZQbW5TbERqMTlBdmorT08rRko4LzZMTXRtcnNzZDl4NWIrbkk0czM2OUk3ZjNYM3JLbGtYV0xXRXFRQUFBQUFBd0JweDBmbG54QmVQL2tZc1hMZ3dJaUt1dWZiRzJHM1l6dkh0Qzc0Ymt5ZC8wR3o4QTM5OEpCNzQ0eVBMWEsveGlOMVA5ZDBpN3ZqMVR6UEgzSHJiSFdYdFk3NThlRlJWVlI2UHpKZ3hNMDQ5L2NKNGQrTDc4ZDBycm90L3ZQUktuSHYyTjZPMnRqWTZkKzRZTi83NHF0TFkwUys4RkwrOC9iZi92dDhMem9pTmUyM1ViTTFPblR2Rm4vNzA1NHByQU5xT01CVUFBQUFBQUZnak50NjRaeHgvM0ZGeHk4OXVqNDRkNitPU2k4OWFyYzlOZldYY2hIam0yZWRLN1M1ZE9zZC9mdUdBaXVmUG5Uc3Z6ampyTy9IdXhQZExmWDk0WUZUVTFkYkdPV2QvTTZxcnEyT1hYWFlzdmZmQWc0K1dYdmZzMlNPK2NQRG5Ja21TekxXRnFiQnVFS1lDQUFBQUFLem5pc1hjUjdsOExJcUlkbTFkQ3h6NzVjUGp2ZmNteFVrbkhCTTllL2FJaUloMmRYVlJWMWNiRVJFTEZpd3NqYTJxcW9xcXFueXAzZEJRaUlhR2Z4OEYzRGlucnE2dTJYWFNOSTNyZjNoTFdkOCtlLzlINXRnc00yYk1qRFBPK2s1TStPY2JaZjBEdHQ4MlR2bm1jYzNHZi9UUi9IajZyLzliYXUvK0g3dkUvUGtMTXRkdTM5NXZSVmhYQ0ZNQkFBQUFBTlozYWNQRUpLcW5SY1NtYlYwS1ZGZFh4eVVYbjEzV2QvZGRQNCtJaUFVTEZzU2UreHhTNmovK3VLUGlwQk9PS2JWdnZPbTIwbk5HSXlMKzh1UWZsbm1kQi83NFNObnpWaU9pTEpoZG52ZmZueHlubm41aFRIeHZVbGwvdjIzNnhvK3UvMTYwYTljOERMMy9nWWZMd3RQZjMvdGcvUDdlQnpQWC83OW5SMVZVQjlEMmhLa0FBQUFBQU91NWZMNXFjU1JKb2EzcjRKTnIyclFabWJzMHUzZnZ1dHlkb3NzNkluZEZaczZjRlRmOTlKZXRtanQ3OXB3NDhSdG54N1JwTThyNkIyeS9iZno0aDFka0hrdmMwTkFRZC8zMnZsWmREMWk3Q1ZNQkFQakVHelJvME02NVhPNmlwbjFwbW02UUpFbVBpS2hPMC9TU0hYZmM4UnROM3k4VUNqLzV4ei8rOGVRYUx4WUFBR0FkZE9YVlA0cS9QZk4vemZwL2ZQMFZNV3pZVHFWMm9WQXNleitYeTdYcWV0Kzk0dnFZTld0MnErYk9tVE0zNXN3cDc5dHBwMEh4ZzJzdVhlYnh2TCs3OTQ4eFpjclVWbDBQV0xzSlV3RUErTVRMNS9QL1ROUDBrS1o5VFgvNk9VbVMzWmFlMDlEUWNNSWFLZzhBQU9BVFkvSGl4V1h0cXFxV3h4aS92ZWYrek9DMnRRNzQzS2ZqT3hlZEdkWFYxWm52ejV3NUsvNzcxdCtVMnB2MTZSMkhIbnBRMlpoSEgzMHFYaGszSVNJaU9uZnV0TXBxQTFZL1lTb0FBSjk0bzBlUG5qMTQ4T0FSU1pJY3VyeHhhWnBHa2lSUkxCWWZmZVdWVjJZc2J5d0FBS3hOQ2xIb2tZdWtjMXZYQVZsT08vT2ltUHJCOUlpUFR3RXFlKyt1MzQ2SWh4NzZVNms5WSthc3N2ZVBPdnJmaHdodHZISFB1UDRIbDhkamovMjVSZGYvWU9xMFpiNTN3dkZIeHplKy9wWGx6ci91aDdmRTNMbnpTdTJ6enp5NWJMZHRSTVRkOS96NzJhNDdETnl1UmZVQmJVdVlDZ0FBRVZFc0ZuK1p6K2NQVGRNMEl1TzVQSTM5Uy94K3pWWUhBQUFySnhkSjkwZ1QyK0ZvTTkrLzZ1SW9GSXJ4NWx2dnhQRW5uRkgyM3R0dlQ0ekprei9JbkRkOStzeVlQbjNtTXRmOTE1dHZsMTQzQnJFRHR0ODJ4cjQ4UGlJaWVtL1NLeWErTnlsemJwcW1jYy92SG9nYmIvNUZzL2ZhdGF1TFN5ODVOL2JkWi9mbDN0ZkRveDZQUng5N3F0UWVOblNuMkxCNzE3ajZtcC9FMldkK0kycHJhK09WY1JQaS9mY25sOFlNR1RKd3VXc0NhNWZXSFRZT0FBRHJtVVdMRm8xTzAvVHRwVVBVcHBJa2lUUk5weGFMeGRGcnREZ0FBSUIxWEcxdGJiUnYzeTVxYTJ0Vys3VjIyT0hqblo5OU50MGt2bjN1cVpsajNucjczVGpsdEF2aXVoLytOQll1WEZqMlhuMTloL2psYlQ5ZVlaQWFFZkc3My8reDlMcXFxaXErZU1RWDRveXp2aFAzM2Y5UWZPT2I1OFhVcWRQTGRxVkdST3k3OTRyWEJkWWVkcVlDQUVCRVZGZFhmeGdSZjRtSVk2UEprYjdSZkZmcStJaVkyRVpsQWdBQXJIY3VPTyswbUw5Z1FVUkUzUHpUWDhhN0U5OHZ2WGY1cGVkRlRjMi9BOWhSanp3WmYvN0xNNlgyMVZkZVhIcmRvWDM3aUlqb3QwM2ZhTisrWFZ3Ny9OS3k0M2NqSXViUFh4QTMzblJiM1BuYis2S2hvU0d6bmk1ZE9zV1dXMnpXckw5UUtFUStueS9yKy9MUmg4V0ZGMThaRVJHbm4zWmlUUGxnYWt5Yjl2RlRZY2FOLzJkODVmaFRZL2JzT2FYeE93NGVFQnR0MUwzaXp3M1E5b1NwQUFBUUVTKzk5TkpIZ3djUGZqWWlqb2lJdXF3eGFab1dJK0xGbDE1NmFka1AxQUVBQUtCRmR0dHQ1NGlJbURwMWVyelg1RGpjWHIwMmlnTSs5K215c2VQSC83T3MvZWw5OTJpMlhxOWVHOFh3cXkrSkxUYnZVenJ1dDlIQ2hZdmlqeU1mVzJhUXVqeUhISFpjYk5kL20vaVAzWGFKb2JzT2llN2R1OFcrKyt3ZVczOXF5OWg0NDU1eDFKR0hsTVorZi9nTmthWnBzeU9LdjNUVWY3YjR1a0RiY3N3dkFBQjhMQzBXaTZQVE5NMSttTTdIeC93dWpJakhJNks0WmtzREFBQlkvejM0MEdOUkxQNzduMXNEQi9SdjlWcTc3TEpqWm4rWExwM2l3dk5QSytzYlBHajdGYTVYS0JSaXlwU3A4Y1NUZjQzdlhYbDlISFR3bCtPamorWkhraVJ4enRtbnhDVVhuMTBhKzUrSEhCaFhYM2x4VkZXVjcyZmJjb3ZOWXM4OWhyWDZub0MySVV3RkFJQWxGaTllUEM1SmtqY2IyMm1hbGgzeG02YnB6RVdMRnYyMXJlb0RBQUJZWDAyZE9qMXUvOVhkWlgyN0RkdHB0VnhyNzczK0kvYmVhN2ZvMUtsalhQWmY1OGFWMzd0b2hYTm16SmhWMXU3U3BYTzBiOTh1WWtrWTI3RmpmZG43L2JicEcvWDFIY3I2emp6OTY2WEh5UURyRHNmOEFnREFFdVBHalpzN2FOQ2d4M081M0w1TFBTZTE4Uis4STE5NTVaVVpiVlVmQUFEQSt1cmhSNTZJano2YVgyclgxZFhGSHJzUFhXM1grL2E1cDBhU1JIVHIxclgwak5QbG1UemxnN0oyNzAxNkxYUHN6Sm16NHN5ekw0bFpzMmFYK2o3ejZUMWo2TkFoWmVQeStYemtjcm5TYTJEdEpFd0ZBSUFtQ29YQ2lGd3VkMlhXZTJtYS9uek5Wd1FBQUxCK1dMeDRjZno4djM5ZDF2ZmlQMTZPWWNOMmlxOGNjMFFVQ29XNDVXZTNSNXFtOGRuUDdObHNaK2VxdE9HR1haZjUzdHk1SHpYcmUrMjFmNVcxTjkxMDQ4eTVreWQvRUtlZGNWRzgvYzdFVWwvUG5qM2lnbStmMW16c04wOCtMcjU1OG5ITitoc2FDaXVzSDFoekhQTUxBQUJOakIwNzl0VmlzZmozcGtjdkpVa1NhWnErTW1iTW1PZmJ0RGdBQUlCMTFJSUZDK0tjYjE4V1QvMzVtYkwrWDk3KzI3ajRrcXRqNHNUMzQvaXZIaFUvdnY2SzJHQ0RMbkhjVjQ3S1hLZFhyNDFpaDRIOVN4K3JRbTF0VFZsNzFxelpNZUsra2JGNDhlSW9Gb3Z4MnV2L2lqdnV2TGRzekpaYmJ0NXNuZWVmZnpHT08rSDBzaUMxdHJZMnJycmlvdWpVcVdORnRVeWNPQ2srK0dCYXFaMkVZNEdocmRtWkNnQUF6ZDBTRWJ2R3Y0LzNqWWdZMGFZVkFRQUFyTU8rODEvWHhQLys3K2pNOXg3NzA1L2o4U2VlanUzNmJ4TURCL1NQUXc4NU1KNGYvV0tNZnVFZnBURk5IOFd5LzM3N1JyRllqRUt4RUwrNTgvZlIwRkNJeFlzV3g0SUZDK0xySngwYnRiVzFMYXF0dnI1RDFOZDNpTGx6NTVYNnZqLzhodmorOEJ1V09XZjc3ZnFWWGk5WXNDQnV2ZTJPK1BVZHZ5K3JNNS9QeDlWWFhsUTJ0cW4vL2QvUk1meTZHNk8ycGpacWFxcWpXQ3pHMis5TWpHS3hXQnJUcmRzR0xib1hZTlVUcGdJQXdGSUtoY0lmY3JuY25Jam9HQi8vby8yalFxSHdXRnZYQlFBQXJWWk1aeVg1bUJjUm5kcTZGRDZaK2l4MUxPN1FvVU5pN05qeE1XL2V4MGZxRm92RkdQdnkrQmo3OHZoV1gyUGdnRzFiSEtUR2toK2kzWHV2M2VMQmtaWDlzNi9QcHB2RWpvTUhsTnBublBXZEdQUGl5MlZqcXFxcTRydVhmVHQyLzQ5ZGw3bk9WbHR0SGhNblRscnV0YmJjY3JPS2FnSldIOGY4QWdEQVV1YlBuLzlSbXFaL2JkeVZtaVRKUzdsYzd0MjJyZ3NBQUZvcnllWGZpeVJtdEhVZGZISWRlT0JuU3E4L3QvKys4YVBydmhlMy8vS0cyR1dYd2F2c0dwLys5SjZ0bm52cUtWK0xQcHR1c3NKeDNidDNpMnVIWDlyMEZLTzQ2TUl6WTRNTnVwVGE5ZlVkNGljL3ZDSStzNEo2dW5mdnR0eG50M2JwMGprTy92eitGZDhEc0hyWW1Rb0FBRXQ1L2ZYWEZ3MGFOT2l2RWJGL1JDUVI4WTlGaXhhOTM5WjFBUUFBckt2NmJyVkZiTnZ2VTdISkpyM2kwa3ZPaVZ3dUYzMDIzU1J1L1BIVjhmb2JiOGFmLy9Kc3ZQTEtoSGo3N1hkanp0eDVNWGZ1dkxMamJwdHE4b092a2N2bElwZExvcXFxS25ZYnRuT3I2K3ZhZFlQNDFmL2NHQStPZkN4ZUdQTlN6Sm8xT3dxRlFpUkpFbFhWMWRGOXcyNHhjTUMyOGJuOTk0ME9IZHFYemQyc1QrLzR3ZkJMNCtSVHZoMWJidEVucnJ6aW9vcUMyWWlJYmZ0dEhYLzkyOThqbGh3TFhGTlRIUjA3MXNmQUFmM2pHMS8vU3NYUFdnVldIMkVxQUFBMGwwYkVjMG1TVEVuVHRGdWFwbjhaTjI3Y29yWXVDZ0FBWUYxMjdqbW54TGI5UGhYNWZMNnN2KzlXVzBUZnJiWllMZGNjc1AyMjhYL1BqcXBvYlB2MjdlTElJdzZPSTQ4NHVGWFh1Zm5HNzhlMi9UNFZOVFUxRmMrNzd0ckxXbnd0WU0wU3BnSUFRSVppc2ZpUEpFbmVqWWgyRWZGTVc5Y0RBQUN3cmh1dy9iWnRYY0pxdGNQQTdkcTZCR0ExRUthdVFPK3Qvejk3OXgwZVJiWCtBZnc3c3lXYkhsSklDS1JRa3RCQ2FBSlJpbHdVRWE0Z1dMQURLZ0lDSXMxeVVVQkJCRVRFYTZGZUVZVWZvdElSa0dKRlFRUkVVQWlkVUJMU0lEM1p6ZTdPN3crVFlTZlpKQnVTTUx2aCsza2VuaWRuWnM3TU80ZzdPZnZPZVU5MFE2M29FU1Z2a05EVzBiNFdpL21ZUnF1Vlp6Q1lpeXp1V3EwbXh1R0xDemhzMjVUTWxvYUNSaFBrU0ZkSnN1WUtvbmphZHB2VklzV0tvcUFwdjVkTmY2dDBRZEFJeWpVVXFuRHZaV0szU1A2Q0tJUTcwdFZxbFN5aVJqaXFqTWZhVEJCRUwwZjZTeFpMbXFEVlhGWnVkRHgyczlseVFxdlRGSlMwTFdhelhxUFJ0blMwZitsN2g5VWFBa0VNY2FTclZiQVVpTkNjc04wbVdhMHRCVUYwNkZVbUt5eVhSVUdUcHRoWWhYdTNTdGFqb2loYTVMWkY4aEpGb1ptai9VdmZ1OVZxRFJjRnNmeWkvellzVmlsTG94SE9LVFpXNWY4M1dNNXBCRTJXemJVMW9pREdWdHpMUnVuWUpVdVFDSTFEdFRna3lXb1NSUEdZb2o4c01hS2tjWGZvMnBMMUNrVHhpbkliUDJzYzRxU2ZOWkxGYXNxSGVXL2E2V04vT0hJdVo5QW9PcnFoS0xqZDd1aS9lOWo1dkt6dXY3MmIrWGxaMS82L3UxV2VGVGY3TXlmYkNIaTZXVTBhUVVqSnpMUGVIOW04clNKMmkyVHgxVURqK0t2VFR2U2NyR3IvNm56ZTJ1dHZzVWlOTmFMZzYwaFhxMlM5S29yaUJjWEdxdnlidFVxblJZMlFlNzFkdmQ4Um5PVlo0K0QxRmZkZTNkOXJTLzkrNUlyUE8zdmtNWjhMUHdmNCs1ZGpPTmJqV0E4YzYvR3p4Z0dWZmRaWUlhV0xGdWwwcnNiNGQvcUpFem1Pbk5OWldDUnJoQWpCb1g4RFJFUkVkQjJUcVJWbzJLeE5JNjBnTG9ZZ3RTL1pKZ0gxSGUydjBXclNJVWh5VVhlTlR0UktrQndhYkFDQUlDQlZzVUVyZWttUVBNcnRvT2dybUNCSW1ZcHRHZ1JKa0lUeWU5a2NxMFUySUJYYWJxdkt2WmVPWGREQ0lFbVNqME45TlpBZ1NJcEJvaUFLZmhJa3g3NGcxNHI1RUtSYzIwMVYrdSttRTY5Q2tNeHlXNnNSSlVpQmp2WXY4OTlORkR3bFNKNk85QlVobWlGSWlzR0dvQkVDSkVseWFMQWlRc3lCSUJYWWJxdkt2WXVpa0FaSTB2VnJTem9KcU9kby96TC8zVFdDanlSSkJvZXVyWUVSZ3FUNGtyZEtzUXRpRmlBWnI1OVBFQ1JKY25pQVVEcDJFYUs3Qk1taEJRa0VVYkFBVW9haXZ5VDZTNExrMEdlc0lBaDVFS1E4MjIzOHJIR01zMzdXQ0ZyQUU3b1VNYkxGb0pUengvYzVkRDRWL2ZPOEV6NkRnRHNrT1BidkZ2WStMNnY3Yis4bWZsN1d2Zi92Ym8xbmhScWZPWVZtUUlBa0NGcmhYUWlTOGxraGlHNlNKRG1VRUlTVFBTZXIycjg2bjdmMitvc2ErRXFRM0J6cUt3cUZnSlJ0dTYxS3NXdWtheEJRZFAzYTFmc2R3Vm1lTlk1ZFgzbnYxZjI5dHZUdlI2NzJ2TFBIZHN6bjJzOEIvdjdsQ0k3MU9OWUR4M3I4ckhGRUpaODFnZ0FyZ0t2ZU1IeVFqZzV6Z0lORmRzL2poRVFCWHBBRWgvN2ZKU0lpb3V1WVRLMkFEbWdFQVMwRkNDSHVCZ00wV29mR09MWWMvaVd4SEE2OTRWb09Relg3KzFXakw2cDU3ZXIyOXlyK2M2TWNIa3lYb3pxeDY2dlozN2Y0ejQwS3JrWmZWRE4yOStJL044cmhMd0xLVVozWXhXcjI5eTcrYzZQNFdhTk9mN3VmTlNhakNhYWlJa0NTZ3R4MFFoc0FUdi9sOGovUE82R0pJRUR2WVRCQW8zWDQxd05YL3J5OGxmKy9jK1ZueFUzL3pKRWtDWklrd1YwVUJaVS9jMXo1T1ZuZC9oN0ZmMjVVUURYNndobWZOVlZRYS9kdU1ocGQ3bmxuajJMTTUyNkExdkV4bnlzL0IrcmM3MTlWNE1xL3U3ank4OXVWbjJFYzY5MjRPdnRaWXpTYXhLS2lvdnFRcExiaDRTYXZDeGR3clJyWElpSWlJaGZBWktvRDNOME5HRDdrQ2JSdTBWenRVSWlJeU1tdDI3d1YyM2Q5Vjl5cThrczRhcExjM2QzeDNOTkRFTnVxYnE5ZlFrUkUxYmR1NHhacy9YWm5jY3Vsbm5kbFNaTEczZDBkUTRjOGlWWXRPZVlqSXFLS2JkcThGVHQyN1FZQWlLSkdxclFERVJFUnVUd21VeDJnMFdnUTFiUUpPcmFQVXpzVUlpSnljbnYzSDdCcFdTbzQwdmxvTlJwRVJ6WEZiUjNhcVIwS0VSRTV1YjIvL1c3VGNxM25YV21TSUdnMVdnMmFOVzJDOXUwY1g4NlBpSWh1VGZ1THgzd1NJRml0Rm9mS0hoTVJFWkZyRTlVT2dJaUlpSWlJaUVndGdvUHIveEVSRVJFUkVkR3RpY2xVSWlJaUFpVEp4V3MwRWhFUkVSRVJFUkVSRWRVOEpsT0ppSWdJa2lDdzlEOFJFUkVSRVJFUkVSRlJLVXltRWhFUkVVc2NFaEhSRFJGRk1jVnExVnhVT3c0aUlpSWlJaUtpMnNKa0toRVJVUzBRSUJRS2tpWlA3VGlJaUlocWs0ZUh4MUd4Q1B2VWpvT0lpSWlJaUlpb3RqQ1pTa1JFVkFzTTdvYURPUVVGUDZvZEJ4RVJFUkVSRVJFUkVSSGRPQ1pUaVlpSWFvRkdveW53MHJoelppb1JFUkVSRVJFNUJVbEFDZ1JrcWgwSEVSR1JxMkV5bFlpSWlJaUlpRzZJMVdJeDVPVmQ4MUE3RGlJaUlxcWNLSW5wQXBDamRoeEVSRVN1aHNsVUlpSWlJaUlpdWlFRmhRVWR2UHpyOVZBN0RpSWlJaUlpSXFMYXdtUXFFUkZSTFNneW1ZS04xcUpHYXNkQlJFUlVteVFKN2hJc1htckhVUjBTQkVudEdJaUlpSWlJaU1oNU1abEtSRVJVQzR3bVU2eWJ1eGl2ZGh4RVJFUlVNUUV3cVIwREVSSFJ6V0EybTl3a0NUcTE0eUFpSW5JMVRLWVNFUkVSRVJIUnJZd3pVNG1JNkpZZ2F2UVJnaUFGcVIwSEVSR1JxMkV5bFlpSWlGamlrSWlJaUlpSXFJNFRCS3RPa2dTTjJuRVFFUkc1R2laVGlZaUlpQ1VPaVlpSWlJaUlpSWlJaU94Z01wV0lpSWpBRW9kRVJIU3JraVNKYThjUkVSRVJFUkZSdVpoTUpTSWlJaUlpb2x1V0lJRGxEb21JaUlpSWlLaGNUS1lTRVJFUkVSRVJFUkVSRVJFUkVkbkJaQ29SRVJHeHhDRVJFUkVSRVJFUkVSR1JIVXltRWhFUkVVc2NFaEhSamJJS2dtQlZPd2dpSWlJaUlpS2kycUpWT3dBaUlpSWlJaUp5VFhvMy9mSGNyS0lEYXNkQlJFUkVqck5ZTEVnNGRSWjZONzNhb1JBUmtaTkxTazRCQUFpQUpJb2FTZTE0MU1Ka0toRVJVVzBRaEJ4SW1tdHFoMEZFUkZTYjlEcDlzc1phbUtoMkhFUkVST1M0Z2tJakZuK3lCbm85VjNzaElxS0s1ZVVYeUQ5YnJSWkIxV0JVeEdRcUVSRlJMZkR5OVB3dEt6VjdsOXB4RUJFUkVSRVJFUUdBVlJJeU5JTFZMRWthVFpIRkNzbGtWanNrSWlKeVVsYXJGWG41K1pDc1ZraEFMaUNjdXlEbUZEalF0VTVpTXBXSWlJaUlpSWlJaUlpb2pzdEt1L1pUdlJEL01aTW5qbG5hdEVra2ZIMTgxQTZKaUlpY1ZPTEZpNWozM29kSXo4Z29zRnFsdDAwV2FSbk9ueTlVT3k2MU1KbEtSRVJFUkVSRU44Uml0bmdialNZL0FDeHRUMFJFNU9TeXN5OWR6YzYrdE96NTU1NWVxbllzUkVUazNIeDlmZURtcG9jZ3dDS0tRa0xLeVQ5VDFZNUpUVXltRXRVUnVibTVPSjZRZ09QSEU1Q1Ntb0xKRXlmZWxPdG1abVppeXpkYjVYYjM3dDBRSGhaMlU2NWRvcUNnQU4vdTJDRzNXN1pvaWVqb3FKc2FBMUZwa2lScHpHYWpSdTA0aU9xaVk4ZU9JVDgvWDI3SHhzYkN6YzJ0VnE5NS92eDU3TnUzVDI1Mzd0d1pqUnMzbHRzWExseEFlSGg0cmNZQUFEdDM3a1JPVGc0QUlDUWtCTGZmZm51dFg1T29JZ1dGQlozZGZEUjNJd1ZMMUk2RnlOWGw1dWJpL0xsemFCMGJlOU91ZWZueUpZU0dOb1FnVkx6OFZlTDU4ekNaakhLN1NkTm0wR2h1M3ErNmhRVUYyR2t6NW12ZXNnV2lvcUp2MnZXSmlJaUk2TmJHWkNwUkhaQjQ0UUtlZm5hNFl0dmRkOTJGdG5GeHRYN3RqSXdNTEYreFFtNUhSa1pVbWt6TnlzckM1YVNrS2w4cktDZ0lRWUdCWmJibjVPYmlnNDgrbHR2UFBEMk15VlJTWFdGaFlYT05oNzQ5Z0IwT0hFNUVOckt5c21BeW1SQVVGR1IzLzl5NWMzSCsvSG01dlhyMWFqUm8wS0JXWXpwOStqUVdMVm9rdDMxOWZkRzRjV01jT1hJRWkySW5TSllBQUNBQVNVUkJWQll0UWtKQ0F0NTY2eTNFeDhmTHg1ak5acHc4ZWJMSzEvTDA5RVJFUklUZGZaOSsraWt1WDc0TUFPalVxUk9UcVVRMVFKSmdVVHNHdXJWWnJWWjh1MjByUGx2eEtVeEdFejVjdUFnTlFrT0I0bWRKY25MVngwNjJHalVLczVzc0xjalB4NWlSSStEbDVZWDRPN3FpMTExM0k2WjVjN3ZubURYalRWeTZkRkZ1cjFtN0hsNWVYdVZlTXlzckM4azNNT1lMREFwQ1lEbGp2a1VmZnlpM2h3eDdtc2xVSWlJaUlycHBtRXdscWdNaXdzTVJIUldGazZkT3lkczJiZDVjNVdUcWdZTUhjZW5TcFVxUGE5R2lCV0tpL3htNFdxMlNZcDhvaXBYMlAzam9EN3oxOXR0VmlnMEFoZzBaZ2ljZWY2eksvWWpVWUxGWUdnaUNOVkx0T0loYzBabzFhL0IvLy9kL0NBME5SYnQyN1hEMzNYZWpiZHUycXNhazErc1ZiYXZWaXZ6OGZNeWVQUnRKeFY4V3o1Z3hBeDk5OUpFOFl6VXJLd3ZQUC85OGxhL1Z2bjE3eko4L3Y0WWlKNkxLQ0lKUXBIWU1kR3Zic21rVEZpLzhTRzdQbnpjWGMrYk5oeWlLeUVoUHg4aG5uNm5XK2RkdDJtSzNnc052disyRHlXVEMxYXRYOGMzbVRhaGZ2MzY1eWRTcU92ekhJY3g5ZTFhVit6MDVaQ2dlZWV6eEdvbUJpTXBxMkx4NWdDanB1bTdic1FzZDJzV2hmamt2THhJUkVibnAzZEE0TWdLcDZSbW5qWVhHTExYalVSdVRxVVF1WU9IaXhZcFN1dllVRlNtL0EvcnhwNS9Sci8rQUN2dU1HakVDLys3WFYyN3YyTGtMdTcvN3J0SjRoZzBaY2oyWktsa1Yrd1NoOG1ScWRhU2twTUJvTWdFQXZEdzk0ZS92WDZ2WEl5S2ltMHVTSkh4WC9DeEtTa3BDVWxLUzZvbFVsSk5NOWZEd3dLeFpzekI2OUdqazVlVWhQejhmcjcvK09wWXZYdzZkVGxldDYyVm1aaUk3T3hzQW9OVnFFVm84UTRtSWlPcWVQbjM3WXN1bWpiaDgrWjhYVzQvOS9UZStXdk1GQmo5YXV5K1M3dm41SjBXN2E3ZnV0WG85UjZXbXBNQllYRkxZeTlNTDlUam1JNm94T3JNK0NqcGgwU3V2djRIL3pwdk5aQ29SRVpXclNlTUlmUDYvUlFCd3Z5QUlpV3JIb3pZbVU0bGNRRkdSR1lXRmhWWHVWMWtmczduNkwrRmJMTXFxYUtKWThWbzcxVFhqclZrNG5wQUFBUGgzMzc0WS8rSzRXcjBlMGEyQ0pRN0pXUnc5ZWhSWHJseVIyeDRlSHVqV3JWdU5YeWNuSndlbTRwZHpIRkZRVUtCbzUrWGxJU01qQTk3ZTNoZ3hZZ1RtejUrUHFLZ29QUGZjYzhqT3pxNzJ5ejVyMXF6QjZ0V3JBUUJoWVdINC9QUFBxM1UrSWlKeVhucTlIbVBHamNPckwwMld0LzNmeXMvUjhiWk9GWmJTclk2OHZEd2NPbkJBYmtkRlJ5T2tsa3ZtTzJyMnJKazRVVHptNjlPM0g4YU9lMUh0a0lpSWlJam9Gc2RrS2hISjlIb2REQVpEcGNkcGRWbzhPWFFZVEVZamlzeG14YjQ1Nzh5RFRtdi9vK1dkdVhNUUhoYUd0bkZ0TUhmMjlUSy9hOWV2eDIrLzdRZUsxNG1iOXZwcmR2czNEQTNGdnQ5K3ErSmRFWkVqV09LUW5NV0dEUnNVN1R2dXVFTXVxVnZDYWxWV1JUQWFqWXI5cFltaVdPYjU5czQ3NytDbm4zNHF0MDlsRmkxYXBGaERGUUJPblRxRnlaUC8rU0o4NjlhdDhQSHh3Yng1OCtUOWh3OGZ4c3FWSytYMnBFbVRFQklTVXViY1BqNCsrUDc3NzI4NE5pSWljajF0NHRyaXpwNy93Zy9mLzFPZHdXdzI0OER2K3pId2dRZng3b0wvMnUwemVjS0w4ak14TURBUXI3NDJWZDZYbFpVSlgxOC93RTUxQlFENDhmdnZZRFFhNVhiM0huZml6T25UT1B6SElidlh5czdKVnJTM2JOcG90d3FEUnF2Ri9RTUhvVTJiT014OGU0NjhmZVA2ZGZoOS96OWpPVTlQVDBXc3RrSkRRN0gvdDMxMjl4RVJFUkVScVlYSlZDSVhJd2dDNXR6QTJqTUFrSkdSZ1RudnpDdDMvNlFKRXpCcHdnU0h6dlhwaXMvS2xCWkc4ZnB3bGZIMzk1ZG43RWlTaEhmbXZTdnZpKy9TQlIzYXQzY29CaUlpcWxzeU1qTEtKRGgzN3R5Sm5UdDNWdGh2Nk5DaEZlNFBEZzdHbWpWcmFpVEdxdERwZE9qWXNhUGMzclp0bXlLbWZ2MzZRUkRzVjNSZ01wWG81cEVrbE0wMEVhbGc2RFBQWXUvZVgrSG41NGR4NHljZ3JtMDdaR1ZtNHRMRmk5aS9meC9TMDlJdy8vMFA3UGJWNmZWbzNxSUZVSnlJZmZLeFIxQS9xRDU2M2QwYkRVSkQ0ZXZycXpqKzIrM2JGZTNPOGZFNGRPQWdQbG0yMUtGWVAxL3hxZjA0ZERyY1AzQVE2dm43eStWNUpVbkNnbmZma1kvcDFDVWU3VGptSXlJaUluSnFraVRCWXJYaWFrYUdCb0FBUUZJN0pqVXhtVXJrWWdSQnVPRms0K1hMbDJzOG5xclFhalJsdHYxNTVBalMwdFBsZHVkT25lek9MckkzcTRpSWlPcVdOV3ZXd0Z5cTRrRmRrWitmajE5Ly9WVnV4OGZIbHlrZFhNTER3K01tUmtaRWdpQ0phc2RBQkFCQlFVRjRiZXAwdEd6WkVnWjNkd0RBaHZYcjhPVVhxK1ZqenB3K2phYk5tbFY0bnYzNzlpRTdLd3ZaV1ZrNGZmb1UzTjNkY2ZjOTl5ak9jZnJVU1VVZmQ0TjdqZDlQaWFOSC9rUzZ6Wmp2dGs2ZFVHQm56Q2R3ekVkRVJFVGtOTkxTTTdCMncyYXNXTG42aGZCbUxaZGVPSDNzYjdWalVoT1RxVVIwUTRZLzh3ek1Gak11WExpQTdkL3VrTGNQdkg4QWdvS0NBQUFuVDU3RUR6OWVuMkdrc1ZQKzkrdTE2eFR0dDk1K3U4d3hBTkNtVFN6ZW0xZityRm9pSW5KdEtTa3BaVXI4M2l5Tkd6ZkdmLzlydjRSaWljek1URHo1NUpOeSs0a25uc0Rnd1lQTFBiNTBRdlNiYjc1UkpFODNiTmhRN3YzKzhNTVBWWWllaUlqcWt2WWRPaWphLzdyckxrVXk5WWZ2djZzMG1icHQyemZ5ei83Ky9yanpYLzlTN0YrL2JxM2RmbHFkRm03bEpET05oWVdLZG5uSHVka3BLYnhoblhMTU43ZWNTa3V0WTl0Z2prM1ZJaUlpSWlKU1Q4YlZxMWoxeFpkSVRVdDlSdERxZmdMQVpDb1J1UTZyMVlvbmh3NjdvYjRWemZhWk9Qa2xKSnc0NGZDNVJvOGFoYjczOXNFdnYvNnFTS2JlZTg4OWFOcTBLUUJnNjdidGltUnE2Wm1waVJjdVlPOCtyb2RENUF4WTRwRFV0blRwVXBoTUpya2RIaDZPN3QyNzJ6MTI4K2JOaXJMeUF3Y09oS2VuWjdubjl2YjJydkRhb2loV2VrenBkZUdzVnF2Y3A3Q3dFQ3RYcmtULy92MVJ2Mzc5TW4zTlpqTysrdXFyQ3M5UFJFUzNudno4UEd6WnRNbnV2djREN29mQjNSMWhZZUZvRmhVdHp5VDk2WWZ2TWV5Wlp5R0s5aWRVcDZhazRJK0RCNitmNS82QmltZFlXbG9hZnY3Ui9rczc5L2J0aDN2NzlyTzdiOFF6VCtQU3BZdHkrN05WcStIbDVWWHBQVjY4Y0FHLzdkdGI2WEZFUkVSRVJNNk15VlFpRjVTVWxGVGo1elFhalNnczliWnhSY3lXZnhLemtxUXNsYTZ6ZVJQWmFyVXE5bWxMelV4ZDlyOVBiakJhSXFwcExIRklhdnIxMTEreGE5Y3V4YmJ4NDhlalhidDJkby9mczJlUElwbjY4TU1QbzBHREJyVWFvOEZnZ0U2bms5Y0x6OHZMay9kdDJyUUpLMWV1eE9yVnE5R3paMDhNSHo0Y3djSEI4djROR3pZZ05UVzFWdU1qVW9zQW9WQ1FOSGtPSEVwRXBlVGw1V1BGY3Z0am9ydnU3aTJYK3UzWnE1ZWNURTFQVDhkZlI0K2dUVnhidS8yMmZyTkZIcU1aRE82NHQ5Ky9GZnZYci8zNnBwYlUvL1NULzkyMGF4RVJFUkVSMVJZbVU0bW9Xa29uWUczTE9sa2xaVExWdHN6dmdZTUg4ZXZlNjI4b2QrN2NDUjNhS2RlQy9YelZLdVRrNUFBQWZIMThhengySWlKeURtdldyRkcwNCtQankwMmsxb2F6WjgraVQ1OCs1ZTZmTm0wYTR1UGo0ZVBqZzR5TURBQ1FuMDhtazBtTzMyS3hZTy9ldlhqaGhSZmt2cG1abWZqMDAwL2xkbGhZR0FZTUdLQTQvNjVkdTVDUWtBQUE4UEh4cWVHN0k2cGRCbmZEd1N1cDZUK3FIUWRSWFhibm5UM3h5ZElsc0Znc0FJQWZ2Ly9lYmpMVmFEVGkyKzNiNVBZOTk5NnJtRDJhbXBLQ3JWczIzNlNvZ1VNSEQyTGYzdXZyaGQvV3FUUGF0bGVPK2I1WXRWSitwdnI0OGhsSVJFUkVSTTZKeVZRaUYyQ3hlWE5ZcTlWaThzUUpOWExlbU9nWStlZUhIbndBMTY1ZEF3RDgrUFBQT0hMa3FMenZnVUVERVZwcXhrOXM2OVlBZ01KQ28ySzd3V2J0SEtuMHpOVGlNcjhGQlFYNDc0Y2Z5dHM5UFR3d2VjSUUxS3RYVDk2V2twS0NqeGN0S25NOUlsY2hhalJKUnFQbG5OcHhFTG1DN3QyNzQ4OC8vd1FBYURRYWpCdzU4cVplWDVLa0Nxc3psSlJTREFnSWtKT3BWNjllQllwbnBaWnNBNEJCZ3dZcEVxSWZmUEFCY25OejVmYVlNV1BRdVhObnhmblhycjIrZGwxc2JHeU4zQlBSemFMUmFBcThOTzU1VjlVT2hNZ0ZpYUlncnoxcU1adkxuVEhxVjY4ZTJyWnJqMk4vLzRXMjdkdWpiYW1YVUV1WXpXYjB1YmN2ZHUzWWdheXNUTncvY0pCaS8yZWZMcGNyTE5TMndvSUNMUHp3QTdudDRlR0JGeWRNaEovTm1DODFKUVZMRnkyVTI2MWE4eGxJUkVSRVJNNkp5VlFpRjVCZlVDRC83T0hoZ2J0NjlhcnhhL1N3V1pkdTI3ZmZ5ajk3ZVhsaCtEUFBRS2ZUSVRzN0cxcXRGaDRlSHZMKzdPd3N4WG5jaTB0UkFZRFpiRkhzS3lueis5SENoYmg4K1hxcDRzY2VleFQ3Zi84ZHVibDVlR0RRUUFEQUR6LzlwT2diMTRZRGEzSXRIdTd1eDRweWlnNm9IUWVSSzdqNzdydXhlUEZpbUV3bVBQTElJMmpRb0FIeTgvUExQYjUwR1htajBWanU4YUlvS2w3MHVSRnVibTRBQUg5L2YzbGJSa1lHcmwyN3BwaDE2dTN0alljZWVraHU3OXk1RTd0Mzc1YmJuVHAxUW1CZ0lONTk5MTJNR1RNR2JtNXVPSDc4T0pLVGsrVmpidWFNWENJaVVsZEFRQ0RXYmZ4bnB1am1qUnV4Nk9NUHl6MTIvTVJKOFBMMkxyT0d0eTFQVDA4TUdmWTBIbi95S1p3NWZScjFiVXJPQTBCUzB1VktZenArN0JpbXZQcHltZTNHVWk4ZFBmWDRvMldPNmZtdlhoZzc3a1VBd09LRkh5dXVOL2pSeDNEZzk5K1JtNWNySjNsLy9razVxVDAydGsybDhSRlI5WmkxVXA1T0V2K0tpWW9LOGZUMFZEc2NJaUlpbDhGa0twRUxLQ2lWVEsxTnFXbHBPSDM2ak55K3MzdDMvTFovUDdaOHN4V0gvdmdEVHc4YmlrY2VmbGplZnkwelUvN1pZREJBYjFQbXQyUmQxUkphclJhNWVYbll1ZXY2Rjh1aG9RM1FxR0ZEdkRuekxWZ3NGcHc5ZHhaalI0L0dobzJiNUdNYU5neEZzMmJOYXVWK2lZaElmVDQrUHVqZXZUdE9uanlKSVVPRzROMTMzOFczTmkvMlZHYm8wS0hsN2dzTEM4UG5uMzllWnJ2UmVMMnlRbmg0T0NaTm1pUzNEeDA2cEVpU2xqemI2dGV2TDI5TFNVbkJva1dMRkxOT2h3NGRxcGlWdW03ZE92bG5yVmFMUVlNRzRhV1hYa0pHUmdaT25UcUZtVE5uS21hbG9uaVdMaEVSRVFCczIvb05saTVlVk81KzI1ZUxrcE9TTUdqQWZYYVBDMnNVaHZjLytoaXRZOXZnUkhGWitmQ0lDRnhJVEN4enJNVmlLWk00dGNmZU1VVkZKcUI0WGZIdmRsOWZDNzFCZzFDRU5teUUyVy9OZ01WaXdmbXpaekZ5OUJoczNyUlJQaVkwdENHYWNzeEhWT3UwaFRtbmlqU2VvK2JNbkhZcXVINlEydUVRRVJHNURDWlRpVnhBYnQ3MUwybzlQRHh3NnRScHZEaHhZclhQTzNmMjIyalZzcVZpMjYrLy9xcG8zOVdyRjQ3Ky9SZCtQL0RQQkx1Tm16YmpvUWNlZ0thNFpPK1ZLeW55c2FYWGViUFl6RXd0bVpYcTVlbUpmbjM3WXVPbVRkQnF0WGp0UC8vQjEydlh5ZXYvYlA5MkJ3NGQrZ09wYVdseTMxNy8rbGUxNzVXSWlKemJmZmZkQjUxT3AzZ3BwemJadnFoVXIxNDl0R2x6ZlRaTVNrcUs0dGlTbWFtTkdqV1N0NWxNSmtYQ055SWlvc3hhcUlNSEQ4YjA2ZE1CQUtOR2pVSmFXcHBjRWpnaElRSFBQZmNjc3JPejVlUGo0dUlVQ1ZzaVYyQXlHVU9MQkhOakFOZlVqb1dvcmpFWG1SMUtiSllvNzlpU1V2YXRZMk94OXFzdjBiM0huZkR4OWJHYlRLMEpucDZlNk5PM0w3WVVqL2xlL3M5L3NHSGQ5VEhmemgzZjR2QWZoNUJtTSthN2syTStvcHZpL1BuemhRQk9ONDZNVURzVUlpSWlsOEprS3BFTHVIanhrdnl6ajdjM3JKSzF3clhkSEZVeW1MWDEvUS9YU3kzVnIxOGZyVnUzUW1ob0EzeTY0ak5ZTEJha3BxWmk3NzU5NkhySEhRQ0F4QXZYQitEMWc1UnZOWnFLMzB5R1RUSVZBQjUvOUZGcy8vWmJQUHYwMDRpSmpzWXJMMDJHWHEvRDltOTNBTVd6WTB2bzlYcmMxNjlmdGUrVjZHYXpXaXlHdkx4ckh2eHltY2d4Y1hGeE4vVjZ0czlSMnhMMUtKVm9oVTFWQ050a2FtbVRKMDlXUE9zQW9FZVBIbWpXckJrYU5HaUFCeDU0UU40K2YvNThTSklrcjd0YXdyWkVNSkdyTUptS1d1cjBRa2NBaDlTT2hZZ3ExcnhGUzNoNmV1TFpFU1B3NVJlckhlclR1VXM4MnJSdGEzZWZzYkFRbjMyNjNPNit3WTgraHAzZmZvc2hUeitEcU9nWVRKajhFblE2SFhidStPZEZwTFJTWTc2Ky9mNTlRL2RFUkVSRVJIUXpNSmxLNU9TeXM3T1JhVk5LTnlLaTl0NGV2SHo1TXY3NisyKzUzZXRmUFNFSUFnSUNBdEM1VXlmOHVuY3ZBR0REeGszb2VzY2R5TTNOUlZMUzlYWGVHa2RHS3M1bk1sNVBwcGJNWkFXQWdBQi92RDVsQ3VLN2RKYjNUWm93QVQ3ZVB2ank2NjhWNTdpbmQyL0ZHblZFcnFLZ3NLQ0RsMys5SGhrWmwvNVA3VmlJWE0wZGQ5eUJvS0R5eTQ1dDNyd1pXVm5YMSt3ZU9IQWd5bHZ6eWMvUHorNTIyOW1ucFV2b2wwNXlscHk3YWRPbWRzODFjT0JBdEc3ZEdrZU9IRkhNY0JVRUFTKzg4QUlhTjI0c2I3dnZ2dnZnNCtPREdUTm13R3krWGc0L01qSVNkeFMvcUVSRU41bUVJclZESUxLbmRXd3NIaDc4Q1B3REF1M3VYN3p3STBpU0JBRHc4ZlhGWTQ4L2FmYzRUNjkvbm1NK1BqNTQ2WlgvSUtDYzg5blRxblZyZVkzVDByS3lzc3BOcHZyN0IrQ1ZLYStoVStjdVFQR1liOXlFaWZEMjhjRzZyNzlTSEh0WDczdFFqMk0rSWlJaUluSmlUS1lTT2JuVFo4NG8ybzBiUjVZNTVwSEJneEhYSnJiU2N5VWtuTUFLTyt2R2xkaTBaWXVpYlZ0ZTk1N2VkOHZKMUQ4T0gwYmloUXRJVEV5VUIrOEEwTHg1aktKL2tmbjY5MUtsWit1VUpGSkxDSUtBdURadEZNbFVUMDlQREhueWlVcnZpOGdaU1JMY0pWaTgxSTZEeUJWMTc5Njl3clZEOSt6Wm8waW1Qdnp3dzJqUW9JSEQ1OC9KeVZIMER3Z0lVT3cvY3VTSS9MTldxNVhMMkFjSEI2TmV2WHE0ZHUzNmhQUEl5RWlNR0RFQ0FQRFNTeThoS2lvS2p6MzJHTHAwNlFKQkVCVEoxUkxSMGRIdzlQUlV4UEQ4ODg5REVBU0g3NEdJYXBBZ2xDM1hRdVFFQ2dvS3NHdm5Ubnk0YURGOGZYM0w3Rit5NkdONVBPYnA2WW43U3BXYnQ2ZGpwMDYxRXFzOUpZblVFb0lnSUxaTkcwVXkxZFBURTQ4L1lUOEpURVExTDdScDZ6Q2RWdnZVZ2c4WG9YKy9QbWhpNXpzbUlpSWlGQy9YRjkrNUU3YnUyUFZUWGxaT3NnTmQ2alFtVTRtYzNMN2ZmbE8wbTlqTWJpblJ0RWtUZExydHRrclBaYlZZeTkyWGtaR0JMZDlzbGRzQi92NUlUazdHK2ZPSk1Cb0xrWk9UQzBFUTVNSDZobzJiNUhYZlNzUzJicTFvMjg1TTFkck1UTFhuMlBIam1ERnJsbUxiTTA4UFE3MTY5UlRiTkJvTlJGRUVBSWlWbkpPSWlNaWV4RkpyeElXRWhHRGt5SkVJREF4RVdsb2FUcHc0SWU4TERRMlZmOTY1YzZjaUFRb0FJMGFNZ01GZ1FHWm1KZ29MQzNIMDZGRzgrdXFyR0Q5K2ZKazFWQUVnTXpNVEw3LzhzdUk4UFh2MlJLZFNYMjdiUHU4MGZONFJFZDF5dnRteUdWOS91UVptc3hrWjZlbDJrNm11SnVINGNjeWU5WlppMjVCaFQ4T3ZnakVmbjRGRU5Vc3ZpQTBoU21PV2Y3NEs3ZUppbVV3bElxSnloVFZxaUhkbXZZRjNacjN4dkNBSWlRNTBxZE9ZVENWeWNudjNYVSttZXJpN28xblRwamlmV1BPZlhSOSt2RkN4Zmx6RzFhdDRmZHIwY28vZnNYTW5qRWFqM0k2SmprYkRoZzBWeCtUbjU4cy82OTNjeWozWEg0Y1A0L1dwMHhUWGorL1NCZjMvWFhiZG5QZmZtMTltbTlYTzJxOUVWRVVzY1VpM2tBTUhEaWphVFpvMFFYNStQdmJzMlZQbTJKSzFYSGZ0Mm9XMzMzNGJWcXZ5eGFTZmZ2b0o4Zkh4T0h2MnJHSzd2VExGS1NrcG1EUnBFaTVldkNodkN3NE94dmp4NDhzYysreXp6K0xaWjU4dHM5MjJOREFSRWRWZFgvemZLdm5uUzVjdW9razVwZVpkeForSC84Q2IwNmJCYURQbTY5d2xIbjMvZlYrWlk5K1p2NkRNTm83NWlJaUlpRWhOVEtZU09iRkRmL3lCcEtRa3VSMGZIdzgzTzBuSlM1Y3U0Y2pSbzVXZTcveUY4cE93TFpvM3gwOC8vK3h3YkxhSlQ1UXFDUXdBdVhsNU9KYVFJTGNONVNSVDE2NWJqeVhMbGltK0hBNE5EY1hMa3ljNVhPN3c4SjkvS3RvbGJ6RVRVUld3eENHcHJLQ2dRRkU2dmlLbEU1cEdvMUh4QW84OW9pakNZREFBQVBidDJ5ZHYxMmcwYU5hc0djTEN3bkRod2dWRkgxOWZYd3daTWdUYnRtM0RPKys4VSthNkFMQjkrM2JjY2NjZFpSSzBNVEhLMHZlSERoM0NqQmt6RkNXQzNkemNNRzNhTkxtTWNHVXVYNzZNdExRMGg0NGxvaXBoalcxU1hXRmhnZDN0YmdZRFBEM3Nyd3QrTS94VndUalQ5dVhhaW14WXZ3N0xseTFWalBrYWhJWmkvS1RKRG8vNWpuRE1SMFJFUkVRcVlqS1Z5SW10K3IvVmluYlBPM3ZZUFc3RjU1OVh1QmFxSS9yZjkyOTh2WFl0TXE1ZUxiTlBFQVQ0K1BqQXo5Y1hmbjUrU0V0UFZ5UjV2YjI5Y2R0dEhmSFFJNC9BemMwQVVSU1FrWEZWa1hEMThsWXVIWm1TbW9yL2Z2QmhtVExHQWY3K21QdjJMSGg3ZTl1Tjg3UFBWMkxYZDd2aDVtYUFUcXVGeVdSQ1lxa3Z2K3Y1K2QzdzN3TVJFYWxqOE9EQnlNN092cUcrUTRjT3JmU1l5TWhJZlBycHB6aHg0Z1FTYkY3MmFkV3FGYnk5dlJFUkVZSGZpcDlKM3Q3ZWlJNk94b2dSSTdCcTFTcXNYNzllY1M2dFZpdC9JU3hKRWw1NzdUWEYvdERRVUhrZDFzTENRcXhZc1FKZmZQR0ZJbG1zMFdnd2ZmcDB0R3paMG02OCsvZnZ4L3Z2dncrOVhnKzlYZytyMVlxTEZ5OHFFcnIrL3Y0Ty9nMFJVVVVrUUs5MkRFUW5UaVNVMmRhcVZXdU1uelFaRFd4S3p0OXMrMy9iaC8yLzdYUGd5TEpTVTFPeDhNTVB5dlQzOS9mSHpGbXp5eDN6L2QvS3ovSDk3dDF3TTdoQld6em11MWhxek9mblY4OXVYeUlpSWlLcUdXYXpHVm5aMlZpL2VYTWdtalc3Z3RPbkhYdVRybzVpTXBYSVNabk5adVRtNWNydCt2WHJvMk9IRHJWMlBZUEJnS2VIRGNYZng0NGhKam9HalJvMWhKK2ZIL3g4ZmVIajR5Ty8rWHYyN0ZtTUd6OUIwZmVSd1E4alBDd01XcTBPeWNuMjE2SnVaRk1DT0NzckN5TkdQWStjbkJ6Rk1ZRUJBWmd6KzIwMGFOQ2czRGhERzRiaTh1V2tjdmNEUU9QSXN1dktFaEVSQWNDcVZhc1U3ZHR2dngwQThOeHp6K0c1NTU2VHQ1dk5aa3lhTkFtSER4OVdIQjhURTRPcFU2ZmkxVmRmTFRPVHRVVFhybDNsbjE5NjZTVWNPWEpFc1YrcjFXTEtsQ21JajQ4dk44NG1UWnJnOHVYTEZkNUxZenZycUJOUjFRbVFPRE9WVkdXMVduSCs3RG01TFFnQ0huMzhDVHp5Mk9NdXUyWm9WbFlXWG5oK1pKa3hYMEJBQUdhK1BRY2hGWXo1R29TR0lpbXA0bWRnQk5kNUpDSWlJcXBWbDVPU01lZmQ5L0hEejN2bU54YmNYejhIL0tSMlRHcGlYUlFpSjZYVmF2SE83TmxvMHFRSkFPQ1pZVU9oMCtscTlacDk3cmtIRThlUHg3Lzc5VVhidURoRVJrVEF6ODlQVVVMcDhKOUhVR2hUemlrMHRBSHU3OThmQU5BbU50YnVlZDNjM0REby92dmx0cSt2THlhT2YxRngzc2lJQ1B6My9RV0lqSWlvTU1ibTBURVY3bS9YdGkyaW82TWN1RnNpS29WZkpOTXQ0YW1ubmtKNGVEaFEvQ0pSbno1OTdCNm4xV294ZE9oUStQcjZ5dHU2ZHUyS0JRc1dvR0hEaHBnNWN5YUNnNFBMOURNWURCZzBhSkRjbmp4NU12eHNLaVo0ZVhsaDd0eTU2Tm16WjRWeEJnWUd5ck5iN2ZIMTljVzk5OTVieWQwU0VaRXJFRVVSLzNsOUt0emMzR0F3dU9QMTZXL2c4U2VmY29wRXFsYXJoWnZCVU82Zjh2ajYrdUtGRnljb3huemhFUkdZdCtDL0NLOWt6QmNkVS9HWUw2NXRPMFJGUmQvQTNSQVJFUkdSby9JTENuRGtyNzlSV0ZqWTNxb1JBOVdPUjIyY21Vcmt4SHg4ZlBETzdMZXhjUEdTTW11UzJwcnk2cXY0Vjg4N0t6M2Z2bjIvWWNyVXFkV0thZERBKzlHOGVRem16SDBIS2FtcG1EcmxOWGtOdWpheHNkaTFlemUwV2kwTUJnUDhmSDBSRmRVTWp3NGVMQ2VGUzNUcjJoVWpoZy9Id3NXTDhhODc3OFNMTDQ2RHA0ZEhwZGR2MkRBVW5wNmV5TS9QaHlBSTBHZzAwT3YxcU9mbmg4NmRPMkhvVTA5VjYvNklibFVzY1VocTY5MjdkNlhybmxaSFVGQVFBS0JaczJaWXNtUUpGaTVjQ0hkM2QwV2lzN1MyYmR2aWd3OCt3Q3V2dklKQmd3Ymh3UWNmbFBlRmg0ZGo4ZUxGV0xseUpmYnMyWVBNekV4RVJVVmgrUERoQ0FrSmtZOExDd3ZEckZtek1HN2NPRVJHUm1MYXRHbG8xS2lSUXpISHhNUmc3OTY5UUhGWllMMWVEeTh2TDdSdTNScFBQLzIwdzJ1dEVoR1I4MnZTdENsZW5EZ0pnWUZCYU5tcWxXcHhhTFZheGZQbDhTZWZ3ci83RDdCN2JFNU9Ec1krUDFKdSsvajRLdmJmM3JVcm5obitISll1WG9RZWQvYkVtSEhqNE9IQStxK2hvUTN0anZuOC9PcWhZNmRPZVBLcElkVzZSeUlpSWlLaXFtSXlsY2pKK2ZuNTRkV1hYMUpzYTlhMEtUYXVXeXUzRFJXOEVXeXJTNWZPMkwzajIyckgxTEpGQ3l4ZStERVNUcHhBVkZRemVYdS92dmVpWDEvSFo4azgrTUFnTkczYUJPM2F0blc0anlBSTJMUitYWlZqSnFLS3NjUWhxVzNNbURFMzdWb0dnd0hqeDQ5WHJEOWFudkR3Y0h6KytlZDJad2Y1K2ZsaHpKZ3hsY2Jlc21WTHZQZmVlNGlPam9aZTcvaDdDN05telhMNFdDTFZDRUlPSk0wMXRjTWdxZ3U2OTZqOEJWbGJtN2ZkK05odTFPaXhHRFY2YkpudHpWdTB3T3F2MXRydFU1cTN0emMrL1h4VmhjZmNQK2dCTkc3U0JIRnQyemtjbXlBSStITGRCb2VQSnlJaUlpS3FiVXltRXJrZ2pVWURMeTh2VldNd0dBeG9HeGRYN2ZOVUpaRks1R0lzZ2lTYTFRNkNpTXBuVzNxd0lqVlJackYxNjliVlBnZVJNL0x5OVB3dEt6VjdsOXB4RUpIenFrb2lsWWlJaUlqSUdYSE5WQ0lpb2xxZ2Q5TW5tTTNXUTJySFFVUkVSRVJFUkVSRVJFUTNqc2xVSWlLaVdxRFg2Wk0xVmsyaTJuRVFFUkVSRVJFUkFZQlpzcVFEMkhEUFhiMFFGQlNvZGpoRVJFUXVnMlYraVlpSWlJaUk2SVpJa3FReG00M1ZyNFZOUkVSRXRlN1NtYjlQQXhnMTk5amhrV3JIUWtSRTVFcVlUQ1VpSWlJaUlxSWJVbGhZMkZ6am9XOFBZSWZhc1JBUkVSRTVveXNwS1RpZmVGSHRNSWlvQXVGaGpSRGFJRVR0TU1pSk1abEtSRVJVQ3l4bWk3ZlJhUElEY0UzdFdJaUlpR3FMeFdKcElBaldTTFhqSUNJaUluSkd5VmRTTUdYYVRQeDEvTGphb1JCUkJabzJqc1E3YjcySlJvMUMxUTZGbkJTVHFVUkVSTFdnb0xDZ3M1dVA1bTZrWUluYXNSQVJFVkZGQktQYUVSQVJFVkhkZE9WS0NrNmRPWXYwOUF5NHU3dERxK1hxQ0VUT3hHSzJvS0N3RUFCd0tTbUp5VlFxRjVPcFJFUkVSRVJFZEN1VDFBNkFpSWpvWm1qWVBDNWFCN3o2NHVULzRObGhUNkoxeXhacWgzVEw4SEIzeDVoUno2RnRtOVpxaDBKRU5vNGRQNEVQRm5JZWhEMzFBd014NHBsaFdQSy9GUXZPbmIvOGw5cnhxSTNKVkNJaUlpSWlJaUlpSXFJNlRtZVcvS0VUK256LzA4OFkyTCtmMnVIY1VqUmFEVnJFUktGTHA0NXFoMEpFcGVoME9yVkRjRW9CQWY1NDhyR0g4ZVJqRHk4VEJDRlI3WGpVSnFvZEFCRVJFVGtEbGpna0lpSWlJaUlpSWlJaUtvM0pWQ0lpSWdKTEhCSVIwUzFMa3JoNEdSRVJFUkVSRVpXTHlWUWlJaUlpSWlLNlpVbUN3T1Z2aUlpSWlJaUliQmlOUnB3OWR4NlRYMzA5eXI5Wk14KzE0MUViQjQxRVJFUkVSRVIweXhJZ0NXckhRRVJFUkVSRTVFek9uay9FOE9mSElTazVlYjIzMW5QSVZXQ2QyakdwaVROVGlZaUlpQ1VPV1lkOENRQUFJQUJKUkVGVWlZaUlpSWlJaUlpSWlPeGdNcFdJaUloWTRwQ0lpSWlJaUlpSWlJaklEaVpUaVlpSWlDVU9pWWpvaG9nYVRaTFpMSjVUT3c0aUlpSWlJaUtpMnNKa0toRVJVUzBRSUJRS2tpWlA3VGlJaUlocWs0ZTcrekd0UlRpZ2RoeEVSRVJFUkVSRXRZWEpWQ0lpb2xyZzd1RytQejhyWjdmYWNSQVJFUkVSRVJFUkVSSFJqV015bFlpSXFCYUlvbWh5ZC9jMnFoMEhFUkVSRVJFUkVRQVVBWmNrU1hwMzVEUERFQkVlcG5ZNFJFUkVMa09yZGdCRVJFUkVSRVRrbXF3V2l5RXY3NW9IZ0d0cXgwSkVSRVFWdTN6NnlDVUE4MFk5OS9RN2FzZENSRVRrU2pnemxZaUlpSWlJaUc1SWZtRmhKODhBLzE1cXgwRkVSRVJFUkVSVVc1aE1KU0lpcWdVbWt6RzBTREEzVmpzT0lpS2lXaVZKZWtobWc5cGhWSWNFUVZJN0JpSWlJaUlpSW5KZVRLWVNFUkhWQXBPcHFLVk9MM1JVT3c0aUlpS3FtQUNZMUk2QmlJam9ab2lNakRRMGF0cXEyYm56aWNqUHoxYzdIQ0lpY21JYWpRYStQajRRUlRFVEZvdFI3WGpVeG1RcUVSRVJFUkVSM2NvNE01V0lpRzRKUlhyUEdKMWV1M3o4UzFQdzE3RUV0Y01oSWlJbjFpZzBGTFBlbklvZTNXNS93Wnh2M3FkMlBHcGpNcFdJaUloWTRwQ0lpSWlJaUtpTzAxazE3aExRN0Z4aUlnb0tDdFFPaDRpSW5KaUhoenZpWWx2aGZ3cy9QSFQ1Y2tLRzJ2R29UYXQyQUs3QVlySGcxSm16Y05QcjFRNkZpSWljWEhKS3FrMUxvMklrVlNNQUpyUEZncE9uenZCNVIwUkVsVXEra21MVGNwM25YWGtzWmd0T256a0xOemMrQTRtSXFHSlhpc2Q4QWlDSm9vWXZwUklSRWQwQ21FeDFRR0doRWN0WGZnRzlYcWQyS0VSRTVPVHk4MjNmN3JXb0dFbVZTWVdGaGZqa3M1WFE2L2hGTWhFUlZVeTV6cHBMUGUvS2tDUkpWMmcwWXVXcTFkQnh6RWRFUkpXd0hmTlpyUlpCMVdDSWlJam9wbUF5dFFKV1FVclZRTHBzbGVDWGxaT2pCZUFwQ3FMZzRlRU9qY2IxMzc0bUlxS2FKMm8wRUVRQlZvc2ttWUVpdGVOeGhPM3pEaEQ4VEVVdUVUWVJFYWxJMUdnZ0NBS3NrdXM4Nyt5eENsS3FJT0NheFdvTnpjbk40MWlQaUlqS1piVmFrWjlmQUt2VkFnbklBNFJ6RjhRYzFzb2xJcUk2S1Q4L0h3a25UK1A5anhiZkZob2RuWmQwOG1TNjJqR3BpY25VQ2x3NGRmUjg0NWcyendCQ0EwRVMya3FDOUxxUGo3Zi9DNk9lUThzV01XcUhSMFJFVHVoeVVqTGUrMkFoTGlVbG1iU2k2QkpmTHRzKzd4Wi9NUDk3dGVNaElpTG5kemtwR2JQbkxVQmFSb2JMUE8vc3VYRHE2UG53NkxpNWdvZ0ZIT3NSRVZGRi9obnJmWXpMU2NrRlZvdDF2c2txZklqejV3dlZqb3VJaUtnMkpGNjhoQmNtdm95azVPVGxPdEY5Q0lCMWFzZWtKaVpUSzJZOWQrTElDUUFuSXB1M2hTREFwTmZwMExKRkRMcDA2cWgyYkVSRTVJUk9uemtIZDNjRFJBR1N4WFZXejdGYUxCYU5xQkVlV2JkeEM0WVBleEpSelpxcUhSTVJFVG14MDJmT3djMU43MnJQTzN1c29paGNoQ0J4ckVkRVJCWDZaNnpuRGtHQVJSQ2xreW1uanFhcUhSTVJFUkhkSEtMYUFSQVJFWkg2UksydVBrUU0rSGJYYm1SY3ZhWjJPRVJFNU9SRVVTaitRbG5NRnlXTnk4NU1KU0lpSWlJaUlxb01rNmxFUkVSRVJFUlVKWUdCQVJnL1poU2ltaldaWlpXc3Y2c2REeEVSRVJFUkVWRnRZVEtWaUlpb0Joa01ibWdlSFFXOTN1MklGZUl0dlRBN0VSSFZYVDdlM3VqYjUyNXMzL2oxaGd1bmpwNVZPeDRpSXFMYXhyRWVFUkhScll0cnBoSVJFZFdnUmcxRDhjSDhPUUR3bUNBSWlXckhRMFJFUkVSRVJOWEhzUjRSRWRHdGl6TlRpWWlJaUlpSWlJaUlpT3E0SXEzcGxNVnFIVGw3eGpTMGFCNnRkamhFUkVRdWd6TlRpWWlJaUlpSXFFb0tDd3R4K3V3NS9QZkR4WEdob2RGNVNVa25XZTZRaUlqSXlWMU9TTWdBc1BIZTNuZXBIUW9SRVpGTFlUS1ZpSWlvQmxtdFZoaU5SdnorKzU4ZXhjOVpzOW94RVJFUjFiUkxsNU14Y3V3RUpDVW5yOUo2NjBjQldLbDJURVJFUkxXSll6MGkxNVdibTR0UFB2a0VBTkN1WFR0MDY5Yk43bkZmZi8wMWtwS1NBQUFEQnc1RVdGaFlwZWUyV0N6NDVwdHYwTGR2WDJpMU5aOXVXYnQyTGE1Y3VRSUFHREprQ0x5OHZDbzh2ckN3RUJzM2JnUUErUHI2b2srZlBnNWY2K3JWcS9qenp6K1JscGFHaHg5K3VKcVJFOVV0VEtZNnltcTVBbzFtVGI5N2U0OExDZ3hRT3hvaUluSlNhZWtaK0d6VkYvaS9MNytlRXRFODlxUEVoS043MVk2SmlJaUlLc0N4SGhFUk9ZQmpQYUxyaGd3WmdyLysrcXZDWTRLQ2dyQjkrM1lBZ05Gb3hPMjMzeTd2R3pSb0VLWk1tVktsYTJabVpxSjM3OTZ3V0N6eXRxZWVlZ3JqeG8ycnRHOWVYaDVXckZnQkFEQ1pUT1VtVTdkdTNZby8vL3dUQU5DNWMyZUhrcW16WjgvR3VuWHJzR2JOR3J6NTVwdUlpSWhBUVVGQkZlN3NINTZlbmhCRkVZY1BIOFl2di95QzBhTkhBd0RXcjErUDQ4ZVBBd0FlZnZoaGVIbDVZZlBtelhCM2QwZXZYcjBnQ0lMaVBMbTV1Wmc3ZHk0QW9FbVRKZzRuVTVjdFc0YUZDeGNDQUFSQndKMTMzb242OWV0WCtUNkk2aW9tVXgxMC91VFJrMmpXN09WWEpyNDRUcWZqWHhzUkVkbVhrNU9MSGJ1L1IxWlcxZ0JKa3JZRDRBQ2JpSWpJaVhHc1IwUkVqcWdMWTcyR3pac0hpSkt1NjdZZHU5Q2hYUnpxQndXcEhSS1J3M2J1M0tsSXBBTEFqaDA3OE1JTEw1UkpLS0o0aHVZcnI3eUMwTkJRREJreXBNeCtTWkxLSkQydFZxdjhzOGxrUW41K3Z0d1dSUkVHZzBGeC9KSWxTN0J1M1RvQVFFSkNBaFlzV0lCQmd3WmgwcVJKVmI2L0RSczJZT1BHalZpK2ZEa0FvR1hMbHVqWnM2ZmlublU2SGZMeTh2RGVlKzhoS3lzTEhUcDBRSzlldlhEczJERUF3SWdSSTZEWDYrMmV2N0N3RUlXRmhlVmVQeTR1VHY1WmtpUnMyTENod3RtcGJtNXVjSGQzci9KOWt1dHcwN3VoY1dRRVV0TXpUaHNMalZscXg2TTJqaFFkWjhYcDAwWTNOL3NmUmtSRVJFUkVST1NTT05ZaklxSmJnczZzajRKT1dQVEs2Mi9ndi9ObU8zVXk5YjMzM3NQS2xXVlhFZkR5OGtKQVFBQmF0R2lCWHIxNm9VZVBIdEJvTkJXZWE5dTJiWGp2dmZlUWtaR0JJVU9HNElVWFhxakZ5S20yZlB2dHQyVzJYYmx5QlgvOTlSZGlZMlBMN012SXlNRFBQLytNd01CQXU4blV4TVJFUFBEQUErVmU3OFVYWDFTMFc3Um9vZmczdVhEaFFpeGJ0a3h1dDJ6WkVuUG16TUZ2di8xV3BmdXkxYWxUSnptWk9tL2VQTngrKysyS1pLcFdxOFdxVmF1UWxmVlBYcXRMbHk0NGNPQUF2dnZ1T3dEQTRNR0R5NTFOdW5yMWFuejQ0WWNPeDdKNDhXSXNYcnk0M1AyUFB2cm9EU1dOeVhVMGFSeUJ6LyszQ0FEdUZ3UWhVZTE0MU1aa0toRVJFY2tsRHZ2M3U1Y2xEb21JaUlpSWlNZ3A1ZWJtSWpjM0Y0bUppZGkrZlR1aW9xSXdlL1pzUkVaR0tvNHpHbzM0N3J2djhOVlhYOGxsVzZsMk5HclVDUC83My8vS2JLOHN5VjBWS1NrcCtPT1BQNERpR2FJeE1URnk2ZHNkTzNiWVRhWmV2WG9WQU9EajQ0Tzh2RHg1dThsa1VyU3J5bUt4eUtWOVMwUkdSdUtERHo2QWg0Y0gvUHo4MEw1OSt6TDljbkp5Y09yVUthRDRwWURvNkdqRmZqYzNOM1RxMUFsZHVuVEJ2bjM3Y09YS0ZheGF0VXFSVEUxUFQ1ZkxGVGRvMEFDUFAvNDRYbnZ0dFJ1K0Z5SnlISk9wUkVSRUpKYzRmTzNsaWVOME9wM2E0UkFSRVJFUkVSRUJBTUxEdzlHbVRSdFlMQlpjdVhJRlI0OGVoZGxzQmdDY09uVUtJMGFNd0twVnF4QVlHQ2ozNmQrL1A5TFQwMVdNK3RhaDBXZ1VmL2UxWWNlT0hmTFBUWnMyUld4c3JKeE0zYmx6SnlaTW1GQ20xRzlHUmdZQTRPelpzM2pvb1lmazdXdlhyc1dCQXdld2RPbFNEQm8wU05Ibnh4OS9sUHQxNjlZTlFUYXp0eHMwYUFBQXVIejVzaUtSR2hZV2hvOC8vaGgrZm40QWdIYnQybUhwMHFWbDd1SEFnUU1ZTVdJRVVEekxkZEdpUlhidjlZVVhYc0MrZmZzQUFFZVBIbFdVSHY3NjY2L2xVcjBUSjA2RW01dGJwWDkzOWpScDBzUnVBcm95cDA2ZGtrc0tFOTFxbUV4MVVIalQyQTZpVG56cnFXZEhZZktMWXhIYnVxWGFJUkVSRWRXazRoS0hOL2FMT0JFUmthdmlXSStJaU1pNWRlellFVk9tVEpIYjZlbnBtRE5uamx6YU5EMDlIUjkvL0RHbVRwMHFINU9ibXdzQWNIZDNSMmhvS002Y09hTkM1RlJUYkV2OHhzZkhvME9IRHZqeXl5OEJBR2xwYVRoOCtERGF0V3VuNkpPYW1scmhPUU1DQWhUL3JnRGd6Smt6Y2pMMTBVY2ZSZWZPbmN2MEN3OFBSOU9tVFhIbXpCbkV4c1ppd1lJRitPT1BQN0Jueng0TUdqVEk3dnF0VlJFVEU0UG5ubnNPclZxMVF0ZXVYZEcvZjM4QWdDQUlHRDkrUEJvMWFvUy8vLzRiUFh2MnZPRnJkTzdjK1laSzlDNWZ2cHpKVkxwbE1abnFJRkduOFlZZ3hTV2NPSVU4bTRXbmlZaUlpSWlJeUhWeHJFZEVST1JhQWdNRE1XZk9ISXdlUFJyNzkrOEhBR3pkdWhVdnZmUVNEQVlEQU9DMjIyNUR1M2J0TUdEQUFDeGJ0b3pKVkJkMjhlSkZlUllxQVBUbzBRTXRXN2FFd1dDUVoybnUyTEdqVERMMS9QbnpBSURHalJ2RDM5OGZCdzhlQkFDRWhJUWdOamJXYm5uY3hNVHJ5MEl1WDc0Y216ZHZWdXdQRGc3RzJMRmpjZGRkZHlFc0xBeHZ2ZlVXVWxKU01IWHFWT1RuNTJQejVzMllQbjA2Rmk5ZWpGOS8vUlVBc0dEQmdqS3hsZWZLbFN2WXNtVUxOQm9ORWhJU2tKQ1FJSytQS2dpQ3ZKNXFSRVFFbGkxYmhqNTkramo0dHdqMDdOa1R6Wm8xQXdEVXIxOGYrVGZ3ZTIrUEhqM2tjNFNFaEZTNVA3bVc5UFFNZkxOOUI1WisrdG1JeGpGdFZwdzdjZVNFMmpHcGljbFVJaUlpSWlJaUlpSWlJbklab2loaTFLaFJjaksxcUtnSXg0OGZsNU5XQ3hZc1VEbkNXNGZGWXJGYlV0blQweFB1N3U3VlB2LzI3ZHZsbi8zOC9OQ21UUnVJb29qNCtIaDgvLzMzQUlCZHUzWmgwcVJKaW5WYVM1S3A0OGFOUTNSME5QcjI3UXNVSnhYSGpoMkwyMisvdmNMci92Nzc3MlcyTlduU0JHUEhqc1Vqanp3Q0x5OHZtRXdtVEo0OFdVNU1Ycng0RWU3dTdzalB6NWRuUjl1dWVWcVo1T1JrTEZ5NDBPNCtxOVZhWmwvTGxvNVhWSms4ZVRMT25qM3I4UEdWQ1FvS1V2eTNvYm9uTFNNRFM1ZC9ocVRrNUxGV1FUZ0FnTWxVSWlJaXVyV1ZsRGg4NUtsbk1lV2xDU3h4U0VSRVJFUkVSRTZ0ZGV2VzBHcTE4dnFwbFpWMXBkcHg2ZElsM0hQUFBXVzJqeGt6QnNPR0RhdjIrVzFML0hicjFnMmlLQUlBdW5mdkxpZFRyMTY5aWtPSER1RzIyMjVUeEFVQVVWRlIxWTZoTkI4ZkgxZ3NGa3lkT2xXZTlTd0lBbWJPbkluZzRPQksrNTg4ZVJKanhveVIyN2ZmZmpzZWUreXhHbytUaUdvT2s2bEVSRVFrbHpnOGZ1SUVTeHdTRVZHbGREb3RRb0tEa1pLU25pUlpyTGxxeDBORVJFUzNIbEVVNGVIaGdlenNiQUNBMFdoVU95U3FZU2RQbnNTNWMrZmtkbzhlUGVTZnUzZnZEa0VRSUVrU1VGenExemFaK3RGSEgySEpraVVJQ1FsQlNrcUs0cnh1Ym01eTJkL3liTnUyVFo3SjJidDNiMFZTMW1xMVl2cjA2ZGk5ZTdlOGJmanc0WWlQajNmb3ZyS3lzckIzNzE2NVhiOStmUUJBaXhZdHNIYnRXc1d4Z3djUGh0bHNSbkJ3TUQ3KytHUEZ2dURnWUt4ZnY5NmhhM2J2M2gweE1URVZIck4vLzM1NXpkaFdyVm9oUER5ODNHTjlmSHdjdWk1UlhjRmtLaEVSRVJFUkVWVkp3OUFHV1B6aGZLemZ2UG14dDZaUC8xdnRlSWlJaU9qV1l6S1o1RktxQU9EcjY2dHFQRlR6YkdlbDZ2VjZkT25TUlc3Nytma2hMaTRPaHc4ZkJnQjg5OTEzZVBubGw2SFYvcFB5Q0FzTHc0d1pNOHFjODlpeFk1Z3padzdHang4dnoyb3U3OW8vLy93ekFDQThQQndOR3phRVRxZURWcXZGekprenNYWHJWc1h4OW1iblZwWEJZRUJrWktUY3pzdkxrMlAwOGZGUjdLdXFzV1BIeWovdjJiTUhnWUdCQ0FrSmdaK2ZuN3g5NU1pUmNqSzFmLy8rZVBEQkIyLzRla1IxRFpPcFJFUkVOY2pIeHh0OTd1NkZsYXV2cmt2THVIWmE3WGlJaUlocWcxYXJSWUMvUDU0ZE1pUjkrTkNoaFdySFEwUkVWTnM0MW5NK0J3OGVoTlZxbGR1VnpicWoyaEVSRVlGMTY5YlZ5cmx0azZrbWt3bGR1M1l0OTlqTXpFejgvdnZ2OHV6UTc3NzdEZ2tKQ1RoNzlxeGNpaGNBL3Z6elQ1dzdkdzZabVpuWXNXT0hRM0ZNbno0ZDA2ZFB4eE5QUElHNHVEaHMzTGl4T3JlRkRoMDZLTmIxTFVrQWI5cTBTVTRPQTBCaDRmVmZzOVBUMC9IbW0yOHF6bE9WTlZOdHp6TnUzRGlnK0FXRTNidDNReENFTXNlWlRDWjVMZGpTUkZHRXdXQ284cldKWEJtVHFVUkVSRFdvZmxBZ0pvNGJqWW5qUms4VkJDRlI3WGlJaUlpSWlJaW8rdXJDV0s5SXRCVG9vVDNkT0NJaXhOM2RYZTF3cXNWc05tUHg0c1Z5T3lZbUJpRWhJYXJHUkRYcnlKRWpTRTVPcmxLZkhUdDJ5TW5VUllzV0taS290bXlUOEZYVnZIbnpHKzVib3FSRWRXa0hEeDdFbGkxYjdQYTVkdTFhbVNSdVRrNU9sYS85MTE5L3lUKzNhZFBHYmlJVkFONTk5MTI4Kys2N2R2ZTFiOThlUzVjdXJmSzFpVndaazZsRVJFUkVSRVJFUkVSRWRaeVVlKzJVeFNObzVPeVowLzVxRkJxcWRqZzNMRDA5SFRObnpzVFJvMGZsYmFOR2pWSTFKcXA1dHJOU1VVRVpaOXRTdU45Ly96Mm1USmtDclZhTDBOQlF1OG5VTm0zYTRJa25ua0JlWGg0MEdnMjJiOStPamgwN29uSGp4b3JqOXV6Wmc2U2tKQUJBbHk1ZEVCNGVqclp0MnlJME5CUWhJU0hRNlhTUUpBbVhMbDJxd2J1dWZTV2xpd0VnTGk1TzFWaUlYQW1UcVVSRVJFUkVSRlFsMmRrNStQSG5YL0RCb21VUE5HcmFhdE9sTTMrejNDRVJFWkdUUzBwS3lnZVMvbTRlSGFWMktGVnk0TUFCVEpzMkRSYUxCVmV1WE1IUm8wY1ZhMTArOWRSVDZOYXRtNm94M3Nvc0ZndlMwOVB0N3ZQeDhZRmVyeSt6M1dnMDJ1MGppaUw4L2YxaHRWcXhjK2RPZVh0SVNBaSsrZVlidTllWU8zY3UxcXhaQXhUUDFOeTdkeSs2ZGV1R0RoMDZJQ2dvQ0hGeGNRZ05EY1h3NGNNQkFLMWF0VUt2WHIyUWtwS0NKVXVXUUpJa25EOS9IdE9uVDFmTWJrNUpTWkdUcWYzNzkxZXNpZnJBQXc5Z3dJQUJtREJoUW8wbVUxOS8vWFg4NXovL0FZcG5YL2Z2M3grWm1aa0FnQysrK0FMaDRlR0s0elVhRFY1OTlWV0h6MjgwR3JGcjF5NjVuWjJkWGU2eExWcTBRRmhZbU4xOXBSUFBSTGNDSmxPSmlJaHFVRkZSRVZMVDB2SEppcFhoUVVFdE05TFNqdVdxSFJNUkVWRk5TMDFMeDV6NTd5TXBPZmtOVVN1a0FtQXlsWWlJNmpTTzlkUno0Y0lGWExod29jeDJuVTZIMGFOSDQ4a25uMVFsTHZySHBVdVhGSWxHV3dzV0xMQ2I2UDdtbTIvc0prY05CZ04rK2VVWEhEaHdBQmtaR2ZMMjd0MjdsM3Y5bmoxN3lzbFVGSmY2N2RhdG0rTGZSVXBLU3BsKzlldlhSL1BtelpHY25JeTB0RFNNR1RNR24zenlDWHg4ZkNxNVkrRHBwNSt1OUpnYm9kVnE1ZlZUZi96eFJ6bVIyckJoUTBSRjJYOEo0clhYWHNPa1NaTUFBQUVCQVhJZmU5YXRXNGZjM09zZlhWOTg4UVY2OWVxRjFxMWJsem4yL3Z2dng0TVBQbGp0ZXlLcUswUzFBM0FWQlVYV1k3QmFSODZjTmdYTm1qWlJPeHdpSW5KU2w1S1NNZjZsS1ZpeDZvdlBQQUswOWtjVFJFUkU1RFE0MWlNaUlrZHdyS2MrUVJEZzQrT0RWcTFhNFpsbm5zR21UWnVZU0syalNwZjQ3ZEdqUjduSHRtL2ZYcEVBL2ZISEgyRXltU3E5aGlBSWVQUE5OOUcwYVZNQVFHSmlJdmJ0Mnlmdkx5b3FVaHg3TXhVVkZXSGh3b1Z5dTArZlB1VWU2K3ZyaStEZ1lBUUhCME9yMVphN0hteFdWaGFXTEZtaTJHWXltVEI2OUdoczJMQkJNZHViaU1yaXpGUUhwWnc1a2dwZ1krKzdlcW9kQ2hFUk9UR0wyWUpybVptd1dpMkJrbVIxVnpzZUlpSWlxaGpIZWtSRTVJaTZNTlpyMkt4Tkk2MFdqeXhjOGdudXZlY3VSRWFFTzlCTEhlUEhqOGY0OGVOcjVGeVRKazJTWis2Ujh6T2J6ZGk5ZTdmYzl2VDBSTWVPSGNzOVhxUFJvSHYzN3RpeVpRdFF2SWJxTDcvOGdwNDlLLy9kenNQREEvUG56OGVMTDc2SVYxOTlGUjA2ZEFDS3k5OGVPM1pNUHM3YjI5dWgyS2RNbVlMang0OHJac0pPblRvVkJvTUJoWVdGOHJhalI0OWkwS0JCaXI0alI0NUU3OTY5QVFEdnYvKytQQnRicTlYaW9ZY2VLdmVhWnJNWnFhbXAwT2wwMEdnMDJMWnRtN3pQemMxTlB1YVZWMTZSeS9xR2hZV2hmZnYyMkxoeEkzSnpjekZqeGd6TW16ZFBrVFRldG0wYlRwNDhDVkg4Wno2ZTFXcUYxV3FGeFdLQjJXeEdVVkVSSG4vOGNjVEd4anIwZDBPdXg5UERBMjNieENMamF1YUJ2UHo4TkxYalVSdVRxVVJFUkVSRVJFUkVSRVIxbkE1b0JFR1l1T2gveTlHeVJZeFRKMVBKdWExWXNhSkt4N3U1dWVIZ3dZTU9ILy9ERHo5VTZmeHZ2UEVHM25qampTcjFLZEdvVVNOODlkVlhHRFpzR014bU03UmFMUklURStYRW95QUlhTkxFc2VvbHljbkpTRXhNVkd5elYySzRzTEN3ekhFbDEvdnl5eSt4ZXZWcWVmdUREejZJb0tDZ2NxOXBOcHN4WU1BQXV6TlNnNE9EQVFBblRwekEvdjM3NWUwdnYvd3kyclZyaDR5TURPelpzd2NBVUZCUW9PaDcrUEJoSEQ1OHVOenJhalFhZVgxWHFwdkN3eHJody9mbUFzQlFRUkFTSys5UnQ3SE1MeEVSRWNrbER1Zk1tTTRTaDBSRVJFUkVSRVIweXhBRUFYNStmamgrL0RpT0hqMHFKellCb0YrL2ZuSlNzako2dlI0Nm5lNkcvbWcwR2dEQWJiZmRKcGN0RGdnSXdLaFJveXE4cHNGZ0tEZlplL2ZkZHdNQVdyVnFoYUZEaHdJQUhuNzRZY1RIeDhOZ01PQzk5OTdEakJrejBMNTllM2g2ZWpyNHQvV1AwdVdWaWVvNnpreDFVS05HamR5MVhvSEJGeTlkUmxCZ0FBd0dnOW9oRVJFUjFaaVNFb2Q5ZXZkU094UWlJcUtiaW1NOUlpSWlJbXJSb2dWKy92bG42UFY2ZUhoNElEZzRHTDE2OWNLUUlVTWNQc2VpUll1cUhVZmp4bzB4Yjk0OGpCMDdGck5uejRhWGwxZWxmVnEzYm8yelo4OUNGRVhvOVhyNCsvdGp3SUFCaXJWV1I0MGFCVUVRRk1sWlVSVFJ0MjlmOU8zYkZ5aWVIWnVibXd1ajBRaWowWWlpb2lLWXpXYVl6ZWIvWisrK3c1bzYzejZBZnpPQWdDQW9VMFZGQlJVdHppcU91dXFzdFE2c1dnZnV1bmRkdUhHVU91cXV1T3VxV3EyMjB0WlJ0eWhxMVZweEYxQkFSUVJFWkkrUXZIKzh5ZmtsQmpBb2VGQytuK3ZxVlhKV2J0THF5WFB1NTdsdm9jd3ZBS2pWYXBRclYrNnRmMWVpOXdtVHFVYVNLVXJWQWRRL2pCejNEZWJQOWtHOXVyWEZEb21JaUlpSWlJamVFc2Q2UkVSRVJCODJSMGZIMTVZWkhqNThPSVlQSDU2djYrYTMzTEd4NnRldmovMzc5eHVkc0p3OWV6Wm16NTZkNXpGeXVSeGp4b3pKODVpU0pVdHl0U2tKbE1wc0pLY2s0L0JmZjVVQ2Fqd0Y3bVNLSFpPWVdPYlhTQks1ekF3U2xJbUpqVU5tVnBiWTRSQVJFUkVSRVZFQjRGaVBpSWlJaUlvYXJ2d2tzVVU5amNZQ3Y2WDQ5cnNWMzFXc0x2MVk3SGpFeHBXcFJFUkVKSlE0akh6MEdBNzJkaXh4U0VSRVJFUkVSRVJFVkV5bHBLYmc4cFZyU0UxTGJRckluTVNPUjJ4Y21VcEVSRVRhRW9jSGg0d2NoenQzNzRzZERoRVJFUkVSRVJFUkVWR1J3R1FxRVJFUjZaUTRqR1dKUXlJaWVpMkZ3Z3cxcWxlSHFhbFpzQXJTT0xIaklTSWlJaUlpSWlvc0xQTkxSRVJVZ0tSU0NSUUtCU1FTYWFwVURXWWxpWWpvZytSY3JpdzIvckFDQVBwSUpKSUlzZU1oSWlJcWJCenJFUkVSRlY5Y21VcEVSRlNBSE96dE1XWENHSHprWG1OV3BqTHJvdGp4RUJFUkVSRVIwZHZqV0krSWlLajQ0c3BVSWlLaUFtUnBXUUxOUDJtQzVwODArVXNpa1VTS0hROFJFUkVSRVJHOXZROWhySmNsbDhTYnFIRzBWZk5tQTIxdFM0c2REaEVSMFh1RHlWUWlJaUlpSWlMS0Y1VktoZlNNREZ5OWNzTkNNNjVVaWgwVEVSRVI1ZTNKdlJzaGNIVWRzWGpoM0lFbUppWmloME5FUlBUZVlKbGZJaUlpSWlJaXlwZVltRmg4dTJRNXhreWVzcWg4MVZxTnhZNkhpSWlJaktKR2FHaUdtWmtacEZJK0ZpWWlJaklXNzVwRVJFUUZLRDA5SFhmdTNjZXdVUk5xbHkxYjFVN3NlSWlJaUFwRGNrb3F6cHc3aitUa3BMWVNpYXFpMlBFUUVSRVZObzcxaUlpSWlpOG1VNDJVckU2N2xwV3Q3TEJ0MHcvNHFLYTcyT0VRRVZFUjlmakpVNHlmN0lNVFo4NzhKTGN5N1NCMlBFUkVSSlEzanZXSWlNZ1lIT3NSRVJFVlgweW1HaW51L3Yya0ovL2R2bEdqZWpWWWxpZ2hkamhFUkVSRVJFUlVBRGpXSXlLaTRzSzVTazFYRi9mYS9sTm56c09kZS9mRkRvZUlpSW93Tzl2UzZOLzNLOWpiT1d4VUs1WDN4STVIYkV5bUVoRVJFUkVSRVJFUkVYM2c1QktaSFlDdXgwNmNSR3hzbk5qaEVCRlJFV1p2WjRkaGd3Zmc4cm0vVmtlRzNyNGpkanhpWXpLVmlJaUloQktIdTMvY3hCS0hSRVJFUkVSRVJFUkVSQnB5c1FONFh6aFhyVjFPTGtHN2ZRZCtRL05QbXNESjBVSHNrSWlJaUFwTTNQMzdTUUJ1MUt4UlhleFFpSWlJM2ltTzlZaUlpSWlJaUNndlhKbHFKSWxhVlFVU3lkelY2ellpSXZLUjJPRVFFUkVSRVJGUkFlQllqNGlJaUlpSVNGOUdSaVlpSWg5aHR1L0NTdmIyTlN6RmprZHNUS1lhU1NhVFNTRlJtMlZtWmtLdFZvc2REaEVSRVJFUkVSVUFqdldJaUlpSWlJajBoVWRFWXVpbzhkaTk3K0RQbHFYbG40b2RqOWlZVENVaUlpSTRWNjFkenFWYTdVRjc5aDFBOUxNWXNjTWhJaUlpSWlJaUlpSWlrYWpVS3FTbHBVR3RWbG1vSkpKaTN6S1V5VlFpSWlJU1NoeXVXTE9PSlE2SmlJaUlpSWlJaUlpSU5KaE1KU0lpSXFIRVlRWkxIQklSa1JGS2xyVEM1NSsxaDNWSm00UFoyZEpRc2VNaElpSWlJaUlpS2l4TXBoSVJFUlVnRXhNNXlqZzVRUzZUUDFKRGtpUjJQRVJFUklYQndkNE9QcE1uNFBxbE0zT2VoQVpmRWpzZUlpS2l3c2F4SGhFUlVmSEZaQ29SRVZFQktsZTJERll1WFlTcGs4ZDZ5ektTam9rZER4RVJFUkVSRWIwOWp2V0lpSWlLTHlaVGlZaUlDcEJjTGtmcFVxVXdkTUNBdVBEdzhIU3g0eUVpSWlJaUlxSzM5eUdNOVRMVnFpZHFsV1R0SU8rK0tPOWNUdXh3aUlpSTNodHlzUU1nSWlJaUlpS2k5MHRXVmhhZXhjVGl4eDAvVmJDM3IvRThOdlpPc3RneEVSRVJVZDZpd200OUFyQm93cGdSQzhXT2hZaUk2SDNDbGFsRVJFUkVSRVNVTDQram5tTFVoTW5ZL3RQZUhSYTI4dlppeDBORVJFUkVSRVJVV0poTU5aSXlXNVVHdGVTaHMzTlptSm1aaVIwT0VSRVZVWW1KU1RoODdEamFmZkZsZCtjcU5WM0Zqb2VJaUtnd1pDdXpFUi8vQWlwVnRwMWFyVElYTzU2M3diRWVFUkVaZzJNOUlpS2k0b3RsZm8zMFdKMzZiOFUways3K3E3NlBzckd4RmpzY0lpSXFvbUppNDdCaWpUL0NIanp3bGNvbE1RQkN4WTZKaUlpSWNzZXhIaEVSR2VOREdPdTV1TGdvbExJU3pnL0RJK0RvWUE4TEN3dXhReW8yc3BYWnVIcy9oQk8zaUlxWU8zZnZJeXNyQ3lhbUptS0hVdVRJWkRKWWx5eUo2R2ZQRWxTWldSbGl4eU0ySmxPTkZScWFFUUU4ZFhTd0Z6c1NJaUlpSWlJaUtpZ2M2eEVSVVRHaFZGaTVtVUMyZk5vc1gweWROQTRmMTZzamRrakZSbHA2T3RadjNncFRFMU94UXlFaUhWbFpXVWhNU29LdGJXbXhReWx5eXBaeHdteWZLVmk1eG4vNjZRdC9YeFU3SHJFeG1VcEVSRVJRWnF2UzVETHB3L0xPems2Y0tVdEVSRVJFUlBUaGtTc2xKZFFtNm8vdWg0UWdKU1ZGN0hDS0JWdmIwbkJ5dEVkaVVoTFVhaUFqTTFQc2tJam9GWmFXbG5Dd3Q0Tzl2WjNZb1JRcGxpVktvRkhEajdGMzU1YnpFb25rbWRqeGlJM0pWQ0lpSWhKS0hHNVp0eXJLcHBTTjJPSFpxdWNhQUFBZ0FFbEVRVlFRRVJFUkVSRVJ2ZmVjeTVYRjRvWHpFQk1iSjNZb1JKUUhPOXZTcUZTeGd0aGhVQkhHWktxUktyaldyQ0dWeWNmTm1Mc1FnN3g3dzgyMWl0Z2hFUkVSRlJ4dGlVTkhCN0VqSVNJaWVxYzQxaU1pSXFMQ0lwVktVYm1TQ3lwWGNoRTdGQ0lpZWd0U3NRTjRYMGpsSmc2UW9zdUpVMmZ3UFA2RjJPRVFFUkVSRVJGUkFlQllqNGlJaUlpSVNGOXFhaHB1M0x5TklTUEgxQ3RYcnJxdDJQR0lqY2xVSWlJaUlpSWlJaUlpSWlJaUlnSUFSRHg2aE5FVEp1UDAyZk03NUZabUxjU09SMnhNcGhJUkVSRXF1TmFzNFZLdDl2cXBNK2NoSkRSTTdIQ0lpSWlJaUlpSWlJaUlpZ1FtVTRtSWlFZ29jWGpzeEVtV09DUWlvdGVTeXFTd3RMU0VSQ0pOQXBBcGRqeEVSRVJFUkVSRWhZWEpWQ0lpSWlJaUlzb1hCenM3VEpzMERoKzUxNWlyekZKZEVqc2VJaUlpSWlJaW9zTENaQ29SRVZFQlVpak1VTDJxRzB4TnpZSlZrTWFKSFE4UkVWRmhzTFFzZ1ZZdG11SFFMN3YraW5wd0oxTHNlSWlJaUFvYngzcEVSRVRGbDF6c0FPakRFUDNzR2NJakhva2RCaEhsb1VKNVo1UXQ0eVIyR0I4ODUzSmxzV2I1WWdEb0k1RklJc1NPaDRpSWlJaUlpTjRleDNwRVJFVEZGNU9wOU5hZVJqL0R6TGtMY2V2dVhiRkRJYUk4Vktua2dxV0w1c1BadWF6WW9SQjkwS0tlUmlQeTBXT3h3eUNpUWxLeXBCV3F1YmxDSnBPSkhRclJPOFg3R3hIbGhQZkY5MHM2VXNOTXNrdE1tRC9iWjIrMXFtNWloME5FUlBUZVlES1YzbHAwOURPRWhEMUFYTnh6bUp1YlF5N25GMmlpb2lSYm1ZMjA5SFFBd09Pb0tDWlRpUXJSNDhkUm1ESnpEc0llaG9zZENoRVZFaXRMUzB6L1pqemF0bTRsZGlpaVNrOVBSK2lEaDFpOWRrUHRzbVdycGtSRi9jZHloeCt3cDlIUDhNMzBXYnkvRVpFQkswdEx6SnM1RGMyYU5oWTdGREpDZEdob0xJQ2Z1M1RxdUZmc1dJaUlpTjRuVEtaU2diRXdOOGVZa2NOUXA5WkhZb2RDUkRydTNMMlBOZjRieFE2ajJNak96a1phV2pyT25yMWdCY0FFUUpiWU1kRzc4emdxQ21FUHd4RVg5eHdXNXVhUWNZSVIwUWREclFaU1UxT1JrUEFTOTBQQ2luMHk5ZkdUcHhneGRoS2luajc5U1c1bE9oTEFMckZqb3NJVEhmMU11TDl4QWkwUkFZQmFyVVpxYWhvU0VsN2l3Y1B3WXBGTTVWaVBpSWlvK0dJeTFVakt6SXduSnFabVczdDRkWm5oNkdBdmRqaEZra3d1ZzNzMU56UnErTEhZb1JEUksweE1UTVFPb2RpSWpZM0R4cTNiOGN0dnY4OHZYN1hXaWtmL0JRZUtIUk85ZXhibTVwZzBialJxdUZjVE94UWlLaUFwS2FtWXU5QVBNYkZ4a0Vna1lvZERCWWhqUGVOeEFpMFJhU1VsSjhOMzBXTEV4QmFmd2dRYzZ4RVJFUlZmVEtZYTZmR0R1MkZ3ZFowL2J0VHdHU1ltL05pSWlDaG55U21wQ0F5NmhPVGtwTFlTaWVvZ0FBNndpeUdaWElZYTd0VTR3WWpvQS9JeU1SSG01dWFBWmpVT2ZUZzQxak1lSjlBU2tkYUxoSmZDZmJHNCtCREdlaFVxZUpTU21rczhUNTBKUkMyUEdyQ3p0UlU3SkNJaUtxTE1URTFSb2J3elltUGpIcWFucHllSkhZL1lwR0lIOEI1UklUUTB3OHpNRkZJcFB6WWlJaUlpSXFJUEJNZDZSRVJVTEtnVVVqZElwUDdUWjgvRG5Ydi9pUjBPRVJFVllTNFZLMkN6LzJwc1dydW1WMlRJclZOaXh5TTJqaFNKaUlnSXlzeU1KeEsxWk90WFgzcUJKUTZKaUlpSWlJZytQSEtWV2dxSldwR1JtUW0xU2lWMk9FUkVWSVJKcFZKWW1KdWplZk5HcVFDeXhZNUhiRXltRWhFUkVSNC91QnYyVUprOGY5SzRVYWhZb2J6WTRSQVJFUkVSRVJFUkVSRVZDVXltR3FsOHRZOCtybGl0OW9tK2c0WWorTlp0c2NNaElpSXFhSm9TaDJZc2NVaEVSTVVLeDNwRVJFUkVSRVNVRno0dE5aSk1JcmVVU0ZFekpEUU1xYWxwWW9kRFJFUkVSRVJFQllCalBTSWlJaUlpSW4zeDhTK3c3OEJ2YU5YK0MrL3lyaDlWRVRzZXNUR1pTa1JFUkVSRVJFUkVSRVJFUkVRQWdHZXhzVmk5YmdNaUhqMmFKcFhMYW9zZGo5aVlUQ1VpSWlLaHhHR1B2b05ZNHBDSWlJaUlpSWlJaUloSWc4bFVJaUlpRWtvYy9oY2F5aEtIUkVUMFdpWW1jcFFyV3haeW1meVJHcElrc2VNaElpSWlJaUlpS2l4TXBoSVJFUkVSRVZHK2xDdGJCdXRXTGNYVXlXTzlaUmxKeDhTT2g0aUlpSWlJaUtpd01KbEtSRVJVZ0d5c1M2SmI1ODlSdXJUdExrZ2tkOFdPaDRpSXFEREk1WExZbGk2Tm9RTUd4SVdIaDZlTEhROFJFVkZoNDFpUGlJaW8rR0l5bFlpSXFBRFoyZGxpMUxBaHVIcis1SGVSOTI1ZUV6c2VJaUlpSWlJaWVuc2Z3bGhQRFVrRzFKSkhaY3VVZ1ptWm1kamhFQkVSdlRlWVRDVWlJaUlpSWlJaUlpTDZ3S1crekFwUksxVWpGaStZaXhyVnE0a2REaEVSMFh1RHlWUWlJaUlpSWlMS2w0U0VsOWgzNERlMGF2K0Z0MHRWaitwaXgwTkVSRVN2Rnh0N0p6a2lOUGlmV2g0MVViS2tsZGpoRUJFUnZUZmtZZ2RBUkVUMEljbkt5a0pNYkJ5MmJ0OVZ3ZDYreHZQWTJEdkpZc2RFVkZ5c1diTUcxNjlmQndCODlkVlhhTmV1bmNFeC8vMzNIeFl0V2dRQXFGMjdOaVpObWxRZzc1MmRuWTF4NDhhaFZLbFNxRldyRm5yMjdQblcxOXkxYXhleXNySUFBQzFidGtTbFNwVUtJTkwvK2Y3Nzd4RWRIUTBBR0Rac0dOemMzSkNkblkwalI0NmdhZE9tS0ZXcVZJRytIMzFZNHA3SFkvVzZEWWg2K25TYVNxSU9CM0JQN0ppSWlJZ0tFOGQ2UkVSRXhSZVRxVVpLeTFMZE1aZXJSeXljTy9NMzF5cVZ4UTZIaUlpS3FNZFJUekZ0NWp6ODgrK05IUmEyOHNtSXhRR3hZeUlxRHM2ZVBZdHQyN1lCQUt5c3JGQytmSG1FaDRjTCs2MnNyR0JyYTR2bHk1ZmoxcTFiQUlEV3JWdnJIYU5sWTJNREd4c2J4TVhGSVRzN085ZjN0TGEyaGtLaEFBQ2NPM2NPbHk1ZEFnQllXbG9hSFhkWVdCaE9uanlKK3ZYcnc4UERBNmFtcHNJK2YzOS9wS2VuQXdES2xpMWI0TW5VSzFldUlDUWtCQURnNWVXRjdPeHN6Smd4QXhFUkVYQjNkOGZtelp1RjM0L29ROGF4SGhFUkdZTmpQU0lpb3VLTHlWUWpQUXNMamdGd3FGMmJWbUtIUWtSRVJWaTJNaHN2RWhLZ1VtWGJxZFVxYzdIaklTcEsyclp0aTlUVTFMZSt6c2lSSTlHdlh6L2g5ZTNidHpGcjFpemhkVkpTa3Q1K0FPalpzeWNhTm15SUsxZXVDTnRXclZxRlZhdFdHVngvOE9EQkdEMTZOSHIyN0ltWEwxL21Hc2ZjdVhQUnVYTm5aR2RuWTkyNmRjTDJ4NDhmWS9IaXhYckhTcVZTVEpreXhlQWF2LzMyRzNidjNnMW9rcmpIamgyRFhQNXV2cUtibUpnSVAyZG5aNk55NWNvb1Zhb1VJaUlpY1BmdVhjeWFOUXRMbHk2RlJDSjVKL0VRaVlWalBTSWlNc2FITU5Zclg2MWFXYWxhNGJWbCt5NjAvYlFsS3BSM0Zqc2tJaUlxb2l6TXplRlJzd2JpbnIrNG5wcWFHaWQyUEdKak1wV0lpSWlJM29uVTFGUmhwZVhiMEphK0JZREF3RURNbURGRFNOTEs1WElvbFVyaFoyMWlNaW9xQ3ZQbXpSUE9VeWdVeU16TWhFcWxBZ0NZbVprSlNVUGQxYUhHMkx0M0x4NDhlQ0M4dm5qeElpNWV2S2gzVEU3SlZLVlNpYi8rK2t0NDNieDU4d0pKcEthbnB3dS9WMTVrTXBud2MycHFLcFJLSlJZc1dJREJnd2REcFZLaFljT0dTRTFOUllrU0pkNDZKaUlpSWlJU255emJyQUpNTUhQMXVnMXdyVnlKeVZRaUlzcFZ4UXJsNGIvNmV3RHdsa2drRVdMSEl6WW1VNG1JaUVnb2NiaDR3VHlXT0tUM1JuWjJOdno4L0lSRTZoZGZmSUZldlhvSnExSWJOV3FFVmF0V1FhbFVvbmZ2M2toTy92KzJWdjM3OThmNDhlUGg3KytQelpzM0E1clZydDdlM2ptK3o3Smx5N0J6NTA3Y3VIRURKMCtleElBQkEvRDQ4V05BMDROMXpabzF3ckd2bHNYTkszbDg2dFFweE1YOWIzS25wNmNub3FLaWNqejJ4WXNYdWU2enNMQ0FqWTJOOExwUG56NklpTWpmT01mSHg4ZGcyK0xGaTdGMTYxWWNQWG8wWDljaUlpSWlJaUlpSXZxUU1KbHFKSHY3R3BibTFpWVY3NGVFd3Jsc1daUW9ZU0YyU0VSRVJBVkdXK0t3UTd2V1lvZENIN0NsUzVmbTJZUFVXTnJlb1RLWkRFT0hEc1dpUll2UXVYTm56SjQ5RzFLcEZLNnVyZ2dORGNYNTgrY1JGaFlHT3pzN3pKdzVFenQyN0VCaVlpSkdqeDROQU9qU3BZdVFURDF5NUVpdXlkVGN4TVhGWWNLRUNYb3JaVmV1WElrR0RSb0FBSzVldllyaHc0Y0Rtc1R1cTM3NjZTZTkxek5uenN6MXZaWXVYWXFsUzVmbXVLOVRwMDd3OWZYTlYreEU5RDhjNnhFUkVSRVJFVkZlbUV3MWtvVzF6RU1peHcvZlRKdUYrYk45VUs5dWJiRkRJaUlpSW5xdk5HblNwRkN1MmJ0M2IvVHExUXRQbmp3QkFIVHYzaDB2WHJ5QXU3czc1SEk1bGkxYmhzT0hEd01BcGs2ZGlxZFBud3JuejV3NUU4N096aWhUcGd3ZVBYb0VBQ2hWcWhRc0xTMWYrOTRiTm13UVNncHIrZmo0WU9QR2pWQW9GSmd6Wnc2Z0tmRTdZY0lFdmVQT25qMkxXN2R1RmNBbmtEY3ZMNjljU3dmLy9mZmZDQThQQndBMGFOQkFTRkxyc3JLeUt2UVlpY1RHc1I0UkVSRVJFWkcrN094c3BLYWw0ZHpaSUNzQUpnQ3lqRGp0ZzhWa3FwRWtjcGtaSk9veU1iRnh5TXdxMXYvUEVCRVJFUlVaMjdkdng3NTkrN0Jueng2ampsK3laTWxyajVrNmRTcDY5ZXIxMnVPR0RCbUNJMGVPSUNvcUNvTUhEOGJXclZ2eDRzVUxEQmt5Qk9ibTVuajI3QmtBWU96WXNhaFNwWXB3WGxaV0ZsYXZYaTI4TmpjM2g0T0RnOEgxZFV2MTJ0blo1ZHE3MU03T0x0Y1lKMDZjQ0F1TG5GZlpMVm15UkVpbXRtN2RHajE2OUFBQWhJYUdvbHk1Y2pBM04zL3RaMEQwSWVCWWo0aUlpQXBUOUxObkNJOTRKSFlZUkpTSEN1V2RVYmFNazloaEZDbFBvNTloL2VZZkVmRG4wZmt1YmpVV2g0ZmN1U3gyVEdKaU1wV0lpSWlFRW9mMy9ndEIrWExsV09LUXlBaE9UazdZdEdrVFFrSkMwTGh4WTVRcVZRcUxGeTlHWW1JaUVoTVRBVTBmMUZmTEI2OWZ2MTVJWWdMQW5EbHowSzVkTzRQck4yM2FWT2k1T21uU0pMUnYzNzVBNDlkZGRacVNrZ0lBeU16TXhOaXhZNUdhbW9vdVhicGc4T0RCZXYxWWlZaUlpSWpJZUUram4ySG0zSVc0ZGZldTJLRVFVUjZxVkhMQjBrWHo0ZXhjVnV4UWlveWs1R1NjT1hjZXljbEpiZFV5azExaXh5TTJKbE9KaUloSUtIRTRkdEkwTEY0d2x5VU9xZEFFQndlL1ZkL1VNbVhLd01ucGY3TkZodzhmamo1OSt1UjV6c2FORy9YSy9MNnUzSENwVXFYMFhpOWJ0Z3dKQ1FtQVpqVnFkSFMwM3Y2RWhBUk1uRGdSRnk1Y01Malc1Y3VYOGNVWFg2Qng0OGFvVTZjT1B2LzhjNXc2ZFVyWTM2QkJneHdUcVFXbGJkdTJPVzVmdW5RcHJLMnRoZGRKU1VrQWdGOS8vUlV4TVRFQWdJQ0FBS0huS3hFUkVSRVI1VjkwOURPRWhEMUFYTnh6bUp1YlF5NlhpUjBTRWVuSVZtWWpUVE9KK1hGVUZKT3BsQ3NtVTRtSWlFaW54R0VzU3h4U29SbzVjcVN3MnZKTnp4ODZkS2p3MnNiR0JtWm1acmg2OVdxdTUyaFhpUUpBVEV5TTNxclFWN201dVJuMFM5Vk5udXFldTN6NWN2ajYraHBjdzluWkdhVkxsMFp3Y0RBQTRPblRwemg0OENBU0VoTHcrZWVmbzN2MzdsaXhZZ1VVQ2dWOGZIeU0rcjNmVkc2ZnRWd3UxeXNQSEJzYmk2U2tKR3pldkZuWTFxZFBuMXhMQ3hNcEZHYW9VYjA2NHA3SEI2ZWtwOGVKSFE4UkVSRlJVV1poYm80eEk0ZWhUcTJQeEE2RmlIVGN1WHNmYS93M2loMEd2UWVZVENVaUlpcEFVcGtVSlVwWVFDS1JKZ0habVdMSFExUWNQSHYyREJNbVRERHEyRzNidHVXNTM4ZkhCMTkrK2FYZXRxKy8vaG9uVDU3RWd3Y1A0T2ZuaCsrLy94NXhjWEZ3ZFhYRjlldlhoZVBNemMweGFOQWdlSHQ3dzlUVUZJY1BIOGFhTld1RWxaNU5tellGQUhUcDBnWCsvdjZZUEhreUxsKytqRUdEQnVVWWkyNGlkT0hDaFZpOGVMSEJNVFZxMU1EYXRXdjF0cWxVS3VIbkprMmFRQ3FWQWdCdTNyeUpseTlmQWdBVUNnWHM3ZTJGNDU0K2ZZbzFhOVlnUGo0ZTBDU3BYN2ZpbDRvMzUzSmxzZkdIRlFEUVJ5S1JSTHorRENJaW92Y2J4M3IwTm1SeUdkeXJ1YUZSdzQvRkRxWElTa2xKd1lFREI5Q25UeC9JNWU4dWJYSDM3bDBjUDM0Y2FyVWE0OGVQTDlCcjM3OS9IK2ZPbmNPTEZ5OHdkZXJVQXIwMkZSd1RFeE94UTZEM0FKT3BSRVJFQmNqQnpnNlR4bzdDOXl2WHpiMTYvZm9sc2VNaEttcHNiR3lRbHBiMnh1Y3JGSW84OTB1bFVwaWFtdXB0VXlxVlVDcVZBQUJUVTFNaHVaalQvcHhVcTFZTmYvLzlOd0NnWWNPR1FneWZmLzQ1WW1KaW9GYXI4ZVdYWDZKVHAwNnd0TFNFV3ExR1JrWUdXcmR1alZhdFd1SHZ2Ly9Hc1dQSDRPbnBDV2g2bFM1YXRBZ3RXN2JFamgwN2hBUm5YbEpUVTNQY3JpM1BxMHYzODEyMWFwWHcrdzRkT2xSSS9pb1VDcjFlcUhmdjN0VkxESC85OWRjR0szU0ppSWlJaWpPTzlZZ0t6NFVMRitEcjY0dm56NThqUFQwZHc0WU5Bd0RzM3IwYkd6WnN5UGYxUER3OERDYWRhcW5WYWtna0VnREE3ZHUzMGI5L2YwQXpsdlR5OGtMNTh1V0ZZME5DUWdBQVZhcFVNUmhIdnM2R0RSdXdjZVAvVmp4MjdOZ1JIMzFrL01yazhQQndaR1JrNU9zOWMrTG01cGJ2MkluSUVKT3BSTVdZN3BjSElpb1lscFlsMFB5VEptaitTWk8vSkJKSnBOanhFQlUxZi83NVo2RmV2MG1USmxpMWFwWGV0bSsvL1JZSERod0FBQ3hZc0FCdDJyVFIyLy9UVHo5aCtmTGwrWDR2bVV5R2RldldvVXVYTGxpOWVqVldyMTZkNjdGdWJtNG9VNmFNOExwbHk1YjVmajlqcGFTa0FBRE16TXowQnMyNksxMHRMQ3hnYjI4UGhVS0I5UFIwdlFTc3E2dXJ3ZXBjSWlJaW91THVneGpyU2RVSlVFdFBOMm5rMmJ0VUtSc2pUaUI2TjJ4dGJmSGl4UXNBd0pZdFc5Q3FWU3U0dWJraEl5TUR5Y25KK2I3ZXE1TlIwOVBUY2U3Y09SdzVjZ1JxdFJvclY2NEVBTlNzV1JNZUhoNjRlZk1tVkNvVnRtelpnbm56NWdubmJkcTBDU2RQbm9TbHBTVTZkZXFFS1ZPbUNQdXlzckwwcWdLOXFsMjdkbnJKMU0yYk4rZFliVWlYWEM2SFRQYi9mWFduVEptQ0J3OGU1UHQzZjFWZ1lDQXNMQ3plK2pwRXhSMlRxVVJGWEVCQUFLNWZ2dzR2THk5NGVIZ1k3QThKQ2NHcFU2Y1FFaEtDdUxnNGJOcTA2YldsQ2RScU5RNGVQSWpkdTNkajNicDFjSFIwTExCNHQyL2ZqdURnWURnNE9PRExMNzlFbFNwVmNqenUrdlhyMkxWckY1bzJiWW9tVFpyQXljbko2UGU0YytjT0hCd2M5SHE5WldWbDRlelpzOExyQmcwYXdOcmEraTEvR3lJaWV0Lzk5dHR2T0hUb2tQRGEzOThmdFdyVlFtcHFLbzRlUFlxU0pVdmlqei8rRVBibmQ1RDV0cXMzKy9UcGsydmlzbTNidGtJQ2RONjhlV2pkdXJYQk1hL09NRTVKU1JFU28rYm01bnI3bmo5L3JoZTNSQ0tCcTZzcmJ0MjZwWGZjakJremNQWHFWZFNzV1JOV1ZsWnYvc3ZSQnkwN094dXBhV2s0ZHpiSUNvQUpBRGJjSmlyaWdvT0RoYi96R3pWcUJCY1hGNXc0Y1FKdDI3WVZiWkx0NDhlUHNYMzdkaUdtMXExYlE2VlM2ZDNma3BPVHNXalJJdGphMnNMUjBSSGUzdDQ1WGlzMk5oYisvdjdvMnJVcmF0V3FsZWY3OXVuVEJ5a3BLU2hUcGd6V3IxOXZWS3g3OSs1RldGZ1lBR0RTcEVrRzkxbXRnSUFBb2FLRm1aa1pwazJiWmxBMWcwZ3M0Zi9kdkE5WDEwRXJseXpxemJLV1ZKUlVyMTRkUFh2MnhONjllNkZVS3VIcjY0dHQyN2JCMDlNVFptWm13bkU3ZHV4QWJHd3NBS0JuejU1NnEwaDE2YlkwQVlCcjE2N0J4OGNIMEl5aDR1UGpVYnAwYVFEQWdBRURNSG55WkFEQWtTTkhNSHIwYU5qYjIwT3RWdVBhdFd1QTVsNzA2dC9sUTRjT05SaEw1U1V3TUJCTm1qVEo4NWlwVTZlaVY2OWVSbCtUaU40ZEpsT0oza0pLU2dxVVNpWFVhalhVYWpWVUtwVlEyaTh6TTFQdjM4bkp5VWhPVGtaS1NncVNrNVB4OHVWTHZIanhBdkh4OFlpUGo0ZVRrNU13SzByWHpwMDc4ZURCQXdRRUJPVFl4MDJ0VnV2TmNqcDgrREM2ZE9tU1o5ekxsaTNEM3IxN0FRRGp4NC9IdG0zYm9GQW84UERoUSt6Y3VUTmZuOEc0Y2VQMHlnUmV1WElGRnk5ZUJEVGxEM1BqNysrUGE5ZXU0Y3laTXloVHBneCsrZVdYMTVadWhPYjNuVDU5T3FLaW9sQzNibDJNR2pVS2RldldSVXBLQ3FaTm15WWN0MjNidGh5VHowUkVWRHdrSnlkajllclZ3b3BVcmZEd2NBd1lNQURqeDQvSHBrMmI5UGFabVpuaDQ0L2Z2SWVSczdNejZ0ZXZyN2Z0OE9IRHlNcktQY2NrbDh1TjZnZGthbXBxVktJM0l1Si9yU3Z0N2UwUkVSRUJHeHNiM0xoeFEramRLcGZMaFFsSDVjcVYwM3NBMEs5ZlA5U3VYUnNUSmt6QTlldlgwYTFiTnd3ZVBCZ2xTNVo4N1h0VDhSSWJHNGUxR3pZajRNK2o4OHRYcmJYaTBYL0JnV0xIUlBRbXJsKy9qcUZEaCtaNWpKdWJtekIreW8rZ29DQ01IVHMyeDMyV2xwYXd0clpHMWFwVlVhOWVQWHorK2VmNW1neWFscGFHaHc4ZjVycS9jdVhLQnVPcndNQkFiTjI2RlFBd2QrNWM3Tnk1RXdFQkFmajk5OS9oNStkbk1FSG82dFdyYjkwN2J1Yk1tZWpZc2FQd09qczdHei8vL0RQT25EbUR0V3ZYSWpZMkZnY1BIZ1EwRTVwYXQyNk45ZXZYNDg2ZE81Z3laUW9xVnF5SUsxZXU0SysvL2dJQTFLdFhMOGRrYWtoSUNBWU9ISWowOUhUY3ZuMGJQLzMwVTU3MzF5ZFBudVI3cGRQNTgrZUZzZTdvMGFOelRLYUdoNGZEejg4UG1abi8zMDVUTHBlamUvZnVxRkdqUnI3ZWk2Z1FxUkVhbXFHYm5DSXFLb1lORzRZLy92Z0R5Y25KdUh2M0xpNWV2SWhtelpvSmY0ZXFWQ3FzVzdkT09IN0lrQ0Y2Q3kzeTR1bnBpWklsU3lJeE1SRXFsUXJIang4WGtwYk5temVIZzRNRFltSmlvRlFxc1hmdlhvd2RPeGFob2FGSVNFZ1Fydkc2UkdoQnExbXpwdDR6VjJNOWYvNWNHQmRLSkJKaHBTc1J2UjBtVTRuZXdxUkprM0QxNnRVQ3VkYmp4NDhOeXU1ZXVIQkJLT2RnYjIrUFRwMDY0ZEtsUzdoNzk2N2V1VFkyTnNMTmZldldyWWlQanplNC9pZWZmQUkzTnpjQVFQLysvWEgwNkZFa0pDUWdKQ1FFQ3hZc3dLSkZpeEFURTZPM2VzY1kyaDRHdXIrSGxvdUxTNDduWEw1OFdaalpCUUN6WjgrR1FxRkFkSFEwN08zdDg3ekpYN3AwQ1UrZVBBRUEvUFBQUHloVnFsUys0aVVxYk9ucDZYZ1FIb0dWcS8xcmx5MWJOU1VxNnI4NHNXTWkrdERKNVhKaDVyRzF0VFdPSFR1RzVjdVhJeTd1Ly8vNG1aaVlDQWxOaVVTQ21KZ1l6SjQ5RzlDVWs3SzN0MGVGQ2hYUXZYdDNPRGc0R0Z4Zk8zRUtBREl6TTRXZlgrWGg0WUU1Yytib2JUdHo1b3hSUFZFTHl2Mzc5NFdmbloyZDRlZm5oeXRYcnVnZFU3bHlaVWdrRWh3OWVoVEhqaDBUdHN2bGNnd2ZQaHdBRUJVVmhlVGtaT3pjdVJPZE9uVmlNcFVNSktlazRzeTU4MGhPVG1vcmthZ09BbUF5bGQ1TGIxSTZzS0RlTnprNUdVK2VQTUhwMDZmeHd3OC9ZT2pRb1JnNGNLQlJxMFJEUTBNeGNPREFYUGZ2M0xrenp3UmVlbnE2TU1rbUtDZ0lnd1lOd3NhTkcvWEdWOW5aMlhvbDR0L0VxejNKZzRLQzhQMzMzd09hdnQ2dmx0Ni9kZXNXdG0vZkRxVlNpUlVyVm1EbHlwVUlDZ29TOXVmMklOdlYxUlVWSzFiRS9mdjNFUm9haXQyN2Q2Ti8vLzdvMHFVTG5qMTdabkM4OW52QjQ4ZVAwYWhSSTRQOVpjcVV3YSsvL3BxdjN6VWpJd016Wjg0VUVxbmEzMy9XckZuNDZhZWZjbDNKU3U4UGp2V0lDcGUxdFRXOHZiMnhmLzkrekpvMUM4MmFOUU0wcTBXenNyS1FrSkFnVk9GUktCUjY5d2RkRmhZV0J2Y1h1VnlPbGkxYklpQWdBQUR3NjYrL0NzbFVtVXlHenAwN1kvUG16YkMydGhZbTQraTJxRkVvRktoVHA0N2VOV3ZXckpuajMrMnBxYWw1VG9SVktwVzVUdmpSclI0NGI5NDhxRlFxWEx4NEVYLysrU2ZtekpralRKUTZmZm8wMXE5Zmo3bHo1eHJjNytmUG55OGtVMTlkMlV0RWI0N0pWQ09sUE0rOGFtNXQwbWJuMXZXM25NdVdmV2Z2dTIvZlByMWE2cDA2ZFlLdnIrOXJ6NHVOamNYeTVjdUYyWnRCUVVIOGk3TVFWSzFhOVkyU3FlYm01aWhac2lSc2JHeFFxbFFwbEM1ZEdqWTJOa2hMUzlPNzJlcXVtQmt6Wmd3VUNnWE9uajJMZmZ2MjVYcnR4NDhmNTloZzNjYkdSa2ltT2pvNll1SENoUmd6Wmd3a0VnbHNiVzBOQnJuRzByMzVxMVFxUEgzNkZBRGc0T0NRWStuRDdPeHNZZkFNQUYyN2RvV2pveVBHalJ1SG9LQWdUSnMyRFQxNjlNajEvWDcrK1dmaDU4YU5HK2Vhc0gyVjlvRzZzVFBXaU43VTR5ZFBNWDZ5RDhJZVBQaEpibVU2RXNBdXNXTjZINldtcGdvREoxMHltUXcyTmphb1VhTUd2dnp5UzN6eXlTZTVYb1Azd3FMajh1WEwrUGJiYnd2MG1pVkxsaFNxS1RnN08rUFFvVU00ZlBnd2R1M2FwVGZvN2RPbkR6SXpNL0hMTDc4QW1vbFFBUUVCQ0FrSkFUUVBzNXMwYVlMdTNidm5XdEZnK3ZUcHdzK2ZmZmJaVzhldVZxdjFIclFhUTZsVUlpTWpJOWY5MnQ0NkZ5NWNFTFpWckZnUm1abVpCc25VWHIxNklUQXdFSFBuempWNGp6Tm56cUJkdTNhSWpJd1VycHRiNlN5aUQ0VllZNzM4U2s5UHg2Ky8vb3F6Wjg4aUxDd01pWW1KVUNnVXNMVzFSWjA2ZFRCcTFDaUQ3N29aR1JuNDhjY2ZzVzNiTm1SbFpXSE5talh2ZkZWRlVaZVVsQ1IyQ0lEbXYrL2F0V3NSSGg1dTFKai9kWlJLcFVHL09OMHhuMHdtdytMRmk3RnMyVEw4L3Z2dmNITnpNL2llWkdOamc4YU5HeHYxZnNuSnliaDU4NmJlTnFsVUtwUlExR3JXckJsYXRXcUYwNmRQNDlpeFl3WVZJYlp1M1FxbFVna3JLeXRNbno0ZEtwVUs1ODZkRS9hWExWc1dvYUdoZXVkWVcxdkQzdDRlWThlT3haZ3hZd0JOWDdyUFAvOGNHUmtaZVZhSWdFNWlWVmQrNzlOcXRSb0xGaXpBdlh2M0FBQldWbFlvWGJvMElpSWlFQkVSZ2FsVHAyTEZpaFZHVmFPZ29vdGpQYUxDMTdkdlgvVHMyVk52TXVkMzMzMW5NUGtwUFQwOTEvdWxrNU9UUVRJVkFEcDI3Q2drVTBOQ1FuRHg0a1hoUHVmbDVZV3FWYXVpZWZQbXdtVGMzMy8vWFRpM2JkdTJCbTNWcGs2ZGF2QWV0Mi9meG9RSkU5Q3paMDk4L2ZYWEJ2dVZTaVVtVFpvRUFQRDE5WDN0SXBHQkF3Zmk5dTNiZ0tZY2Z1Zk9uZkhMTDcvQXo4OFBBREJyMWl6czNyMWJTTEptWm1iaTVNbVR3dmw1VlEwa292emh0emdqeGNiZVNVWXNibGR6YzMybjczdjQ4R0c5MTZkT25jS01HVE55ZlJqODhPRkRIRHAwQ0FjT0hEQVlPRkhCKy9UVFR3Rk5XVUJUVTFPWW1aa2hORFFVUjQ4ZUZScVEyOW5aWWNTSUVXalFvQUVzTFMxaFpXVUZtVXdHbFVxRm9LQWdOR25TeEtEZkdRQ2NQWHRXR0l4NmVIZ1V5TTN2M0xsemVsOEVyS3lzWUcxdGphZFBuOExIeHdjelpzd1F5aUg2K3ZvaU9EZ1kwSlFDYnQ2OE9hQjVJTk9uVHgvaEduSzVIT0hoNFFnSUNFQkdSb1l3UUZlcjFWaTllclZ3WFBYcTFkR3VYVHU5UGpQT3pzNllPSEVpVkNvVmJ0eTRBYlZhamZYcjE2TkRodzQ1OW1pN2UvY3VBZ1AvdCtoaHdJQUJSdjNlU1VsSkdETm1ESjQvZnc0L1A3KzNLdUZJUk9MS3pzN0c4K2ZQRVJnWWlNREFRSXdlUFJxREJ3L1dPNGIzd3FJbk5UVlZyM0pCUWRDV1FqeDkralJPbmp5SmMrZk9JU1VsUmRodlpXV0ZhZE9tNGJQUFB0T2JtT2JnNElBdFc3WmcyYkpsd3Izcjk5OS94KysvL3c1cmEydlVxbFVMN2R1M2Y2T2s2ZlhyMXpGbHloUzliYm94YWQyOWV6ZlhmbSs1bVRObmpzR3FWMTFUcDA3Rlo1OTlKcFFmQklDNmRldmk2ZE9ua0VxbGtNdmxjSEJ3UUk4ZVBTQ1ZTakY1OHVRY0oxSXRYNzRjZCs3Y0VSNHNWNnRXalpNUTZJTW4xbGd2UC83KysyL01uRG5Ub0FLTmRuVmpSRVFFdW5YckppUlQ0K1BqOFJMTWgxSUFBQ0FBU1VSQlZPZWZmMkxmdm4ySWlvb1NLZXIzZzI0eXRWMjdka0xsQWwwNWpkZmV4SXdaTTlDaVJRc29sVXJFeHNiaTBxVkwyTHQzcjE0SndULysrQVAxNnRWN2Jlc1dSMGRIakJ3NUV0RDBqMHRKU1lGTUpoTXFCNTArZlJxREJnM0s5Znh2di8xV2I2TFRzV1BIY08vZVBhSGtMalQzZ0p3bTZ1cEtUMC9Idm4zNzhPT1BQK3B0Yjl5NE1TWk9uSWdxVmFyb2JiOTc5eTRhTm15SXNMQXdEQnMyVE8vN1FWUlVGTHAxNjRiRXhFUlVxMVlOQVBEdnYvOEtFMk9oK1F4ZjVlWGxoWmt6WjZKeDQ4Wm8yTENoMEsvMDNyMTdhTmFzbWQ3bnEzWHUzRGtvbFVvb0ZJb2NKeGhvazhBM2I5N0UvUG56QVVDWU9BeE5hVW1wVklxSkV5ZWlTWk1tV0x4NE1ZNGNPU0xzWDdCZ0FjcVVLWVArL2Zzakl5TURRVUZCbURsekpoWXNXTUQrcVNTcThxNGZWWkhKNUdObiszNkx2cjE3b0hwVk43RkRJa0o2ZXJyQmVERXpNMVA0WG1OdWJpNU1MdFZXQ1RJMU5kVzdQMnZicnVXbFFZTUdjSE56RXliV2J0KytYVWltT2pvNjZxMEtQWDc4dU43OW8yZlBucS85UGM2ZE93Y2ZIeCtrcDZkai9mcjFlUEhpQmFaTW1TSlVuTWpPenNiTW1UT0ZDYkM5ZXZYQy9QbnpjNnlRb09YcDZTa2tVMy8rK1dkMDd0d1puVHQzeHA0OWV4QWVIbzZJaUFpc1diTkdHSWVlT0hGQ1NEeGJXRmdJejY2SjNrVHBVcVhRdzZzcmR1N1p0K3RaWEV5b0VhZDgwSmhNTGNJZVAzNHNKTk8wTmQxVFUxTng3dHc1dEczYjF1RDRnd2NQWXRHaVJTSkVXbnpWclZzWGRldldCUUQ4OTk5LzJMaHhJMDZmUGcxb2V1RDA3ZHNYM3Q3ZUJpVWZMbDI2aEpVclZ5SWtKQVR0MjdmSC9Qbno5V2FvWm1abVlzV0tGWUNtTk9IY3VYT1JrWkdCNzcvL0hyMTc5eGI2N29TRmhXSHc0TUZRcVZSUUtCVFl2WHUzVU9Zd1BEeGNiOVdtcWFrcGR1L2VqVk9uVHVuRmtwU1VKSHhobVRObmpuQ09icW5kY3VYS0NkdGZUVXlZbUpqZzBhTkgyTDU5dTk3MjJOaFl2VzJkTzNkRzFhcFY4Y01QUHdqbmZmZmRkOExxVlc5dmIvajcreU1oSVFFYk5td1FHci9yMnJCaGc5NW4zNkJCZ3p6KzYveS85UFIwakI4L1h2aWlOSExrU1BqNit1cjE3U0dpb20vaXhJbFFLQlNJaW9yQ29VT0hoRUhOaGcwYjBLTkhEMkVDQnUrRnhjOWZmLzBsckQ2R3BveHZodzRkTUdIQ2hGeXJFWlFvVVFKejU4NUZ4NDRkc1dyVktxRjgvc3VYTHhFWUdJamV2WHZySGUvajR3TlBUMC9oOVlnUkl4QWRIVzF3M2VqbzZCeTN2eXMvLy95elVJN1J4TVFFSDMvOE1SUUtoVjdGaDMzNzl1bk40TGF3c01DU0pVc3dhOVlzSkNRazRNV0xGOWl6WjQrd1gvZjNKaUp4QkFZRzRwdHZ2a0YyZHJhd3pkTFNFbVhLbEVGYVdocWVQWHVtdDdJdUxDd01mZnIwZWVQS004V05iakxWeHNiR3FQN1ViOHJTMGxLNE56azVPY0hEd3dQZHUzZkhoQWtUaEFlbDBLeXE3TlNwVTU3dFR4d2NISVJlcjcvODhndFNVbElnbFVxRmJidDM3MzZyV0RNeU1vVFZtZHJKd3lrcEtTaFJvZ1NnR2JQdTNic1hPM2Jzd0lzWEw0VHpxbGV2anJGang4TFQweFBKeWNsSVNrcUNWQ29Wemx1L2ZqM09uejhQYUZiVDZEcDE2cFF3WHIxKy9Ub3FWYXBrME9MbWRjYU5HNGVBZ0FBTUh6NGNOalkyYU5xMGFZN0h0V2pSQXNuSnliQ3pzOFBTcFV0enZWNXFhcXJRZWtkWGVIZzRvT2xMTjN2MmJMMko4Q05HakJBcXJQajQrR0RldkhtQTVnRjNURXdNbGl4WklvemJpZDQxR2FUMmtLcDdCUncrZ2phZnRtQXlsWW9FYmQ5clhUMTc5c1MwYWRNQVFGaTAwcnAxYXlRbUpnSUFEaHc0Z0xJNkZVVnUzcnlaWi9sN0xXOXZiMkdTNnBVclYvUldwMnBsWkdUQTM5OWZlRjJ6WnMwOFMrZXIxV3JzM0xrVGE5YXNFUmJYUUhPdjF5M2RMNVZLVWFWS0ZadzRjUUxRM0VOR2p4Nk5BUU1HWU5Tb1VUbFdMK2pSb3dlMmI5K083T3hzM0x0M0Q2ZE9uY0tubjM0S1gxOWZEQnc0RUdxMUdqLy8vRE02ZE9nQWQzZDNiTnk0VWUvY1YvdW5FK1dIbzRNOXhvOGVqdkdqaDM4bmtVZ2l4STVIYkV5bUZtRzZYOFk3ZE9nZ2xIWTljdVJJanNsVTNYSUhIaDRlQmlWMnFIQmN1SEFCVzdkdXhiLy8vaXRzYzNkM1I5ZXVYU0dUeWZEcnI3OGlMUzBOYVdscHdrQk10OXplaVJNbjBLUkpFM1RxMUVuWXRtSERCang2OUFqUXJMNjBzN1BEeG8wYmNmRGdRUVFFQkdEbHlwVm8xS2dSVnE5ZUxkeWtodzhmam9vVkt5SStQaDZyVnEzQ0gzLzhnZm56NStkclJhdnVEVjczNFl2dWloVGRMd1Y0cGN4dlhyS3pzekY1OG1SaGx0amt5WlBoN3U2TzVPUmt2SHo1RW5YcjFoWEthT3pmdngrOWUvZEd1WExsaFBQLy92dHZ2VldwM2J0M2YrMTdKaWNuWStMRWliaHg0NGF3clVxVktpeHRScFFEYlluRG4zZHV2VlZlNTg5ZVVkR2hRd2ZoNFdQanhvMHhZc1FJUVBOM1ZWeGNuSkJNNWIyd2FLcGV2YnJCQTlPM3BiMDNUWm8wU1ZoZDh1bW5uMkxJa0NGd2RUVnVkVm1EQmcyd2E5Y3VYTHg0RWZ2MjdVTlFVQkE4UFQyRkJLS1RreFBNemMxUnJsdzV2VkszOWV2WFIweE1qTUdEVUpsTVpsRDY2VzE3emVWSHg0NGRjZXpZTVR4OCtCQ3RXclhLY2VEODZhZWZZdi8rL1hqdzRBRVVDZ1ZXcmx5Sit2WHJZK0hDaFpnNGNhSmVRa1l1bDc5MlpSUVJGYTY0dURqTW5EbFRTS1RhMmRsaCt2VHBhTjY4dVpCb3k4ckt3dW5UcDJGcmF3dG9IZ0Jxdjh1WExWc1c2ZW5wQml0YTZYOTBrNms1dFNrcGJLVkxsOGFLRlN2ZzVlVWxmSStKaW9yQzdkdTNVYXRXclRlK2JxVktsZlRHbU5EMDFkWk9NcTFkdTdaQkdYZmRTVWpidG0wVEhzaU9IejhlWm1abVdMOStQVmF0V29WYXRXb2hNaklTcTFhdEVvNnZXTEVpUm93WUFSY1hGOHlmUHg4bUppYkNLdG5LbFN0ai8vNzlnT2IrcmIwL0taVkt2WEduWEM3WEcxOW1aR1RnNk5HandtdHZiMi9oUHJ0MTYxWUFnSXVMaTE3YkIzZDNkN2k3dXd1dkh6OStqQysvL05MZzgzbGR6OVNqUjQvQ3hzWW0xODlYYTlteVpYcmZQNzI4dlBUS09uN3h4UmVJaVluQnVuWHJBQURCd2NIbzNyMDdwaytmemdtK1JFUkcwTjRuYnQyNkpTUlNLMWFzQ0FjSEI3MTdpTzZrTSsxNVVxblVvTHBFKy9idDRlL3ZMMVFiV0xKa0NmYnQyNmMzanR1eFk0ZGVaWSs4a3JUeDhmR1lNMmVPWG9VZ016TXpMRnk0MEdCVnFFUWl3YkJodytEdTdvNVpzMllKOTQvdDI3Zmp4bzBiOFBQemc0T0RnOTQ1RGc0TytPS0xML0RiYjc4QkFOYXNXWVBtelp2am80OCtRcmR1M1hEdzRFRzR1TGhBcVZRaUlDQkFlSjVzYm02Ty92Mzd2L2J6SlNMak1abHFKT2VxdGN2SkpXaTM3OEJ2YVA1SkV6ZzVPaGh4MXR2Ujl2c3lNelBEc0dIREVCQVFnUFQwZEZ5NGNBRkpTVWtHWlZEdDdPelF1WE5uZE9qUUFUVnExRURMbGkwTFBVYjYvNWxQdW9sVWFFb1h2VzRHclZ3dXh4ZGZmSUZCZ3dicEpRMEI2SlhpM2J4NU16WnYzaXk4ZG5aMlJ2MzY5ZkhUVHovaG4zLytBVFFQcWJXbGR4TVRFNFVCcDUrZkh6dzhQRkNoUWdWQXN6cFVONUg0NTU5L1lzZU9IWUFtT2FINzhFRDM0YS91eXRwWFo3akw1WExVclZzWHUzZnZocisvdjVEd1hMWnNHZExTMG9ReVdVZVBIdFg3WXVQdjc0OGxTNVlZZk5uUnZzZjY5ZXV4WU1FQzRiVnVpVVpvR3IvbkpUNCtIbjUrZnJoLy83NndyVXFWS3ZEMzl6ZHFVRXhVM0doTEhMNFBNNU4xL3d4YldGam8vUjNLZTJIUlZLWk1HWFRyMXExUXJtMXZiNDlWcTFhaFNwVXFyKzAzazV2R2pSdWpjZVBHU0VwSzBpc05sZHVxSG0yNVB3QjZwWi9hdFd1SGhRc1g2aDM3NmFlZjR1WExsM3JiYXRTb2djdVhMNzlSckxtUnlXU1FTQ1RZdG0wYnBrK2ZubXRwUnpzN082eGR1eGJqeDQvSDdObXpVYk5tVFVEekdXemF0QWxyMTY3RjdkdTM0ZWpvaURGanhzRFoyYmxBNHlRcWlzUVk2eGxyMjdadFFybHdTMHRMYk5teXhlRFBwWW1KQ2RxMWF5ZThWaWdVYU5teUpWcTFhb1gyN2R2RDI5dWJ5ZFE4NkNaVGMybzE4aTdZMnRxaVc3ZHVRaTl3QUxoeDQ4WmJKVk1iTjI0TWQzZDMzTHg1VTFnbCtjTVBQd2pKMUs1ZHU2Sno1ODZBcHBSdXFWS2xVTEZpeFJ5dmRmbnlaVnk2ZEFrQU1HclVLS3hldlZxdmw1MkZoUVgyNzkrUGh3OGZZdmp3NFVoSVNNREVpUk56dk5hU0pVc0FUZm5FeFlzWDY2MXE3ZG16Sjl6ZDNkR21UUnVZbXBwaTU4NmR3cmhVTHBkajNMaHhrRXFsZVA3OHVaQk1iZGl3SVZxMGFJRUhEeDdvVFFneU16T0RpNHNMMUdyMUcvVk0xV3JRb0FHQ2dvSVFFeE9EYnQyNkNlVWxqeHc1Z2tlUEhna0pZNjJBZ0FDOThYeE9VbEpTdUZLSWlFaUhrNU1UeG93WmcvLysrMCt2NmxCNGVIaU9peWtpSWlMeXJLQVRIUjBOVDA5UERCZ3dBT1BHamRQYko1ZkxNWEhpUktIZmFXUmtKTFpzMlNKTTJBNExDOE8yYmR1RTR4czBhSkJycWR6cjE2OWoyclJwZVA3OHViRE4xdFlXQ3hjdUZGcTd2ZnIzL2ZYcjEzSC8vbjFzMjdZTmt5ZFBGaW9kL1B2dnYramR1emQrL1BGSDRUbXUxb2dSSTNEMDZGR2twNmNqTWpJU216ZHZ4b2dSSXpCNjlHaTR1Ym5CeThzTDBkSFJHRDkrdkhCT256NTkrUHlUcUlBeG1Xb3NsY3BWSXBmT1g3SEdIeFhLT3hmNkFQdm16WnRDNmRYR2pSdWpWS2xTYU5La0NVNmRPZ1dsVW9rVEowNFlQSlRzMkxHak1MTlJkMEJJaGF0Rml4Yll0R21UM2pZVEV4TllXMXREcFZJWlBMZ3dOVFZGMTY1ZDBhdFhMNzB5dkxxYU5tMHFORVRYSlpGSU1HL2VQUHp6eno5WXMyWU5vSGxZc21qUkltRUdyNHVMQzNyMjdJbmR1M2NqTFMwTlBqNCsyTDU5TytSeU9XeHNiSVFiYVVwS0N2NzQ0dzlBODBWaTh1VEppSTZPaHBPVEU2Q1pCYXlsVytwS2QyV3FSQ0tCVENhRHBhVWxxbFdySnBRMlZDZ1VhTjY4dWQ2RDRwWXRXK28xUU0rcGI0MnVJMGVPWU5DZ1FhaGN1VEkyYmRva2ZMa3cxcXhacy9SS0VsZXVYQmtiTm14NDR3ZnRSQ1ErbFVxRnlNaElMRnUyVE5nMlpjb1V2YjVUdkJjV1Q2L3JoVDF0MmpTaFJGUmVyS3lzOHYwZzNjYkdCa0ZCUWNBckpmSzFYaTJ2cjJWc1pZZjhzclMweEpvMWEvU3FUYnpLMGRFUmUvYnNNVGpHdzhORHI2UStVYkh4anNkNitYSDgrSEhoWjI5dmI2TW1PRlN1WEJuZmYvOTlJVWYyNGREOXZyQisvWHBoQmFHVGt4T2FObTJLQVFNR0dLd1NLUXdOR2pUUVM2WWFVelplTzk3Ukp2aTAyNlJTS1FJREErSG41NGUwdERUczNidlhJRkVhR1JrcHZNODMzM3lEckt3c3pKczNMOGNIeHA2ZW5uQnhjY0hldlh1UmxwYUdzV1BINnBXTWwwcWxlb2xVQU9qU3BVdU9rNUl1WHJ5STdkdTNDOVdhYkcxdGhZZlFBUUVCMkwxN045YXNXWU1oUTRib2ZSNUtwUkpSVVZGd2RuYldXeTFVcGt3WkFNRFlzV1AxUGpQZDFiQmFBd2NPeEVjZmZRUm94b3ZwNmVtd3RiV0ZqNDhQb0NuMytQUFBQK3VkSTVWS1lXWm1odVBIait0OXpzK2ZQMGY5K3ZYUnRHbFRYTGh3QVE0T0RvaUppY216dkhhbFNwVVFHeHVMbWpWcnNvY2RFWkVPZTN0N0RCbzBDSWNQSDlaTHBoYVcxcTFidzlQVFUzaHV1WG56WnRTdVhSczFhOWJFcEVtVGhJazhVcWsweHpaa1dxVkxseFpLNGdOQW5UcDFNSGp3WVBqNStTRXlNaEpLcFZMdi9PenNiQ3hldkJnaElTRTRmZm8wWnMrZWpiVnIxK0w2OWVzQWdDWk5taGhVallEbTh4a3dZSUF3VnR1eVpRdWFOR21DV3JWcW9XZlBuc2pLeXNLTUdUT0VDWGdWSzFiRTRNR0RDK3p6b3VJck16TVRNYkZ4K0hISFR4VWNIUjNqbmoxN2xpSjJUR0ppTXRWSWNybE1vcGFvNVRtdG9pc011aVYrVzdkdURRQm8wNmFOOEVEdXlKRWpoYmJDZy9MSDNkMGQzMzMzSGV6dDdXRm5aNGZTcFV2aitmUG4yTFZybDk2TTFKSWxTNkpMbHk3bzE2OGZybDY5aWdFREJtRHMyTEU1bGh6NjRvc3ZrSkdSQVFjSEIvenp6ejlDLzV3K2Zmb2dJU0VCMDZkUEZ3WnBZOGVPaFkyTkRhS2pvNUdhbW9xVWxCUjRlSGhBS3BWQ3BWTGgzcjE3MkxKbEM0WVBINjczSHQ5Ly83MlE2TzNac3lkc2JHemc1ZVdGZXZYcVlmcjA2WG9QRmJUOWJmREt5bFRkQjhIcDZla0lDd3NETkN0dVpES1ozbUMyVFpzMnlNek1SRlpXRmh3Y0hHQm5ad2RiVzF2WTJOaWdWS2xTc0xhMmhyVzFOUTRkT29STm16WkJLcFhpL1BuemVQbnlwVERyT0Q5MEU2a2VIaDVZdm53NUU2bEU3N0gyN2R2cnZhNVVxUksrK2VZYmc5NG1SR0xRTFlkZkZPU1ZTTTNQTVVURnhic2U2eGtySmlZR2NYRnh3bXZ0NmtJcVdMb2xXblVubEQ1NjlBaDc5KzdGa1NOSHNHN2RPbFN2WHIxUTQzaTFkTHkybEdGdWxFcWx3ZjhUV1ZsWmFOYXNHWnlkblRGOCtIQ2hNc0tpUll2MGVxZ0J3S0ZEaDlDdlh6OU1tREJCU0lBdVhib1VEUnMyekxIYzhlVEpreEVmSDQrLy92b0xRNFlNTVpnWW5KS1NBclZhRFlsRWdoa3pacUJwMDZZR3lkUUhEeDVnekpneHd1czJiZHJBeThzTG8wYU5BalFKN0tkUG55SW1KZ1orZm40R01keTVjd2ZPenM1NjFZZHlXMDJiazQ4KytnaXRXclVDZE1heTV1Ym13cmE4SnVLOU90bDUrUERoOFBQenc3Qmh3NFRXT3RvZWVMbng5UFRFSjU5OHduN0dSRVJHc3JPekU2cld2WWtxVmFya3VtLzY5T25vMDZjUDB0TFNvRmFyTVdQR0RGU3BVa1ZZM0FRQWd3Y1B6ck9GVE1XS0ZiRjQ4V0tNR1RNR1gzMzFGY2FQSDQ5OSsvWUpFNWIyN3QyTDVzMmJvMkhEaGdDQVhidDJDUlVpL3Z2dlB5Z1VDcXhidHc1ejU4NUZjbkl5NXM2ZG0rczRiZkRnd1RoejVnenUzNzhQbFVxRktWT200TWNmZjRTRGd3T21UNTh1UER1V1NxWHc5ZlZsQlFRcUVCR1JqL0dOenl6Y3VYdC9oOExhWVRTZVBUdHN4R2tmTENaVGl5Q2xVaW5Nd3BITDVXamV2RGtBNEpOUFBoRjZTdjd6enorSWlZbDVKek5rNmZXMFBXei8vZmRmckZxMUNxZFBueFptcmRhcFV3ZGVYbDVvMDZZTnpNek1FQjRlanZuejV5TWpJd04rZm42SWpZM0Z5SkVqOWE1WHIxNDkxS3RYRHc4ZlBoUjY1YnE0dUdEVXFGSDQ4ODgvOVVyd0xsMjZGRXVYTHMwenZxMWJ0NkpWcTFhb1dyVXFvSm5oZnVqUUlXSC8xMTkvamFWTGwrTGx5NWY0KysrL2taS1NrbXU1SzkyVnFickoxTHQzN3dyN3RMTjlIejU4S093dlg3NDhWcTVjK2RyUHNsKy9mckN3c0VESGpoMWhaMmVIdm4zN0d2UnB6VWx1QTlLT0hUdGk5dXpaZWl2WGlNaVF0c1Robm4wSDBLcEZzeUsxS2ljbkR4OCt4TnExYTJGcGFRa1BEdyt4d3lFaUlpcHd1dVZQb1ZuQlJ3VXZLU2tKWm1abVFtdVRWeXZvdkh6NUVqNCtQdGkvZjc4dy9ybC8vNzdCQ2thdFljT0dDZFYrOHVQVlVyTnYreEMwWThlTytPV1hYM0RqeGcxY3UzWk5iNVV6TkcxUit2YnRLMHlBTFYyNk5QejkvWFB0R3l1UlNPRHI2NHV1WGJ2aStmUG5PSC8rdk43K0VpVktZT3ZXclFnTEMwUHIxcTN4N05remcydFVybHdaRFJvMHdLMWJ0ekI2OUdpNHVMamc5T25Ud3Y1R2pSckIyOXNicTFhdFFsQlFFQ3BWcW9UcjE2OURMcGREcVZUaW4zLytRYnQyN1hEdDJqWGhIRzI1K3ZyMTZ5TStQaDVYcmx6SmRXdzRaODRjb1NlZU5vbis1TWtUWVpXbzd1b2lYV2ZQbmhWNjBHbWxwS1JnL1BqeEdEOStQTHk5dlFHZHlYL2g0ZUc0ZHUwYUtsV3FoSHIxNmdudlY2SkVDVTVtSWlMS0IwdExTM1RzMkJFUEhqekFnd2NQOG5XdWg0Y0hIQjBkYzkxZm9VSUZ6Smt6UjZoT2tKaVlLS3dRaGFaUzVLc0xVM0xpNmVtSi9mdjNDNU9NdnZycUsvejExMSs0ZWZNbTFHbzFwa3laZ2kxYnRpQXlNbEtvTWdnQWZmdjJGU1pxZmZ2dHQ4akt5c3F6ZXBGY0xzZjgrZk14WU1BQXBLZW5JeTR1RHFOR2pZS3JxeXZPbkRrakhEZHk1RWcrSTZFQ284eFdJajcrQlZTcWJEdElwY1UrUTg5a2FoRVVGQlFrRE9BOFBUMkZ3VXlKRWlYUXFGRWpCQVlHUXExVzQralJvMndrWFFRa0pDVGc4T0hET0hqd29KQTh0TEt5d3VlZmY0N3UzYnVqY3VYS2dDYlpsNUNRSU5UbVg3SmtDVlFxRlRadjNvekV4RVJNblRwVmIyQ1ZucDZPNmRPbkl5TWpBektaREFzV0xJQkNvY2h4UnJwTUprT05HaldRbFpXRmUvZnVBWnFTaDg3T3p2anR0OThna1VodzU4NGRWSzFhRlRkdjNzVGN1WFAxemg4MWFwVFE0OVhYMXhjbFM1YlVHNERxOXNQUjNhN2JuRjFicGdtYUx5d0FFQndjREdnRzNwVXFWY0tlUFh1RWJhOVRzMlpOMk5uWm9YejU4cmgzN3g0VUNnVmtNcGxRc2tKWFVGQ1FRVTlWaVVTQzBhTkg1OW96am9oZW9TbHh1SFRsR2xSeXFWamtrcW1qUjQ5R2lSSWw4UExsU3dRR0J1TE9uVHU0ZCs4ZXZ2NzZhK3pac3dlVktsVVNPMFFpSXFJQ3BmdGRHNXFrbjUyZG5XanhmS2cyYjk2c2w3ak16TXpFbVRObjhOMTMzd2tyT3lNakkzSDkrblUwYU5BQUFCQVZGYVUzT1ZWWHIxNjkzaWlacWx1NkZwcmtabDZrVXFsUW9lUHExYXZJeXNxQ1JDSkJvMGFOaEZXdVk4ZU94ZENoUXlHVlN2VlcybWhwRTZsMmRuYnc5L2ZQdFEyTlZsaFlHTmF2WDQvZzRHQklwVkpoZTFwYUd2cjE2d2MzTnpmTW1qVXJ6MnVNSERrU2pvNk9jSEp5d2xkZmZTV3MwTm02ZFN0cTFLZ0JFeE1UTEZpd0FFbEpTVWhMUzhQV3JWdng3Tmt6bkR0M0RvR0JnWmc0Y2FKUVh0L0p5VW40TTZIdFo1NVRyM0l0M2VwRldtcTFPdGZqdGZ2OS9mME50bXNyUVowOWV4YWZmUElKcmw2OWloNDlla0NwVktKZnYzNUlTMHZEWjU5OUppUlRaOCtlalgvLy9SZTFhOWZHOE9IRDRlN3VudWZuUkVSRS8wK2xVdUg0OGVNR0ZSWmU1OXR2dnpXb2NQV3FkdTNhNGVyVnF6aHc0SURlZG50N2V5eGF0RWp2WHBjWDNmdW5WQ3JGZ2dVTDBMOS9meVFtSmlJNU9SbWpSNDlHWW1LaXNQREd6YzFONk5FS3pUTk1ZeGFCdUxxNll1SENoWmd5WlFyVWFqVWVQWHFrTjlubnl5Ky9aSGxmb2tMRVpHb1JwRnZpOThLRkM2aGZ2MzZPeHpHWktyNjR1RGgwNnRSSmJ4YXhYQzVIcFVxVkVCd2NqS0NnSUNRbkp5TTVPVG5YV2E0QXNHL2ZQcVNtcG1MT25EbVF5V1JRcTlYdzlmVkZhR2dvQUdEUW9FR3d0N2ZIelpzMzRlam9pSlVyVjhMSnlRa2pSb3hBUWtJQ25KeWNzRzNiTnB3K2ZWcW94Vit2WGowTUhUb1VNcGtNL2ZyMVE0VUtGWEQxNmxWTW5EaFJyM3dWTkt0S29lbHIwNnBWSzcxZXAyWExsdFhyQVpkYm1WL2RaS3FKaVFsZXZud3BYTGRLbFNwUUtCUUlEZzQydXZkQjQ4YU5VYjkrZmRTdVhSdkhqeC9IbkRsenNHN2RPcjFrYW14c0xKWXRXNVpqT2FWWnMyYWhhOWV1UnIwWEVSWGRFb2RhblR0M0ZoNldEUmt5QkVPR0RNSE5temVSbFpXRkhUdDJHRXdTSVNLaXdtVmpYUkk5dkxwaTU1NTl1MktmeDk0Vk81NFBrWU9EQXlRU2lmRGc3ZSsvLytia29VTHc2Z3BRVTFOVHRHdlhEa3FsRXJObnp4YTJoNFNFQ01uVXduRHg0a1c5MTlwcVA3bVJTcVZZdTNZdEFLQkRodzZJalkyRlhDNFh0Z0ZBM2JwMTBhZFBIM1RvMEFFUkVSRTVWalJ5Y0hEQXBrMmI4dXpIKytMRkN5eFlzQUNIRGgwUy9uOVVLQlJDY2pJN094dloyZG00YytjTyt2WHJoMTY5ZXNITHl5dkhheTFZc0VCWUZSb2JHd3RvSGlMbjFOdjg2TkdqbUQ1OU92YnUzWXR6NTg0aE9qb2EzMzc3clhCK2l4WXQ4dnlNb0ZuUnJWc2k4c21USjlpOGViTXdyaTFkdWpTOHZMeGdabWFtbHdTM3NMQUFBSnc4ZVZKSStHb3JoVUV6M3R5NGNTT3FWNjh1dE82cFU2Y08zTnpjVUtkT0hWeThlQkdYTDE4V1BxL2c0R0FrSmlZaU1EQXd6LzU3UkVUMFB5ZE9uTWp6ZWVyYk9ubnlKRTZlUEdtd1BUWTJGdXZXcmNPNGNlUDBXcDhacTN6NThsaTZkQ2xHang0TnBWS3AxN2JCeHNZR3k1Y3ZmK01LRk0yYU5VT2pSbzBNdmpkVXFGQ0I5eGVpUW1iYzlBcDZaNUtUazNIdTNEbWpqcjEvL3o3Q3c4TUxQU2JLbloyZG5VRnZHNlZTaWVEZ1lOeTVjd2VSa1pHSWo0ODM2c2IveHg5L3dOZlhGd0J3N05neHZhVGpsaTFiMEtGREJ3d2NPQkEzYjk1RXMyYk40T3JxS3BUaTFTM0RxMHNtazJIR2pCbW9VS0VDQU9EU3BVczV6c2JWSmtXUEhUdUcwNmRQNDhhTkc4SStiV2xnclZjVHgxcmE4a3JROU5PWk5Xc1d0RWtaYlcrQU4xRzllblY0ZTNzYnpDWUxEQXlFbDVkWHJuMXBYdTJMRUJrWmFWQ2FpYWd3bUpqSVVjYkpDWEtaL0pFYWt0d2JMOUViazhsa3FGMjd0dkJhMjQrRWlJamVIVHM3VzR3ZlBSeFh6NS84THZMZXpXdEduRUw1WkdscGlSbzFhZ2l2dDIzYlpsQ0NsZ3FQbTV1YjNtdmQxaU90V3JYQ3RXdlhjdnluV3JWcStYNnZKMCtlNE9qUm84SnJoVUtSNjZUcS9PcmJ0eTgyYnR5STJiTm41OWlITlQwOS9iV3JZWGJzMklIZmZ2dE5TQXgyN3R4WnIxU2h1Yms1T25YcUJHZytwejE3OXVSYUlTZzJObGI0UjB1dFZ1dHRmM1cvYm5XbVAvNzRRL2k1VFpzMnIvMzl0UzFrT25ic0NETXpNK3pldlZ0dmdyQkNvY0NGQ3hld1ljTUdCQWNINCtPUFAwYkhqaDJGejBSN3JKT1RFK3JVcVNPYzE2SkZDK3pmdjE5dm5LcHQwYVA5bmhvZkg0L1EwRkE4ZlBoUStMUHI2dXFhWitLYWlqYU85WWplbmNEQVFFeWZQdDNnM2pWbzBDQUVCZ2JtK0UrN2R1Mk11blo0ZURnbVRweUlxVk9uNXZyZDZwZGZma0czYnQyd2I5OCtnMUw4LzhmZWZZYzFsVzEvQS8rbVVLUTNBZWtxcUlqWXNHTjNSRVd4Z0k2ajQxaXdvbzdZR2N2WXhvYTlZc2V1MTk3QmptMTBGQlVWbFZFUkJSd3BBaUpTUWdsNS8vZ2wrODBoQVlLaVFWMmY1N25QUFQwN0NjN0pQbXZ2dFZTUm01dXI4TXdZMGxtczh1WGJWQ1dSU0hENThtWDA3ZHRYSVpBSzZYT1JYMzc1QlZldlhtWDNhMEpJK2FLWnFSWE01Y3VYMmF4QlMwdExOc0pSM3VuVHAxa1FOU1FrQktOSGovN3E3U1QvWDZ0V3JYRDE2bFZVcmx3WnBxYW1NREF3Z0pHUkVmVDA5S0NycTR0MTY5WWhKeWNIQUxCNjlXcVltcHBDVzF1Yi9lL1pzMmZ3OS9lSHBxWW1ldlRvQVNqcHVNdmZCR1dCMDlUVVZCYXNORFkyVnFtdFRabzB3ZmJ0MjFHclZpM2s1T1FnTmpZV2ZENGZLMWV1eEpRcFV5QVNpUkFYRjRmTGx5K3pjK1NEcENnU1RKWHZkSThmUHg3Nit2b0lDZ3BDUVVFQlM3MEVhYXFsb3Y3ODgwK1dsa3BtdzRZTk9IWHFGR2RiblRwMVVMZHVYWVh6bloyZE9UVUJaR21XaW5QeDRrV3NYNzhldHJhMjZOaXhJOGFNR1ZQc3NZUjhEbHNiYTJ4YXV4emg0UTk5MnJScC9rTGQ3ZmtlaWNWaVRxMnMwdExna2VLRmg0ZXptbWQ5K3ZUaFBOd3JMQ3pFNnRXckFXbTJBOW5zajl6Y1hBUUZCUUVBR2pkdWpKWXRXeXBjVnlRUzRlalJvNEEwUlpLc3RuaFpaV1ZsZmRKSTRFK3hhOWN1MUsxYmwvT2dGTklIb1dmUG5rWC8vdjAvK2RvWkdSbUlqNDlYdUtkK1QyU0RxTXpOemVIbjUxZnNTT3Y5Ky9maitmUG5jSGQzUjlPbVRZc2RFRVlJK1QvOSt2VmphVk9UazVNeGJOZ3d6Smd4QXcwYU5HREhaR1ZsSVNRa0JNMmFOWU90cmEwYVcvdDlrWlZQa2JHMnR2NGlyNU9XbG9aSmt5WnhzZ2YxN2R1WHpZejhWQVVGQlRodzRBQTJiTmpBK3FQeUxDd3NrSlNVaEl5TURNeWVQUnRCUVVIRjF2UHMyclVyUWtORFlXNXVqcGt6WjZKNTgrYTRmdjA2Mnk4UUNEQjM3bHk0dTd0ai92ejV5TXJLUXMyYU5UbS8xMlJtekppQmlJZ0lGbmhzMTY0ZDZ5KytlUEVDdTNidEFxVDlQUmxyYTJzMGI5NmM4L0RZMGRHUnBkQXRUV1JrSkRadDJzVE8xOWZYUjA1T0Rnb0tDcENVbE1SU0xCODZkQWduVHB6QUw3LzhZWER3TWdBQUlBQkpSRUZVQWw5ZlgranI2N1BCeGIvOTlwdENuVmdkSFIyNHVycWlldlhxZVBueUpVSkNRakJod2dSTy96VXlNcExUVDFYV055YmZEdXJyRWZMMUpDUWtBTkxubi9LVE9UUTBOSXE5UjhwbjFsUG14WXNYMkxObkQwSkRRMUUwSzFlelpzM2c0dUtDNE9CZzlodzJOVFVWZ1lHQjJMRmpCM3g4Zk5Delo4OFNhOWkvZmZzV0Z5NWN3Smt6Wi9EeTVVdWx4eng0OEFCOSt2UkIwNlpOMGFsVEo3UnExYXJFWnhyWjJkazRlL1lzOXU3ZHF6Q3BTazlQRHp3ZWowMjJlZjM2TlNaT25BaDdlM3YwN2RzWEhoNGVLajh6Sm9TVWpvS3BGY3laTTJmWXNvZUhoOUxSbkFLQmdEM2NQSGZ1SEFWVDFXenExS2xzSk5PT0hUc3dZc1FJemsxOTgrYk5yUE5hcDA0ZEdCa1pJVE16RTVNblQ0YTN0emM4UER3d2YvNThXRmxac1llczFhdFhoNnVySzR5TWpHQmpZd056YzNNV3FKV05UcGVmUFZyU1E1T3RXN2ZDemMwTkRSbzBRUDM2OWVIczdJeDE2OVpoN05peDdKZ1dMVm9nS0NnSVo4K2VSY09HRGJGbXpScTJyK2hvWC9sWnRscGFXcHg5UTRjT2haR1JFUll0V3NSK2VHaHFhaXBOUjJab2FLaFFDTDVTcFVvS3h4V3RGU1ZqWm1hR1AvNzRBOU9tVFVQOSt2VXhac3dZREI4K3ZOalA0ZjM3OXdDQStQaDQzTGh4ZzRLcDVJdmg4L21vVktrU1dyZHVsZzJnUUlWVGlBck9uajBMWFYxZFpHUmtJQ3dzaktVUmgvUitTVDdONDhlUHNXZlBIa0E2T0tob01GVzJUeXdXczJCcVhsNGUyeTRRQ0pRR1V6TXpNN0Y4K1hKQU9qdERQcGdxa1VpUWxaV0ZyS3dzZlB6NEVlbnA2WGovL2ozZXYzK1BkKy9lSVNrcENVbEpTWGo5K2pWU1VsSnc1TWlSVW11NGZhNS8vdm1IL2JaeWRuYkcvUG56WVc5dmovWHIxMlAvL3YwUWlVVFExdFl1Tm1XaFRIaDRPQklTRXBDVWxJU0VoQVRFeDhjakxpNk9wWFU2ZXZRb0hqNThxRkNUcDZnbFM1WW8zQ00vVjE1ZUh0cTFhMWR1MTJ2V3JCbjdqbVdqcEhOemM2R3RyWTN4NDhjclBTY3pNeE1iTjI1RVptWW1UcDQ4aVk0ZE8yTHg0c1hsMWlaQ3ZrZWRPM2ZHaFFzWGNQWHFWUURBcTFldk1HellNSmlZbU1EYzNCenYzNzlIY25JeUpCSUpkdXpZUWNIVU1rcFBUOGVHRFJ2ZzdlMk5HalZxc0dEaXpaczNzV3JWS25hY2pvNU91YVQ0emN6TVJFcEtDc1JpTWQ2OWU0ZC8vdmtIKy9mdjU4eUtzYk96SzVkNlowT0hEc1hqeDQvWk9wL1BoNDJORGN2b01YRGdRQVFIQnlNMU5SVjM3dHpCbGkxYk1HTEVDS1hYa3RWb2E5bXlKZnIyN1l1TWpBeE94aU5aLzlmRHd3TzFhOWZHMXExYjRldnJpMTY5ZWlsY3EzMzc5dGk2ZFN0YmI5S2tDVHAyN0lqYzNGenMzTG1UYlMrYXFyQmR1M2FjWUdyZnZuMUwvUXp5OC9NeGZQaHdSRVpHc20yV2xwWll0MjRkQmc4ZWpNek1URlNwVWdXTEZ5L0dxbFdyY1BmdVhlVGw1V0hYcmwwNGR1d1l0bS9mRGpzN085amIyOFBiMjFzaG1DclRyVnMzckY2OUdpS1JDSmN2WDBicjFxM1p2b2NQSHlJMU5aV3RxektibGxSYzMwTmZMMWVjbjZBcDBOenlhOTgrZjFwYldhbTdPWVJ3eUo3ZHlUTTJObWJCUWdCNCt2UXBEaDgrclBSOFpWbXJQbno0Z0lzWEx5STBOQlFSRVJFSys0VkNJVWFNR0FGZlgxL3dlRHcwYnR3WXMyYk5Rbkp5TWpzbUtTa0pRVUZCMkx4NU14bzNib3dPSFRxZ1c3ZHV1SGZ2SGw2K2ZJa1hMMTdnL3YzNytPKy8vNVMycTFtelpraExTOFB6NTgvWnR0dTNiN015YS9iMjluQjFkWVc5dlQzcTFhdUhldlhxSVR3OEhPZlBuOGVGQ3hlVURvcHEzYm8xcGsrZkRoNlBoL256NTNNR09jWEd4bUxKa2lWWXRtd1ozTnpjMEt4Wk03aTV1Y0hGeFVYbE9yQ0VFRVVVVEsxQWtwT1RPU00zMjdadHEvUzRkdTNhc1FkK2I5NjhRV1JrSkZ4ZFhiOWFPNG1pMTY5Znc5L2ZIMi9ldk1HZE8zZXdaczBhVnR1dktKRkloSEhqeHVIaHc0Y0lEdy9IclZ1M01IWHFWSVZBNG80ZE81U2VMeHZWS24rVExKcUtWOTZsUzVld1ljTUd0R2pSQW12WHJzWFdyVnVWemhhUjNhejkvUHpZdGxxMWFyRVV3VEx5NlRXVVhjZloyUmxhV2xvc1pVVmVYaDZHREJuQ0NkQ1dGdzhQRCtqbzZNRGQzUjBmUG53bzhkaWtwQ1MyVEErWkNQbjJyRnk1VXVuMkhqMTZmUEtzeHgvQnk1Y3ZNWERnUUloRUl0U3NXUk03ZCs0c2RwQ0t6T0RCZ3hVNmdjZU9IY081YytlQUl0a1NEaHc0d0RJS2VIdDdjKzRoeW9TRWhIRHF6Nm5pNHNXTEdEWnNXSm5PS1F1UlNNUUo2R1ZsWmNIYTJobzhIZytKaVluc2ZyWjY5V3EwYU5HQ1UwK3RxQ1ZMbGlBbUpxYlkvZWZPblFPZnorYzgzRmJtUzlRRmtrZ2tuNVJPcWpqeU02aFNVbExZdW9PRFE3RXptM2J1M01ucTNCa2FHbUxLbENtQTlQZXNzcFNIYytiTVlYOWZnWUdCOUFDNmdzblB6MGRTOGp0czM3WFhybkxsMnFudjNqM05WSGVidmtjOEhnOExGeTdFWDMvOXhVa0RtNWFXaHJTME5MVzI3WHRRVUZDQXc0Y1A0L0RodzlEUjBZR3hzVEhTMHRJVUhscjYrZmxCVDAvdnMxOXY0Y0tGV0xod1liSDd6YzNOc1hMbHlrOStyY0xDUWl4YnRneVBIei9tUEN5MXNiSEIvUG56Y2UzYU5RUUhCd1BTQU9qNDhlUFpmWG5UcGszUTA5TXJOaE9ETEoxdGpSbzFXSEJmUnY3WmhZMk5EZWJNbWNQcGY4bUxpb3JpQkJjREF3T3hjZU5HR0JzYnN4azN2cjYrbkV3Ump4OC81cVFWaHJTLzNMeDVjMVNwVWtYaE00RDB2cWVob1lFK2ZmcXdZR3JqeG8weGYvNThoYjY2czdNek5tM2FoQ3RYcm1ENTh1VjQrL1l0cWxldnp1NXBDeGN1TERFVmN2djI3ZGt6bWpObnpxQmJ0MjdvM3IwN2JHMXRVYnQyYmZqNyt3TUFxbGF0cWxDT2hwQ3ZMZUZWVkN5QVdWTW5qaXZiajNKQ3ZnTDUrcVhhMnRxWU9YTW11blRwZ2syYk5ySHROMjdjS0had2l6SnhjWEZZdG15WjBqNVd3NFlOTVgzNmRNNGtrTWFORytQSWtTUFlzbVdMUW1yNGdvSUMzTHAxQzZhbXB1alZxeGRDUWtJNEU2T0tzclcxeGRpeFkvSFRUejlCTEJiandJRUQyTFp0bTBKcTRkallXTVRHeGdJQUZpOWVqTXVYTDJQYXRHbEtyK25nNElEeDQ4ZHpVdUN2V3JVS1Y2NWN3ZHExYXptelZ3c0xDeEVlSG83dzhIRFVyVnNYMjdadFUvbHpJNFFvb21CcUJSSWFHc29lVUJvYkd4Y2JJTFcxdFVXMWF0WFl3N3JRMEZBS3BxcFJXRmdZNXM2ZHkwWkp2WHo1RXBHUmtjWE8vdERVMUVURGhnM1p6TktUSjAvaTZkT25XTDU4T1h1UStPclZLeVFtSmlJcEtRbkp5Y2w0Ky9ZdDNyNTlpemR2M3NERnhRWCsvdjRJQ1FsaDEyemF0R214N1pNOVpKSDlmMGtGemtOQ1FuRG56aDIyN3VQanc5a3ZGb3M1RDNFTURBdzQreE1TRWpCKy9IaUZoN1Z4Y1hFWU5HZ1E1d0YwWGw2ZVF2MVcrUjhvcWxJMkl3clNrV2Z5bmoxN3hwYnQ3ZTNML0RxRWtJcUJ4K1BCd01BQXpzN082TldyRndWWFNpRExnaUNiVmJsdzRjSlNBNm1RamdZdStvQmVKQklwRGNUSmI4L0t5aXIxMnAveTMva0hEeDZVK1p5eW1EZHZIcWVtOXVUSms5bm5OSDc4ZUZ5L2ZoMlptWm5Jek16RXBFbVRzRzNidGhMdnBVVVpHUm5CMnRvYXRyYTJNRGMzWjdOVUljM3dJQXM4NXVmbks2U2ErcEprdGUza0pTY25zOThCaG9hR25BNTZVWTZPam16NXpaczNiTGxhdFdwS2ozLzc5aTJiMFF6cDUvejA2Vk1FQlFVaE9qb2ErL2Z2NTF3VEFLWk1tWUs3ZCs4aUlTRUI4K2JOUTgyYU5XbEFWQVVTLytZL2pQeDlJbUpldlQ2c2E2d3g3dDA3SEZCM203NVgydHJhV0xCZ0FYeDhmSEQ4K0hFOGVQQUFLU2twNFBGNE1ESXlncTJ0TGRxMmJVdEJtcytVbloydDBEK0J0RGJiNTZSNlYxWExsaTB4YTlhc0V0TUh5bnY5K2pYT256K1BwMCtmc3BrOFlyRVkrL2Z2QndETW5qMGJqeDQ5UXMrZVBURjU4bVJVcWxRSjE2NWQ0MXpEMDlNVEowK2VSSGg0T0FCZytmTGxhTjI2ZFlrMVBYdjM3bzNxMWF0RFEwTURtcHFhc0xlM1o5a3JWT0hxNm9yUTBGQ2NPM2NPdTNmdnhzdVhML0hod3dmV2Z4TUlCREF6TTBObVppYjA5UFJ3NWNvVnpKbzFTK0YzeG4vLy9ZZWhRNGRpNGNLRkxQQzZkdTFhMWk5Lzllb1ZidHk0Z2E1ZHUrTCsvZnR3YzNPRHA2ZG5pVzFyMjdZdG1qZHZqcDA3ZDZKOSsvYnNIbDJyVnEwU3o3T3hzVUc3ZHUxZ2IyL1BmcHZPbmowYmtQYXhaYjkvNU91ckVrSUlVZFM5ZTNjOGZQZ1FabVptV0xkdW5VSVpORWhua3Nxbi9aV25yRS9sNnVxS2FkT21ZZTdjdVd4YnpabzE0ZWZuVjJ4L1IwZEhCLzcrL3VqYnR5OTI3OTZONDhlUHMzNnZxNnNySzhFd2Z2eDRYTGx5aFhPUEVncUZhTlNvRVhyMzdvMDJiZHF3d1UwQ2dRRDkrL2VIdDdjM3pwdzVnK1BIaitQcDA2ZWMxMjNZc0NFYkxCNGFHc3E1YnpzNE9HRElrQ0hvMHFXTDBuVEdiZHUyUmF0V3JYRHUzRG5zMzcrZmMyMHRMUzNNbVRPSFpxVVM4cGtvbUtvaXNhUWdVOGdUUHE3aFZOMVNSMGN4RldsNUdEUm9FQVlOR3FUU3NZY09IU3B4djc2K3Z0TDZKS1Q4ZlB6NEVVdVdMT0VFTmZYMDlMQnMyVEtXQWlvN08xdGhWRE9mejhmWXNXUGg3T3lNMmJObkl5Y25COUhSMFJnd1lBQVdMbHlJRmkxYVlQSGl4Ymg3OTY3UzE3V3pzOE9FQ1JQWWo0T0dEUnZDU2tscWxxeXNMS1NucDdPSHRxVTlmSXlNak9TTWtyYTB0RVMzYnQzUXRXdFhaR1ptUWxkWEY5bloyWnpVR3ZLamdDTWpJekYxNmxRMnlsZ29GS0ovLy83WXZYczNKQklKR2pac0NENmZ6NEthMDZkUEw3RTlaYVd2cncraFVNZzZxa0ZCUWNqSXlJQkFJTUEvLy96RGVkQmI5R0V0SWVVcFBmMERMbCs1aHJVYk52L21VTVAxOE92bmtmK3FjQm9wUWtkSDU3UHZZei82dlhENTh1VXN6ZEhvMGFOWnFseUpSTUxTNU1tblFYcnk1QW55OHZMWUE5ZkN3a0kyMDdSOSsvWXNuVjVPVGc1TDQ5cXBVeWVXK3RiQ3dnSVJFUkZJVGs1bXN3OGhUYUVvbTlVcVB4cFlWMWNYRmhZV01EQXdZUFhHVFUxTllXcHFDa3RMUzFoYVdzTFcxclpjWmdJVlovZnUzYXh0QU5DclZ5KzR1N3V6ZFZsS2VWbG4rZDkvLzhYczJiT3hlUEhpWW1kZnl1emF0UXRPVGs0S00xbGtNMWNnTFFWUXAwNGRBTUMwYWROdy92eDVRRzVXelpjay96QkJKamc0bUFWVGUvVG93V2JTRk9mR2pSdTRmLzgrRzBVTmFUcDkrV3dVSFRwMGdJdUxDNVl1WGNxKy93NGRPc0RUMHhQaDRlRXMxZFd5WmN1d2NlTkd6dlYxZFhVeGE5WXMrUG41SVNzckN6Tm56dVNrZ0NUcVZWZ29RVTVPRGlTU1FwMUNucmowa1JvVjJOZm82NVdIaGcwYnFsd2pVdDcvL3ZlL0w5S2U3NEdob1NFQ0FnSnc3ZG8xdkhyMUN1bnA2U2dzTEVUbHlwWFJzR0ZEOU9uVDU0dlZ1ell3TUlDRmhRWGMzTnpRdVhQbk1nK1FmdkhpQldlbVRsRk9UazRJRGc1R3ZYcjEyRFpsMlJNV0xWcUVBUU1HSURFeFVTSGx2OHlaTTJjNHFYTGxQWG55aE5NbmxwSFBZQ0NUbVptSjhQQnd4TVRFNE83ZHU1ejdoNHhZTE1hU0pVdXdjK2RPdUxxNjR1TEZpMnlmUUNCQSsvYnRjZUhDQlVDYWZXallzR0VzMkZvMHU5UFVxVk14ZnZ4NFRKa3lSV0VnMUtwVnF5QVdpeFZLMTJocGFSV2I3bGlaOWV2WEl6azVHYnE2dWtoSlNWSDQ5eWFmamVMaHc0Y3N5T3J2NzE5aWpUeFNNVkZmajVBdnEyZlBua2hPVG9hWGw1ZEM1Z0VaWDE5ZmpCdzVVdW0rbVRObklqUTBWR0Y3OSs3ZGNldldMZVRuNTZOMzc5NW8yclJwcWYwNVNKK05UcGt5Qlg1K2ZyaDQ4U0xDd3NJd2JkbzBOdmpXeE1RRWd3WU5RbGhZR0Z4Y1hGQ3ZYajIwYXRVSyt2cjZ4VjVUVzFzYlBqNCs4UEh4UVhKeU1tN2N1SUdvcUNnOGUvYU1rK0oreG93WmVQandJV3JYcm8wK2ZmcWdWYXRXcFFaREJRSUJQRDA5NGVucGljZVBIeU0wTkJTWExsMUN2Mzc5YUdJSkllV0FncWtxaWhlTEl1MUZHZ09YTDU3LzFzaklVTjNOSVJYQXFWT25PSjFHR3hzYkxGKytIS2RQbjhhTUdUT2dxYW1KOVBSMHpvTmorWkZESFRwMGdMMjlQZno5L1pHWW1JaVBIejlpOSs3ZGFONjhPWXlNaklwOVhkbW9ZUm41bElyeUQ1d1BIanpJU1k4aHE3V3FURlpXRnNhUEg4OEovRTZkT2hXYW1wcW9WNjhlenAwN3gza3dMaU1iMmZ2bzBTT01HREVDK2ZuNWJOL01tVFBoNWVVRlIwZEhoSWFHWXRHaVJaZzFhMWF4YmZoY0FvRUFWYXRXeFlzWEx3RHBURlJscVNRMU5EVFFwRW1UTDlZT1FsSlMwN0JoNjNiRXhzY0hGUElrcndGUUI1dDhkWEZ4Y1RoOStqUUF3TlRVRkwxNzkyYjd4R0l4ZnYvOWQ0VnpaQUd3VmF0V29VR0RCcEJJSk93ZTQrTGl3bVo5NU9mbnMrMTE2OVpGL2ZyMXdlZnp3ZWZ6c1hMbFNvWFVmN0d4c1d3QWpYeTk3dDY5ZTJQY3VISGw4bjVsRDJ3MU5UVlY2aFFEd0pFalJ6ajE4QndjSERCcDBpU0Y0N3AwNllKYnQyNng5RTBYTDE3RXJGbXpNR2ZPSEtVamdtVU1EUTFSVUZEQUJ2bG9hR2hBUTBNRFQ1NDhZY2NVZDcvZnNtVUwzTnpjVUt0V0xUZzdPeGY3R3ZuNStTZ3NMSVJRS0N5eExjVjUvZm8xcDI2UUxKZ0w2ZUN2WThlT0tUMnZUcDA2Y0hKeVFuaDRPR2UyS2FTRHErUWZ1RmV2WGgydlhyMWlvNnB0Ykd6WTc0SEdqUnVqY2VQR0xQVlVXRmlZUW1hUEprMmFvSDc5K25qdzRBRWVQMzZNNjlldmx6aGpscEJQUVgyOUg1ZUdoZ1orL3Zsbi9Qenp6MS9rK2kxYXRQaGlBN3VLM2grRVFpRmNYRnpnNXVZR056YzNPRG82UWtOREF6Tm16RUJzYkN4RUloRmV2WHJGanBlVm1URTJOc2F5WmNzd2N1UklUSmd3UWVsclJVZEhJem82dWx6YVBXZk9ISVcrWmExYXRmRExMNy9nL1BuenVIbnpKbXRYMFVEcWdnVUwwTEZqUjVpWm1iRVp1SWFHaG1qWnNpV0dEeC9PanRYVTFFUmVYaDV5YzNNUkdCaUl0V3ZYd3NuSkNTWW1KdERVMUlTR2hnYm5nZlRSbzBjaEZvc2hrVWpZdmJ1Z29BQmVYbDVvMzc1OWllL255cFVySmFiNGx5ZGY4MVZXKzVoOFc3Nkx2cDZqbzVhVlJOdjh2N2NKTURVeExsUEdGVUsrQm1VRFdvWU9IWXJCZ3djRFJaNnRGalYvL256TW56OWY2YjVGaXhaOWNwdjA5UFRRczJkUDlPelpVMm5iaGc0ZCtrblhOVGMzWjRPVGl6SXpNME5JU01nbi94dXRVNmNPNnRTcGc4bVRKM05LOVJCU0ZnSStIM3A2ZXVEeCtCOGxrc0x5cjBmMGphRmdxcXFpbzNOamdRUUw4OHJxYmdtcElQcjM3NCtvcUNpRWhJU2dVNmRPbURGakJuUjFkV0ZyYTh1cEFTTlR1WEpsaFpGSmpvNk8yTFZyRnlaT25BZ2VqNGZseTVlRHgrUEJ6czRPcnE2dXNMR3hnWldWRlN3c0xHQmhZWUg5Ky9mam4zLytZZWNQSGp5WU16cmQwZEdSZFJ6ejgvT1JtSmdJU0IrSWx0UUoxTlhWeGR5NWN4RVFFQUNSU0lTZmYvNlpwV3FxVzdjdVo5WU9wRFBHL1B6ODBLQkJBMER1SVh0NGVEaDRQQjRtVHB3SUx5OHZBRURYcmwzaDZlbXA4SEM3WnMyYUNwMUhXWHJqVC9YNzc3L0QzOSsveEI4Sm8wZVBockd4OFNlL0JpR0VmQXUyYnQzS1pqY09HREJBWWRaRmFabzFhMWFtMlpIdDI3ZkgwcVZMeS9RYUJRVUZTdE1wRnFXbHBWVmloems5UFIwZE9uUUFwUFhUVkpuWmMvRGdRUVFHQnJKMUl5TWpyRjY5V3FGK3VjeU1HVFB3NnRVcmxpb3BKQ1FFdWJtNStPdXZ2NHI5Ykh2MDZNRlo3OWV2SHhvMWFzUWVxaHNhR25JeVM4Z0hWa05EUXhFYUdvbzVjK2FVR0V6dDM3OC9ZbUppTUhic1dBd1pNcVRVOTExVVJFUkVzUThiaXF2ZER1bHNHbVVwdDVTSmk0dGpBVmNORFEwc1diSUVPam82U0U5UFIwWkdCdHEyYmNzR2lxMWR1eGF0VzdkVytMNTlmWDFaNEgzVHBrMFVUQ1hsai9wNjVCdGtiVzBOZDNkMzFLNWRHMjV1Ym5CMWRWWDZ3TlhjM0p4VHFrV21SbzBhYk5uWjJSbjc5KytIdGJYMUYyMno3R0gwbmoxN0lCUUswYUJCQS9UcDA0ZWwxUFh5OHNMOSsvZHgvLzU5OU92WEQ0TUhEMFpNVEF4TVRFd3daODRjbGoxaTBxUkowTkhSd2JadDJ6QnAwaVNZbUppZ2MrZk9yUGJxOXUzYmNmRGdRZXpidHcrUVpveVNsZGtwQy9rWlFvUjhMK3lnNnlqUVFHREF6TG1ZT0c0MEd0YXZxKzRtRVZLcWtsTDdmcy9LWTdBRGo4ZFRlY0F4SVVWWldsb2dZT0k0ckZxN2FYYkU0NmYzMWQwZWRmdngvaXRFU0RtYU5Xc1cyclZyeHdsVXluZEtJYjNoMTZoUlErbHNGMGhuREczYXRBa0ZCUVhRMGRFQkFJd1pNMGJwc1kwYU5jSzRjZU53Nzk0OTlPblRoelBEQjlMUnU3Tm16Y0s2ZGV1UW1KZ0lnVUFBQndjSGpCMDd0c1M2TjVEVzZGbTNiaDBPSFRyRWFXdkhqaDFoYVdrSkxTMHRhR3RyUTE5Zkh3NE9EcHdmTVFLQkFJR0JnUmcxYWhUR2pCbWpVTWRVMlUxNytQRGhDck5QQWdNRGNmRGd3UkxiV1JKM2QzZnMzcjBiQnc4ZVJIeDhQREl6TThIajhXQm9hQWdiR3h0MDY5YU56YXdpaEhESlVoeldkSEtxMENrT1Nla0tDZ29RRmhiRzFydDI3Y3JaTHhBSTJJek12Lzc2aXcwQUdqTm1ESnljbkRqcERQbDhQcnMzS1ZOMFprbW5UcDFRczJaTnZIdjNqczFxdExDd1lJRkYrV3Z0M2JzWGUvZnVMZlg5ckZxMXF0eUNad1VGQlZpK2ZEbm5YbE9wVWlXc1dMR2l4UHVrbHBZV1ZxNWNpU0ZEaHVEdDI3Y0FnRXVYTGlFK1BoNUxseTR0OVI0TDZlelp0V3ZYc3ZWQmd3Wnhac1YwNzk0ZHAwNmQ0bVNKS0NtUVd0NE1EUTFMekl6eDRjTUhwS2VuYzdZTkdEQUFucDZlK1AzMzM1R2FtZ29EQXdOczNMZ1JwMCtmWmcrd3QyL2Z6cWxiTkhMa1NFN0pBSG14c2JFNGZmcTBRaUM2UllzV01EWTJ4dnYzN3hFVkZZVzR1RGpZMmRsOTVqc21oSkJ2RzQvSDQ2UlZMMDdWcWxVNTY2YW1waGc0Y0tCQ3VyK2lnVlJmWDEvODl0dHZuOXkrZCsvZUtaMXQwN2R2WDlTdFd4Zk5taldEcnE2dXduNzVkTmFyVnEzQzFxMWI0ZS92ejdsSDhYZzhqQjQ5R3MyYk4yY0RmRDA5UGJGejUwNnNXYk1HdHJhMm1EUnBFcnAxNjRiang0OGpJaUlDcWFtcHlNbkpRV0ZoSWNSaWNhbDEzQnMyYktoU2NIbjM3dDJmbEo2L3VBRmNoSHhwZkVqMEpUeWVXK1NUSjhYK0ppT0VFRUlBd0VCZkgrM2F0RUs3TnEzTzgzaTh0K3B1ajdwUk1KV1F6NkNob2FFdzQ3Tk9uVHE0Y2VNR2VEd2VCQUlCeTZOZkVsVkhHbWxyYTJQRmloV0lpSWdvOXNGeWx5NWQwS1ZMbDFLdlZUUXRId0EwYU5DQWRVWmxURTFOMGJadDIxS3ZaMmhvaUgzNzlwVTQybW5HakJrc1VHdGdZS0N3UHlBZ0FBRUJBY1dlZitMRWlWTGJJYXRGU3dncEcxbUt3N1hMRjc4MU1pNCtvRUlxdmdjUEhyQVpuelZxMUlDcHFTbG5QNC9IUTZ0V3JSQWRIYzNKcEdCaFlhRndiNmxmdno2MmJObWk5SFd5czdNVmp1L1VxUk1nZmJBb1kybHB5V3JhbkR4NThyUGYzK2Z3OS9mblpIalExZFhGMnJWck9mWGtpbU5tWm9aTm16WmgyTEJoU0VwS0FnQThmLzRjRXlkT3hJRURCeFR1ZiszYnQrZk1XbTNRb0FGKy8vMTNUSnMyRFlhR2hoZ3dZQURuZUdkblo1dytmUnBSVVZFUWlVU0FrZ2ZnWDVLUGp3K0dEUnRXN1A1OSsvWmgzYnAxbkcyVksxZUdwcVltK3p0eWNYRkJ6Wm8xT1JrdDJyWnR5OG9PNU9mbmMwb0NLTE41ODJaNGVucHlmai94ZUR3MGJkcVV6YXk2ZGVzV0JWTUpJVVJGWGJwMFFjdVdMU0VRQ05nQVdWWEkwdE4vS250N2U2VXBqcTJzckRpWkdVcGliVzFkWXQ5T3Z1OXFiVzJON2R1M2N6SW4xS3haczhUK3BVUWlZZWw5SlJJSkM0cEtKQktsTTZDSzNnZFJUck9HQ0NHRUVFSkl4VWZCVkJYWjFISjFGVWo0VXlkTW5ZR1J3d2FqVmczVlVwdVJIdytQeC91aW8wejE5UFFxYkhxNzB0Skc2T25wY2VxNkVrSXFFRm1LUXd0emRiZUVmQ2I1QjVkTm16WXQ5amhaRFZDWitmUG53OERBZ0hPUGlZaUlZQ24xeWtMKzJzbkp5WWlQajRldHJTM25HSE56YzFTcFVnVUFJQktKT0E4akh6MTZ4RksyeTgvZS9GejkrL2ZIN2R1MzJiV3pzckpLRENBcVUxaFlDRDZmejJxVi92bm5uMHJ2ZndFQkFUQXpNK05zQ3d3TWhLNnVMc1JpTVdiT25Gbmk2N1JxMWVxVDZxQitxdURnWUFRSEI1ZjVQRm5xWXdBc3hiSjh5djRSSTBiZ3paczNNRGMzaDdtNU9jek16R0JpWWdJakl5TVlHeHZEME5BUWhvYUcrUFBQUHhFZUhvNlBIejhpTWpLU1U4WUEwcjlsV1RBMVBEd2NmZnYyL1l4M1N3Z1g5ZlhJOTB4RFErT0hxYzJwYWdwNkdSNlA5ME9talNTRUVFSUlJV1ZIdnhwVkpJVEFGSHpKVDMvZnVvMit2WHVwdXptRUVFSUlJVW9sSnllelpVdExTNlhINU9ibUtnUlQ4L0x5TUhueVpFNHRVUU1EZzJMVG94Y1dGdUw2OWVzSzIrL2Z2NDhYTDE2dzlZU0VCUGo0K0tCSGp4NndzTEJnMjd0MDZZTFJvMGRqM3J4NXFGR2pCcHVwK2ZyMWEvajQrQURTaDV6eWFZY0I0UHIxNnl6VkxnQk9XdHlMRnk5eWdudkd4c2J3OFBCZzYrN3U3aGd4WWdRZVBYcUV5TWhJWkdabWZsSnF2Z2tUSnVEeTVjdG8zYnAxc1RWYWx5MWJ4cG1aMnF4Wk0xeTdkazNsMnVEbTV1Ync5UFJrNjgrZVBjT0RCdzg0eDJSa1pBRFM0UE9CQXdjNCs3eTl2VGt6aWxSNW55VUZybVd6ZG9wNi9QZ3hXNjVUcHc0Zy9RNGhUZXRjdlhwMWx2SzNKUDcrL29pT2prYkhqaDJWenZLUm44WDBPZlhWQ1ZHRytucUVFRUlJSVlRUXdwV1RrNE9YcjE1anpicE45ZXpzWERQaTRpTGZxN3RONmtUQlZFSUlJWVNRNzBoYVdocGJMbTRteXVIRGh6a3BmaUhOSHBDWm1ZbVZLMWV5b0ZuVnFsVXhmLzU4cGRmSXljbmhCQ3BsbEtVRkZvdkZPSHIwS0ZxMGFNRzI4Zmw4VEp3NEVYLy8vVGRldm56SmdxbXlsTENRcGhrdVdzZno4T0hEdUhIamh0STJGVTFoNytUa3BOREdZY09HZ2NmaktXMjdxcXBVcVlLTkd6ZVdPSFAwd29VTG5IVjlmWDBZR3hzakx5K3YySE15TWpKWURiZWlnYzNidDI5ajllclZTcys3ZHUwYXJsMjd4dGxXTkZXdWZHMDRaYk53Um93WXdkSXhLN05yMXk2bHJ4OGVIczZXWFZ4Y2tKMmRqZWpvYUFCQTllclZ3ZVB4c0dEQkFvWDZ1c1ZwMmJLbDBtQ3EvTit5L044NElZUVFRZ2doUkZIbnpwM3g3dDA3QUlDSGh3Y1dMVnFrOHJsdDJyUmh2OSs5dmIweFk4YU1MOWJPejFHMGozTHUzRG1GN0VCbGtaZVhoMzM3OXVIczJiT0lpNHREWVdFaG1qUnBvbEtOY2tLK1I2L2o0akhxOTRsNG01Q3dsNmZESHdUZ3FMcmJwRTRVVENXRUVFSUlTM0U0ZHNKVWpQVWJUaWtPdjJHeWVxbVExZ1F0U2lRU1ljZU9IWUEwcUNZTHNvMGRPeFo3OSs3RnVuWHIwS3RYTDBna0VqeDQ4S0JNcWVYdjNMbURPM2Z1Y0xZWkdob2lQejhmOWVyVmc0dUxDMjdldkFsSWc3ZXk5TGovL3ZzdkhqOStqRnExYXVIVXFWUHMzQjQ5ZXBUNS9aZEdGcVE4ZGVvVW02MzUyMisvc2RtVXc0WU53NkJCZ3pqblpHWm1jdXFSVjZwVTZaUFNBdTdac3dkcGFXbVlQWHMydkx5OE9BSGQrUGg0OU9uVGg2MFhyY24rdWJLeXN0aXlzbURsL3YzN0VSSVNVdXo1SHo5K1ZOaVdtNXVMeU1oSVFEb0x0YUNnQUE4ZlBvUllMQVlBMUs1ZEd3Qnc1Y29WbFFPZ3YvLytPNHlOalJXMjYrdnJzMlZWQTdPRUVFSUlJZVRidFhMbFNvWEJrcEQySTB4TlRlSHM3SXdPSFRxZ1RaczJTZ2M1cHFTazRNaVJJN2grL1RwaVkyT1JsNWNITXpNek5HL2VITU9HRFNzMmk4KzNKak16RTMzNjlFRnljaktNakl4dzdOZ3hHQmdZcUx0WkZaYXZyeThlUG53SUFCZy9mangrKyswM1FOcFBIalZxRk92ZnlDUWtKS2lsbllTUWlvZUNxWVFRUWdoaEtRNnYzN3lGQWYxK1ZuZHp5R2VRN3ppbnA2Y3I3RTlNVEdTQnJmYnQyK1A4K2ZPQWRCYnF3WU1Ib2FtelpxV3NBQUFnQUVsRVFWU3BDWE56Y3hZUUE0RDgvSHgyTFIwZEhZVWdyV3oyNklZTkd3QnBzRTRrRWdFQUhCd2NzR2pSSXVUbjU3TWdycXlkWGw1ZWJKYnArdlhyMGI1OWU4VEh4N05yZHV6WVVhSDlSV2RIcHFlbm8wT0hEZ0NBSFR0MkZKdDJ0eWhaUUZFaWtYRFN4bGFwVWdVNk9qcWNZK1VEMUNnbVNGM1VpUk1uT0xNcE5UUTBrSktTZ3Y3OSt5TTFOUlgzNzkrSGc0TURhdFNvZ2NMQ1FpeFlzQUQ1K2ZtQU5CMXgwZmN4Y09CQURCdzRrTE90VDU4K2lJbUp3ZGl4WXpGa3lKQVMyeVAvdDZEczRjckhqeCtWQmt4TElwRkk0T0xpZ29pSUNHUm5aNk5mdjM2Y2RMeE5talFwMC9WSzh1SERCN1lzSDFnbDZzTVg4S1dESXZnZkFYSHhVNjRKSVlRUVFzcFJabVltTWpNekVSc2JpN05uejhMSnlRbUxGeStHZzRNRDU1Z2VQWHF3UG9sTVltSWlqaDA3aGt1WExtSDc5dTJjYzc1VlM1Y3VaYVZlSmsyYVJJSFVFc1RFeExCQXFvYUdCcnk4dk5pK1hidDJjUUtwQW9FQXBxYW1uR3cvWDR0WUxNYWpSNDl3N2RvMU9EZzRmSkZCeG9TUXNxTmdLaUdFRUVMSWQ2UzBkS2gyZG5iUTF0WkdqUm8xVUtOR0RSWk1CUUJOVFUwVUZCVGd4SWtUbkhOQ1EwTXhaODRjQU1EdzRjUFJ2MzkvaGV0S0pCSVlHaG9DQUhyMTZvWDkrL2V6ZmJKYXFmTDFURTFNVE9EdTdnNExDd3NrSlNYaHpwMDduUHFiUTRZTVVUcURzcnk5ZVBHQzg1REZ6czVPNFppaUQyR0tCbHVWMGRiVzVoeVhscFlHRXhNVDFLOWZINWN1WFlKSUpJS2ZueDgyYnR5SVU2ZE9zWFM1ZkQ0ZmZuNStuL211RkNVbEpiRmxVMU5UQUlDYm14dG16NTROc1ZqTVJ2Ty9lL2NPUVVGQmdEUm9QSG55WkVBYXpKUjl2N0k2dHRyYTJsaS9majBDQWdKdy9mcDFwS1dsc2IrNVNwVXFvVm16WmdydE9IVG9rRUl3MnMvUEQ3R3hzU1cyLy8zNy8xK2FwYmowMWVUck1qY3pROERFY1ZpMWR0UHN1eEVSLzZpN1BZUVFRZ2o1ZnRuWjJhRnUzYm9RaThWSVRFeEVaR1FreTdEejRzVUxqQnc1RW52MzdtVXBYZ3NLQ2lBU2lhQ3JxNHZtelp1alNwVXFpSXVMdzlXclZ3RnBlWTBWSzFaODgrbGJiOSsramRPblR3TUFHalJvQUU5UFQzVTNxVUk3Y3VRSVcrN1FvUU9ucE16bHk1ZlpzcEdSRWZidTNRdExTOHNTeTdSOENmbjUrZkR3OEVCR1JnWWdMY2RDQ0trWUtKaEtDQ0dFbEtOS2xiVGc0bHdMOFcvZVJtUm5pWkxWM1I3eTQ3RzF0V1hMeWdKVWZENGYxYXRYaDYrdkw2dHRLZlA2OVd2NCtQaVVlUDNWcTFjcnJaMDVkdXhZMUtsVEJ3OGVQRUR2M3IwNXdWUklBNUl2WDc1azY3VnIxNGFHaGdaR2pScUZ1WFBuQW5JelFHMXRiVGtwYjcra0F3Y09zR1doVUFobloyZUZZM0p5Y2pqclJZT0IyZG5aaUkyTjVSeTNiTmt5cEtlbkl5RWhBY25KeWNqTHk4UFZxMWN4ZmZwMFJFVkY0ZTNidDBoUFQ4Zmd3WU01d1ZvL1B6K2xiZmhjc2pUR0FOanNVVHM3Tzd4NDhRSnIxcXpCekprejBiaHhZMFJIUjdOZ3FwYVdGcnAzNzQ2alI0OWl5NVl0R0R4NE1IeDlmVG5YMWRMU3dySmx5L0RYWDMreEJ6a0E0T2pvQ0UxTlRZVjJWSzVjV1dGbWFVbTFaMlZrTTVZaG5UMU0xRTlQVHhmdDJyUkN1emF0enZONHZEaDF0NGNRUWdqNTBxaXZwejZOR2pYaTFPMU1TVWxCWUdBZ0M0Q2xwS1FnS0NnSXMyYk5Zc2Q0ZTN0ajNMaHhuTitlNjlldlIzQndNQ0F0VVNLUlNGanBrVy9SOXUzYjJmS0FBUVBVMnBhS1RpUVM0Y3laTTJ5OWQrL2VuUDBwS1Nsc3VYSGp4aXdOdExJK3paZFVXRmpJQXFtRWtJcUZyKzRHRUVJSUlkOFRheXNyckZxNkVQOCsrT2UzK09pSDUxVTRoWkJ5MWJScFU3Yjh6ei9LSjR2MTdObXpUTFZRVmVYczdJemh3NGREVDA5UFlkL2x5NWZaNkhGTFMwdVltNXNEMGhIQlJZT1RJMGFNZ0phV1ZybTNyNmpUcDAvaitQSGpiTDFGaXhhb1ZLbVN3bkZGMHlVWGZYOS8vLzAzQmd3WXdLbW5jK0hDQllTSGgrUE5temRzTkxPR2hnYU1qSXl3ZHUxYWxuNUxQcERxN3U1ZWFycmVUeVUvSzdoNjllcUFOTTNWN05tejhlYk5HNHdhTlFySGpoMVRPQzhzTEF3TEZpeEFWbFlXMXE5ZnIvUVlvVkRJWnF2S1JFWkdZdEtrU1FxQjZFOGwvN2NzL3pkT0NDR0VFUEsxVUYrdjRqQXpNME5nWUNDbnJFUklTQWo3Ylcxa1pJUVpNMllvRE9LclU2Y09XODdQeitlVU52bldQSC8rbkdXM3NiUzBST3ZXcmRYZHBBcnR3b1VMckt4SjFhcFYwYUJCQTg3K3dzSkN0dncxK3FJVmtheS9UZ2hSam1hbUVrSUlJWVI4UjV5Y25HQm1ab2FVbEJRa0pDUWdOallXOXZiMm5HTzh2YjJWbm10alk0TlRwMDZ4OWRUVVZQenh4eCtzcHFoUUtFUkJRUUZNVEV3d1pjb1V6c01JV1hDd1NaTW1uUHFXTWtlUEhtWExzdlN2Yjk2OHdlVEprNUdWbGNVNWR1SENoY2pQei85aXRXRnljM094WmNzV3praHVQcCtQMGFOSEl6MDlIYm01dVRBME5HUnBodS9kdThlT0V3Z0VDc0Zmb2JEa245UUdCZ2F3c3JKaWFaVHYzcjJyZERabVhGd2N6cDgvRHc4UGozSWRJUzhXaTNIMzdsMjJYcnQyYmFTbHBXSENoQWtzMkdsaVlvSzJiZHNpTlRXVmMyNjdkdTNnNmVtSmtKQVFRUHJkVktsU2haUEM5OGFORzFpNmRLbkM2MTY3ZGczRGh3L25kTXB6Y25JVTNydjhnNHZpMm4vbnpoMjIzcng1OHpLOGUwSUlJWVFRSXBNalFZeVdXQkl3WStxa25VNk8xZFhkbk04aUs0OGgrNTJZbjUrUHFLZ29oU0Nadk9mUG43TmxTMHZMVW4vSFYyVHkvVFpQVDAvdytTWFBtU29zTE1TK2ZmdHc0c1FKdkhuekJqbzZPbWpTcEFuOC9QeVVsam9wU1haMk52YnQyNGVMRnk4aVBqNGVQQjRQRGc0TzhQRHdRTisrZlRuQnlQajRlUFRzMlpPdFQ1czJEVC85OUJPQ2dvSnc3ZG8xdkgvL0hsWldWdkR4OFNsMmRtMTRlRGgyN3R5Sng0OGZJeTh2RDlXcVZjUFFvVVBMMUdiNUZML3kyWmpjM2QwVnlycWNQbjJhWmQyWk5tMGFaeFpyUkVRRTl1N2Rpd2NQSHVEang0OHdNakpDdzRZTk1YRGdRSVVNUXlLUkNCY3VYTUN0VzdjUUZSV0ZwS1FrOEhnOFdGbFpvVjI3ZGhnNGNDQWJxSnVibTRzV0xWb290SHZ6NXMzWXZIa3pBQ0FvS0FoTm16WkZZR0FnRGg0OENFai9IY2lDNmpJclY2N0VuajE3QU9tQVh2bUJxWjA3ZDhhN2QrOEFBQjRlSHBnMGFSSUNBd054NTg0ZEdCa1pjVXIrbE9WN1Z0V3hZOGN3Zi81OHRuN2t5QkdJeFdKczJiSUY0ZUhoeU12TFErM2F0VEYyN0ZpNHVycENMQlpqMzc1OU9IbnlKUHU3YmQyNk5mejkvVGxwbWduNUdyN2RPd1loaEJCQ0NGR3FSNDhlMkxadEd3RGc4T0hEbURScGtrcm5DWVZDV0ZsWklUMDlIU2RQbmtSd2NEQWJ2ZHV4WTBkMDdkb1ZFeVpNUUZwYUdxWk5tNFlXTFZyQXk4c0xMVnEwVURvYlZTWXNMQXdSRVJHYzl1M2F0UXRidDI1VkNLUkNHbkNiTjI4ZTl1elpnMTY5ZXNISHg2ZllqcHFSa1JFbjJGbVMzTnhjbkRsekJ0dTNiOGZidDI4NSsvejgvT0RrNUlTVEowK3l0TU44UGg5Q29aQlRKOGZXMWxZaDBLbXJxd3RIUjBlOGVmT0dkY1RuenAyTG1qVnJ3c3JLQ3JxNnVraEpTY0h1M2J0eDVNZ1J2SG56Um1uNzR1UGpNWDM2ZEd6YXRBbmR1blZEMTY1ZFdiMVpaUTRkT3FUUys3NTU4eWFiWGF1aG9RRW5KeWVNSFR1VzA0NC8vL3dUeHNiR2VQWHFGZHNtZTU4elpzekF5NWN2OGV6Wk14UVdGdUtQUC83QTd0MjdZV3RyaXhNblRtRFJva1VzSUdwcGFZbkdqUnV6aHp1ZW5wNmNvSFdYTGwxVWFyTzhpeGN2c3IvREJnMGFzRFRGUkwxeWNrUjRIdjBTYTRJMk5MUjBkTXhPakk1K3ArNDJFVUlJSWFSa1NTOGZKUVBZOWJOUHo1M3Fia3Q1cUZPbkRodndDUURKeWNWblg0Nk5qY1hldlh2WityZGVYMVIrc0dURGhnMUxQRllpa1dEcTFLa0lDd3RqMi9MeThuRCsvSG5jdkhrVFc3ZHVoWk9UazBxdisrYk5HNHdaTTBhaFR4TVZGWVdvcUNoY3ZIZ1JHelpzVUJpQUtwT2VucTZRMVNjdUxnNHJWNjVFVGs0T2hnOGZ6amwrOSs3ZFdMVnFsY0pyVFo0OEdZMGFOVktwemRIUjBZaU1qQVNrczA2N2R1MnEwbmxGYmQ2OEdaczJiZUpzUzBsSndmbno1M0hwMGlYTW1UT0g4M2UxY3VWS0hENThXT0U2TVRFeGlJbUpRVmhZR0hiczJGSHNaL1dsRlJZV1l0eTRjWGoyN0JrZzdWdkxmTzczcktwNzkrNWgrZkxseU0zTlpkdnUzcjJMVWFOR1lkZXVYVmk3ZGkydVg3L085dVhsNWVIa3laT0lpWW5COXUzYlN4MUVRRWg1b3I4MlFnZ2hwQnlKeFdKa1ptYmh6Sm56K2dBMDFOMGU4bU1hTUdBQTY5UWNQWHBVSVUxdGNjTEN3akJxMUNoMDZ0UUpxMWV2WmdFc056YzN6Snc1RTYxYXRjTGN1WFBaQ082Yk4yOWkyclJwYU51MkxTZGdKcSt3c0JETGxpMWo2NjZ1cmpoMDZCQldyMTdOQ2FUMjY5Y1BzMmJONHN4YWpJbUp3Zm56NTZHaFVUNy9sSjQvZjQ2bFM1Y3FCRktIREJuQ2FvRldyVnFWMDNiNVFDb0FkT3JVU2VHNlRabzB3WUVEQnpoQnZtYk5tc0hKeVFtNnVycUlpNHREMTY1ZHNYcjFhazVuVkZOVEUyUEdqRUcvZnYwNG5jRFkyRmlzWDcrKzJEVE5aU0dSU0ZoZEtFaEhYZ2NGQmJFT013QzBhdFVLUVVGQkdEWnNHS1pNbWNLMnk5S2lhV3RyWTlteVpUQTBOQVFBZlB6NEVZc1dMY0xldlhzeGI5NDg1T2ZuQTlLZzh1clZxekY3OW14NGUzdGorUERoNk4rL2Y3bTIzOC9QNzdPdVI4clBmMjhUTUdiOFpJUmR2YkZMVTZDdCtBK0RFRUlJK2M1UVg2L2k0ZlA1ME5IUllldnlBUmw1VDU4K3hjaVJJemxwWHI5VWVZMnZJU01qQXk5ZXZBQ2tuMEhkdW5WTFBQN2F0V3NJQ3d1RFFDQ0FtWmtaWjE5bVppWWJURm9ha1VnRWYzOS8xcWZSMGRGQnQyN2Q0T0hod2Zwc1Q1NDh3Y3FWSzR1OVJuQndNQklTRW1Ca1pLUXdNM2pIamgyY1dhSjM3OTVWQ0tRYUdSbXhnYnp5QWVXU3lNOUs3ZGl4STh1cUJBRDE2dFZEdlhyMU9QMVFZMk5qdGwzMmVaMDRjWUlUU0hWeGNZR1BqdzhMUW92Rll2ejExMStjL3A3OGdGTVBEdy80K1Bod1prN0h4TVJneDQ0ZGdQUjdyRmV2bnNKM2FXRmh3ZHBTTkczMTU3cDE2eGFuWHloVEh0K3pxcFl1WFlxOHZEeUZ2MHVSU0lRUkkwYmcrdlhyME5UVVpIMVJtY2VQSCtQV3JWdWYvZnFFbEFVRlUxVlVrSmY3SDAvQ0MrN2ozUU1XNXBYVjNSeENDQ0VWMUx0M0tWaXhaajJtemYxcm5tMk51czFVT0lXUWNtZGdZSUNCQXdjQzBrNUljWUhPb21yVXFJRW5UNTZ3a2QxQ29SQy8vdm9yMXE5Znp6cXNYYnQyeGRhdFcxbmRUVWlEZ2w1ZVhrcXZ5ZWZ6NGUvdkQwaG5PazZjT0JGRGh3NWxuVEJOVFUxTW56NGRreWRQUm84ZVBiQnExU3IyV2dLQkFMTm56eTYzMGFhdXJxNllNMmNPV3pjeU1zS0tGU3N3ZHV4WXRxMUtsU3BLenhVSUJQRDI5bVpCMTdLd3M3UERyNy8reXRuV3VIRmpIRGh3QUw2K3ZwZzhlVEoyN2RvRlYxZFh0dC9lM2g3ZHVuVXI4MnNWbFpXVnhVbXoyN3QzYjB5Y09CRnQyclFCQVBUdDJ4ZUxGeTlHVEV3TUlpSWlPSUgzZXZYcXNXVXJLeXNzWExnUWZENGZyVnUzeHNLRkMrSGg0Y0U2dmZyNitsaTVjaVVjSFIzQjQvRXdmZnAwakJvMVNxRTlqUnMzUnZQbXpUbi9VMWFuVnViOCtmT0lqbzRHcE9sOTNkemNQdnN6SWFRbzZ1c1JRZ2hSQmZYMUtwNjh2RHhrWm1heTlhSUJGMGlEWUVPSERtV3BUWjJjbkxCeDQwWk9FUFpiRXhzYkM0bEVBa2lEYmFYTkRzek56Y1ZQUC8yRXNMQXduRHQzRGdjT0hPQmt3SkhOTml6TndZTUg4ZnIxYXdDQW5wNGU5dXpaZzdsejUyTFJva1djQWJTblRwMUNSa2FHMG12azVlVmgwYUpGdUhUcEVpNWR1c1RwQTRsRUlqeDU4b1N0Yjl5NGtTM3plRHpNbmowYmx5NWR3cFVyVnpCanhveFMyeXU3cHF4a0NhVDlJWGxCUVVFSURnN21aRnB5ZDNkSGNIQXdnb09EMGJadFc0aEVJcXhaczRaempaMDdkMkw2OU9uWXUzY3Zldzk1ZVhtYzdFR09qbzVZdDI0ZFRwOCtqVVdMRm1INjlPbll1blVycCt6T3hZc1hBV2tHb2VEZ1lNNTdoalNyazZ3dHRXdlhWdWs5cXlvckt3dk96czQ0ZE9nUTd0eTV3NEtqNWZFOXE4ck16QXduVDU3RXVYUG5zRzdkT3M2KzlQUjBOR2pRQUJjdlhzVGx5NWNWK3VLcVpxZ2lwTHhRbWw4VnZZbUppZ1l3YThMdm82Y0xCQlNESm9RUW9seG1WamF1My93SG1aa2ZPL0o0aFVjQlhGZmhORUxLM1pBaFEzRDc5bTNjdjM4ZmUvZnVSZHUyYlV1c0h3UUExdGJXR0Q1OE9EWnYzZ3dQRHc4TUhEZ1FEZzRPQ3NlNXVycGkvLzc5Q0FrSndiRmp4MUNuVGgyRmthVHlQRHc4OE83ZE95UWtKTENSdHIvKytpdWVQbjJLNmRPbnc5YldsaDNib2tVTEhEcDBDSXNXTFlLRmhRVm5wbWg1Nk5TcEU2S2pvNkd0clkxKy9mb3BQRVF4TXpQRGlSTW5VRkJRd1A2bm9hRUJLeXVyRW9OK3BSazFhaFN1WHIwS1IwZEhEQmd3Z1BQUUFBQ2NuWjJ4WThjTzNMMTdGenQyN0VEUG5qMlYxbFV0S3owOVBXemJ0ZzJ6Wjg5R1ltSWlxemU2ZlBseWhJV0ZvVjI3ZHVEeGVLaFdyUm9iM2E2dHJZM0dqUnRqekpneG5HczFhOVlNTzNmdTVIVGlseTFiaG9VTEYyTEpraVdjNzdHNG1xOUxseTVWR0ZIZHAwOGZ4TVRFS0J5Ym5KeU14WXNYQXdBcVY2Nk1lZlBtZmRablFVaHhxSzlIQ0NGRUZkOURYOCs0V2pWREF3MzloamR1M1VidG1qVmdZbUtzN2laOWxudjM3ckhaZndCUXMyWk50aXlSU0xCaXhRcnMyN2VQYmV2ZXZUc0NBZ0tncmEzOTFkdGFudVFIUUtwU045TFkyQmh6NXN4aC9SbEhSMGY0K2ZseEJwbytlUEJBb2VablVmSkJ5WjQ5ZThMZTNwNnR1N3U3UTFOVEUzbDVlU2dvS0VCa1pDVGMzZDBWcnRHeFkwZDRlSGdBMHI2S3I2OHZKa3lZd1BZbkppWUNBTjYvZjg4cEZkT21UUnQwNzk0ZGtQWTF2TDI5Y2Z2MmJSYU1MTTc1OCtkWndOM0p5VW1oSDZhS1c3ZHVzYzljSUJCZzdOaXhyTDhqRUFqUXVuVnJsa1pZdnMxOSsvYmxYS2Vnb0FCdjM3NkZxYWtwMnhZWEZ3ZXhXRnd1ZmIreTR2RjRXTHg0TVd4c2JBQUExYXBWQThycGUxYVZyNjh2eS9EVXZIbHp1THE2c3M4U0FBSUNBdGhnQVY5ZlgremN1Uk5pc1JnQTJBQUo4dVZvYW1qQTJzb0t5Y252NGtVRkJaa3FuUEpkbzJDcTZpUUF4RUxoMS84UEd5R0VFRUpJV1FrRUFpeGF0QWdUSmt5QVNDVEN6cDA3NGVycXlrbWxOR1RJRUlYMFZ2Mzc5MGVmUG4xS0RSd0tCQUo0ZVhuQnk4dUxqWXFXTVRNelV4Z2wrdXV2djNKbVNQcjUrU21rZFpJeE56Zkh5cFVyV2ZyWThsWTBTRmlVckROWlZpWFZNTlhVMU1TQkF3ZUtmYzh5alJvMVVybjJqNm8wTlRXeFlNRUNwS1dsc1cwOEhnL3QyN2RuNjN2MjdHR2QrSkxhV0hRMHRLdXJLL2J0MjFkczhCVFNrYzJ5RHEreTJyckZmVzQ3ZHV5QW1aa1pLbGV1akQvLy9CTW1KaWFsdkZOQ1BobjE5UWdoaFB3UTlEUjBuSGc4YlBoajVod3NuajhITFpzM1ZYZVRQbGxCUVFFbjdXck5talZoYVduSjFyZHMyY0lDcVJvYUdwZzVjMmE1Wkg2cENENTgrTUNXVlFtbTFxMWJWNkYvVjNTZ2JVbjFaaUg5dkdVWll5RHRQK3paczZmWTQxTlRVNVZ1ZDNGeDRhemIyZGx4MW1WcGZvdW1uMjNYcnAzQ3RlclhyMTlxTUZVK3hhK1BqMCtKeHhaSGZ0YXVXQ3hHMjdadGl6MVcvbjBYRmhiaTBxVkxPSGZ1SFA3OTkxOGtKU1Z4Z3Y4eU9UazVTdnRKWDFxdFdyVVUrcjdsOVQyWHBRM3lyS3lzV0RCVlcxdWJVOHUzVXFWS01EVTFaWCtyeGFYMUp1WEgzczRXUWF1WDR0aXBVNzhObnovL3NicmJvMjRVVENXRUVFSUlDdkp5LzlQUTFBcitwYmYzZEVweCtQMHdNelBEN3QyN3kzU09VQ2dzTmVCWFZFbUJ0S0xYVnJaY25QS3FsVnBSbFBWekxVOThQci9FMmNPZjhyM0xsUGI5R3h0LzJveUhxVk9uZnRKNWhCQkNDQ0ZFT1lHWUw0UUdERDltWmtJc045RHhXNU9Ta29MNTgrZHpackQ1K2ZteDVkZXZYMlByMXExc2Zmbnk1WjgxZTY0aVV4YWNLMHBad0xWb2FtRFo0TWZpWkdSa0tBeWlMVWxlWHA3UzdVVm5CUmNOOHNwZW8yajZXSE56YzRWcmFXbHBsZGlHRnk5ZTRQSGp4K3gxdTNUcG9tTHJ1ZVNEMTZXUnZlK0NnZ0pNbkRnUmYvLzlOMmUvbnA0ZTlQVDAyQXhjeUwzbnIwMCsxYk5NZVgzUHFpcWFLVXIrR1lDeVZOeWFtcHBzV1YyZjI0OUVLQlRDMU1RRXd3WU5TaGsrZVBBUEg3Mm1ZQ29oaEJCQ1dJckRLUlBDcDZzanZRd2hoQkJDQ0NHRUVLTE0zYnQzTVh2MmJJakZZaVFtSmlJeU1wS1Q5V2Jnd0lGbzFhb1ZXejkxNmhRTERtcHJhN1A2bkVWTm5qejVtNnlkS2w4YlZqN2xiM0dVemVCTFNrb3E5cHJLeUFleEFLQkxseTdvMEtGRHNjZkxwMXorRkVVSDFpcXJ6VmxhbWxmNVdhbWRPM2YrNU5tZjh1OWRLQlN5VWlUS3lBSzhSNDRjWVlGVVhWMWQvUEhISDJqUm9nV01qSXh3NDhZTitQdjdmMUpiaWlvc0xGUklFNnpxak0yaTM2bXliVi82ZXlia1cwTEJWQlhaMXF6VGlBL0I0bCtIakVUQXBIR29XOGRGaGJNSUlZU1FiNFkweFNIOU5DQ0VFUEpqb2I0ZUlZUVFVckhGeGNVaExpNU9ZYnVHaGdiR2pCbUQzMzc3amJNOUppYUdMWXRFSXB3NGNVTHBkY2VORy9kTkJsUGxaNXFxRWt4OTh1UUpDZ3NMd2VmLy85cndSWVBMTldyVUtQRWFlbnA2TURFeFlhVkRzck96bGFiZUxTL3lLWnNoclkvNzAwOC9jYmJkdUhHajJQTnpjbkk0dFQ5NzkrNzl5VzJSVDBWY1VGQUFLeXVyVW9PSThqTlN2Ynk4NE9ucHlkWmpZMk9MUGE5bzFoOVoybU41UldmenZuMzdGcmEydG15OWFJcmtzdmphM3pNaDN4SytDc2NRQUFLZVVJL0hoOHVMNkpmSXpzNVJkM01JSVlRUVFnZ2hoSlFENnVzUlFnZ2gzd1llandjREF3TzR1TGhnNk5DaE9IbnlwRUlnRmRKQTJ2Zk0zdDZlQmQyU2twS1V6dHFVRng4ZmoxV3JWckhadlBmdTNjUC8vdmMvdGw5UFR3K05HemN1OVhWYnRtekpscTlldmFvMFNIM3YzajFPK3VWUDVlVGtCSDE5ZmJaKy9QaHhoSVdGQWRLQTV2cjE2L0gwNmROaXp6OTM3aHl5c3JJQUFNN096bkIyZHY3a3RyaTd1M09DbkFzV0xFQktTZ3JubUl5TURNNU0yT3pzYkxZc1B4QWdNVEd4eEJxa21wcWFuUElyZi8vOU4zSnljaUFXaTFsZzFkcmFtblBPcGsyYjJIZDc5T2hSUEhyMDZCUGY2Zi81bXQ4enFkalMwei9nMUptejhQRHE3ZVBnVU10QjNlMVJONXArUWdnaGhCQkNDQ0dFRUVJSUlhVENtREJoQWlaTW1QQko1MjdjdUxIYzIxT1JHQmdZd01uSkNjK2ZQd2NBUkVSRW9FMmJOaVdlczNmdlhodzVjZ1FHQmdaSVRrN203QnMwYUpCQ0xWTmxCZzBhaEhQbnpyRTBzdlBtelVOd2NEQ3FWcTBLaVVTQzZPaG9KQ1ltNHErLy9vS3JxK3RudlVlaFVJZytmZm9nT0RnWWtOYm1uRHg1TWd3TURKQ1hsNmQweHFZOCtjQ21qNC9QWjdYRnlzb0tYbDVlT0hueUpDQ2Q2ZHVqUncvVXFsVUx4c2JHU0UxTlJWUlVGQ3dzTE5ock9UZzRJQ0lpQWdCdzgrWk4vUExMTHpBek04UERodzlMRGZZN09Ua2hLaW9LQVBEeTVVdDA3TmdSQW9FQVM1WXNRZE9tVGRHMGFWUE84YUdob2JoeTVRbzBOVFh4NGNNSENJVkNUaHJzc3ZxYTN6T3AyQktTa2hDNFlqWGVKaVRNbFdocnZRYndXdDF0VWllYW1Vb0lJWVFRMk5hczA4aStacjJMZlg0ZGdrZVBuNmk3T1lRUVFnZ2hoQkJDQ0NsR28wYU4yUExkdTNkTFBMWldyVnJRMDlPRFNDUlNDS1MyYWRNR0F3Y09WT2sxSFJ3Y3NIRGhRbFlYRkFEZXZIbUQ2OWV2NDhhTkcwaE1UQ3p6K3lqSjBLRkRVYmR1WGM2MmpJd01pRVFpNk92cm8xZXZYa3JQKy9mZmY5bXNWVjFkWFhUdTNQbXoyeElRRU1BSllvcEVJang0OEFCaFlXRjQ5T2dSOHZQek9jZjM3OStmOHptOWVQRUN0MjdkUW41K1BvWU1HVkxpYS9YdjM1K3pucE9UZzh6TVRMWnVZMk1EYjI5dmhXTStmUGdBSnljbjlPelo4NVBmSjlUd1BSUHlyYUJnS2lHRUVFSllpc1BuMGRHVTRwQVFRa2lwTkRTRXNMYXlnbEFnakplQTkxSGQ3U0dFRUVJSStaRjA3OTZkTFllRWhDQXZMNi9ZWSszczdCQWNISXhXclZwQlQwOFBXbHBhcUZtekpnSUNBckJzMlRKT1d0blN0RzNiRmdjUEhzVFBQLzhNT3pzN2FHbHBRU2dVd3RUVUZFMmJOa1ZBUUFEYXQyLy8yZThQQUxTMXRiRmh3d2FNSERrU2RuWjJFQXFGTURZMlJwY3VYYkJ2M3o1T0xWTjU4ck5TUFQwOUZXcU1mbXBiMXE1ZGk3bHo1NkpKa3lZd05EUUVuOCtIdHJZMnFsV3JCbTl2Ynl4ZXZKZ2RYNjFhTmV6YXRRdnU3dTR3TWpLQ2pvNE9talZyaHVEZ1lJVUFjVkdlbnA2WU0yY09IQjBkSVJRS1VhbFNKVGc3TzhQQ3dvSWQ4OGNmZjJEMDZOR3dzYkdCVUNpRW1aa1ordlhyaDIzYnRxazB5N2cwWC9ON0p1UmJRV2wrQ1NHRUVFSUlJWVNVaWEyTk5iWnZYb2U3NFE5OTJyUnAva0xkN1NHRUVFSUkrWkU0T1RtaFdiTm0rT2VmZjVDZW5vNnpaODl5QXF4bno1NVZPR2ZWcWxVcVhmdnExYXNsN3JleHNVRkFRSUJLMTdLMXRjVzllL2VLM1c5aFlWSGlmbTF0Yll3WU1RSWpSb3hRMkRkdzRFQ0ZXYlhaMmRtYzk2NXFpdC9MbHkrWGVveEFJRUMzYnQzUXJWczNsYTdwNk9pSU5XdldLTjFYMG5zR0FDOHZMM2g1ZVpYWWxxRkRoMkxvMEtFSyswcEtrYTNzNzZJNFpmbWVWZFdyVjY5aVp4UUR3Tnk1Y3pGMzd0eGk5eXVyMzBySTEwSXpVd2toaEpCeVpHUm9nRjdkdThMRXhIUVBlTHdvZGJlSEVFSUkrUkw0ZkQ1MEtsVkM2OWJOc2dGOGVsRW1RZ2doNUJ0QmZUMVMwUXdiTm93dDc5cTE2N1BxWkg0dnpwNDlpK3pzYkFDQXE2c3JuSnljMU4wa1FzaDNnb0twaEJCQ1NEa3lNelBGNkJGRGNmZkdwY1Z4LzBhV1BOU1FFRUlJSVlRUVFzZzM0WHZvNjBtQVBFaDR5V1ltSnREUTBGQjNjOGhuYXRDZ0FadVorZXJWSyt6Y3VWUGRUVkk3SFIwZE5wUFYzOTlmM2MwaGhIeEhLTTB2SVlRUVFnZ2hoQkJDQ0NHRWZPZXlQeFE4MXpFVURsbTVaT0U5QjN2bDlTYkp0MlhNbURHSWpZMUZjbkl5L3Y3N2IvajQrTURJeUVqZHpWS2J6cDA3cTdzSmhKRHZGQVZUU2JrUkY0Z1I5ZXdGdExTMDFOMFVRb2ljcDFIUGtKK2ZEdzFOR25WS0NDR0VrUEtSbnY0QjV5K0ZZY1BtYmI4NTFIQTkvUHA1NUwvcWJoTWhoQkJDU3ZidTNkTk12TVA5dXE0dTZtNEtLU2RDb1JBclZxeFFkelBJRHl3K1BsNmw0Nnl0cmNIblU2SlU4dTJpWUNvcE56a2lFVFp1RFlhbWhxYTZtMElJa1pPZm40K01qeDloYW1xaTdxYjhFUEx5OHBDWWxJd3R3VHVxbWpnNnZrK0xqczVRZDV2STF5Y3VFT05wMUROMU40TVFVbzZ5c3JLUms1TURBT0R4ZU9wdWp0cWxwS1poVGRBbXZFMUlDQ2prU1Y0RG9HRHFENEFHMEJKQ1pENW1ackw3NG8rQytucUVFS0tvWjgrZUtoMTM2ZEtsSDNyV05QbjJVVEJWUmZrZlJaRUNIWTNmbGkrZWY2R21rNk82bTFPaG1KcWF3TktpTWpJK2ZvUkVBdVRtNWFtN1NZU1FJdlQwOUdCZTJReVZLNXVwdXluZnZUZi92WVgvbE9sNEd2WHZBUU8rN3JnMDRJQzYyMFMrdmh5UkNHczNiS1k2UklSOFJ5UVNDZEkvZkFDUHg0TkVJbEYzYzBnNW9yNmU2bWdBTFNGRVJpSXBSUHFIakI5cWdCSDE5UWdoUkZGZ1lLQkt4K25xNm43eHRoRHlKVkV3VlVYLy9mZHZLb0NMcmR5YnFic3BGWTZOdFJVQzU4OUI4cnNVZFRlRkVGSUNNMU1UVktXYUtGOWNZYUVFSXBFSUVrbWhUaUZQVEpHMEgwemx5bVl3cjJ5RzNOdzhGRW9rTk1DSWtPK01qbzRPZENwcHc4YTZpcnFiUXNvUjlmVktad21ZcGI0QUFDQUFTVVJCVkdwcXd1NXZOSUNXRUNJanV5OWFXcGlydXlsZnhmZlExM053cUcxWnFLbnB0V2YvUWJSdDNSSTIxbGJxYmhJaDVCdjMwMDgvcWJzSjVBdXBwSzJOMnJWcUlTVTE3VkZXVm5hYXV0dWpiaFJNSlorTnorZWpXbFVIVkt2cW9PNm1FRUlJSVdwVjFkNE9Ld01YSURYdHZicWJRZ2o1UXJTMXRWSFRxYnE2bTBISVYyVmpiVVgzTjBLSVV0cmEycWhWZzJiMWZ6T0VRZ2UrUURKdjZhcTFzTFd4cG1BcUlZU1FZam5ZMjJIeitwVUEwSi9INDhXcXV6M3FSc0ZVUWdnaGhMQVVoMnVXQlZLS3c4L0E1L1BoNUZnZFR1cHVDQ0dFRUZLTzZQNUdDQ0dFRUVJSStaSHgxZDJBYjBYbHlyWDE3QnpydVR4N0VZMnNyR3gxTjRjUVFnZ3BWLy85OTI5cTNJdklpMjFhdFlDeHNaRzZtME1JSVlSOE5kVFhJNFFRUWdncFhYeDhQQVlNR0FCM2QzZE1uejRkQlFVRjZtN1NaL0gzOTRlYm14dmMzTnpnN2UydDd1YVU2dnIxNi9EMDlFVGJ0bTJ4ZS9kdWRUZUhrQjhPQlZOVnBHUEtyOHNYOHZhTm56d04vejUvcnU3bUVFSUlJWVFRUWdncEI5VFhJNFFRUWdncFhYQndNS0tpb2lBU2lYRHUzRGxjdm56NWk3eU9yNjh2QzNKUzBQRC9XN0prQ1pLU2t2RHg0MGVzV3JVS3FhbXBYKzIxSXlJaTJIY3lidHk0ci9hNlJMMEtDd3VSblpPRGE5ZiswUUVnVUhkNzFJMkNxU3JpUWFnSm5zUThOZTA5OHZPLzdWRTNoQkJDQ0NHRUVFTCtEL1gxQ0NHRUVFSktwNnVyeTFuWDE5Y3Y5OWVJaVluQnc0Y1BBUUFhR2hydzh2SXE5OWVvcUhKeWNoQVdGb2E1YytjaUtpcEtZYi84NTYraG9RRXRMYTJ2MXJZR0RScWdSNDhlQUlDLy8vNGJ4NDhmLzJxdlRkUW5NU2taSzljRXdUOGdZSVpkTGRmNjZtNlB1bEhOVkVJSUlZU2djdVhhZXBVTU5lei9mZjRDdHRiVzBOWFZVWGVUQ0NHRUVFSUlJWVFRVWtFTUh6NGM3OSsveDh1WEw5RytmWHMwYjk2ODNGL2p5SkVqYkxsRGh3NHdNdm94eWhBOWVQQUFvMGFOUW41K1BnQ2dhOWV1Q3NmTW16Y1BLMWFzUUhaMk5vWU1HUUk5UGIydjJrWi9mMzljdW5RSm1abVpXTEZpQlZxM2JnMFRFNU92MmdieWRYM0l5RURvK1l2NDhPRkREeDc0UndIY1UzZWIxSW1DcVlRUVFnaUJqaW0vTGcrOERhUDlKMlBwd3Jsd2EvREREemdqaEJCQ0NDR0VFRUtJbEtHaElSWXNXUERGcmk4U2lYRG16Qm0yM3J0Mzd5LzJXaFZOZG5ZMkM2UVdwMGFOR3RpNGNlTlhhMU5SaG9hRzZObXpKL2JzMllPc3JDd2NPSEFBZm41K2Ftc1BJVjhicGZrbGhCQkNpRnlLd3pSS2NVZ0lJYVJVbFNwcHdkV2xOalExdFNNa1lrR3l1dHREQ0NHRUVFSytiUmN1WE1ESGp4OEJBRldyVmtXREJnM1UzU1JTeE04Ly93d2Vqd2NBT0hUb0VFUWlrYnFiUk1oWFF6TlRDU0dFa0hMRUYvQ2hxNnNESG8vL0VSRG5xYnM5aEJCQ3lKZGdiV1dGRFd1V0E4QnZQQjR2VnQzdElZUVFRcjQwNnV1Ukg5MitmZnV3ZlBseXRuN3UzRG1ZbVpsaHdZSUZPSHIwS05zK2NlSkUvUHJycjV6anBrK2Z6dGJIalJ1SFFZTUdLVnhmUHNXdmo0OFBaNTlJSk1LRkN4ZHc2OVl0UkVWRklTa3BDVHdlRDFaV1ZtalhyaDBHRGh5b05PMXRZV0Voamg4L2ptUEhqaUVtSmdaQ29SQjE2OWJGK1BIalMzeXZLU2twT0h2MkxNTER3L0g4K1hPa3BhVkJTMHNMMWF0WFIvZnUzZEd6WjA4V1ZBU0ErUGg0OU96Wms2MVBtellOSFRwMHdNYU5HM0gxNmxXOGYvOGVGaFlXNk5peEk0WU9IUW9kbmY4cnJYVHo1azM4L3Z2dkNxOC9jdVJJdG56NzltMEloVUpNbkRnUlY2OWVCUURZMjl2ajZOR2pXTGR1SGJadjM4Nk8zYkpsQ3hvMmJNaTUxc3laTXhFYUdnb0FFQXFGdUhEaEFnd01EQURwak5oOSsvYmg0c1dMaUkrUEI0L0hnNE9EQXp3OFBOQzNiMStGdXF6VzF0Wm8yTEFoN3QyN2h3OGZQdURhdFd2dzhQQW84Yk1rNUh0QndWUkNDQ0drSEZtYVY4YU1xUlAvSDN0M0hoN1QyZjRCL0h0bUp2dE9LaEZCUkVMUklDbHFLVVdwMHRJcTFkWmJlMUdrVmExYTZyWFUxdHBxcTZiMnRaVHV0SXBxRmEwMWVaRWdWTVNTZlpGOW1TUXpjMzUvZE9iOFpwSk1NcEhFaWZoK3J1dTlybm5PZWM0NTk0eTNqdWZjNTdrZnJGaTE3c016WWFkUHloMFBFUkVSRVJFUlZSN0hla1NsbXpScEVvNGVQWXFzckN3QXdJNGRPL0RxcTYvQzJ0b2FvaWhpMDZaTlVsOS9mMytUUkt0QlZGUVVJaUlpQUFBMk5qWWwxZ3hkdVhJbHZ2MzIyeExIUlVkSEl6bzZHc2VPSGNPMmJkdmc0T0FnN2ROb05KZ3hZd2FPSFR0bWNzeXBVNmR3K2ZKbGVIcDZtdjFPNDhlUHgrM2J0MDIyYVRRYWhJZUhJenc4SEJjdVhNRDgrZlBOSHArU2tvTC8vT2MvU0VwS2tyYkZ4Y1ZoMjdadE9IdjJMRFp0MmdSYlcxdXp4MXVxZCsvZUpzblUwNmRQbXlSVFJWSEUyYk5ucFhibnpwMmxSR3BzYkN3bVRacUUyTmhZazNOR1JrWWlNaklTUjQ4ZVJVaElpTWx2Q2dEdDJyVkRXTmkvUzJlR2hvWXltVXFQREpiNUpTSWlxa0wyOXZaby8yUVF2dDY1K2E4N2taRUpjc2REUkVSRVJFUkVsVmNieG5vNmFMTWc0bFM3b0VDNHVMaklIUTdWRXE2dXJpWnJaNmFtcHVLbm4zNENBUHorKysrSWpvNEdBQ2dVQ3N5Wk13Y3FWY241WGNhelVudjM3aTBsL0F4ME9oMEF3TlBURTg4OTl4d0dEUnBrVWdZNE9qb2EyN1p0TXpsbXk1WXRKUktwSGg0ZXNMS3lRbFpXRnY3NTV4K3ozMGtVUlVDZi9IM3h4UmN4Y09CQU5HN2NXTnIveXkrLzRNeVpNMmFQMzdadEc1S1NrbUJyYXd0WFYxZVRmWkdSa2RpNGNTTUF3TW5KQ1czYXRJR3ZyNjlKbjZaTm02Sk5telpvMDZhTnlRelk0cG8zYnc1dmIyK3BYVHltNjlldkl5MHRUV3IzN2RzWDBNLzBuVHg1c3BSSXRiZTN4NHN2dm9qbm5uc09WbFpXQUlBclY2NWc1Y3FWSmE1cC9MdUhob2Fhalkyb3R1SE1WQ0lpSWlJaUlxb1FyVmFMdlB4OG5EaCt5Z21BRllBaXVXTWlJaUtpc3QyTnVuSzlqcC9mcUpWTEY3MWliMmNuZHpoVWl3d2FOQWcvL1BDRGxLRGN0bTBiQmc0Y2FESXI5ZlhYWDBmTGxpMUxIS3RXcTNIdzRFR3BQWGp3NEJKOS9Qejg4UG5ubjZOang0NG15VVhqRXNOSGp4N0ZwRW1UQUFBNU9UbllzV09IMU0vVjFSVnIxNjVGeTVZdFVWQlFnRTgvL1JUNzkrODMrMzJlZWVZWjlPL2YzeVRKcWRGbzhNWWJiMGpKNGQ5Ly94MGRPM1lzOVhpTlJvTzMzMzRibzBlUGhsS3B4T25UcHpGMTZsUnBqZEh2di84ZUV5ZE9SRUJBQUxaczJWS2kzTyswYWRQUXJsMDdzL0VaTTU2ZEdoa1ppY3pNVE9sbGlkT25UMHY5N096czBLMWJOd0RBdm4zN3BKbTNqbzZPMkxGamg1UXMvdXV2dnpCNThtUUF3SUVEQi9EdXUrK2FKTGY5L1B5a3ozZnYzb1ZXcTRWU3FiUW9WcUtIR1dlbUVoRVJFUkVSVVlVa0phZGczc0pQTVgzT3ZPV05tN2Z1S25jOFJFUkVaQkZ0V2xSVWxyT1RVNm16QTRudWwxS3B4TFJwMDZSMlltSWlQdjMwVTl5NGNRUFF6eWlkT0hGaXFjY2VPWElFT1RrNWdING1hRUJBUUlrK3I3MzJHanAxNmlRbFVqVWFEZTdldll1NmRldEtmUXlKUGVpVGlQbjUrZEsrTVdQR1NJbGNHeHNiZlBUUlI2aFhyNTdaN3pONThtU1RSR3BlWGg1dTNicUZCZzBhU050dTNicGw5dmoyN2R0ajdOaXhVcEt4VTZkTzZOKy92N1EvS3l0TFNzcFdWcTlldmFUUHhjdjZHaWRUZS9Ub0laVVdOazVldi96eXl5YXpicnQwNlFKcmEydEEvenNieWk4YkdDZFdSVkdVeWpzVDFYYThheElSRVZXaC9IdzFvcUtqc2Vyekw0STgvZnp5RXFPaVV1U09pWWlJcUtybDVlWGo3UGt3NU9YbmRSR2g4NUk3SGlJaW91ckdzUjVSMlFJREE5RzNiMS84K3V1dkFJQWZmdmhCMmpkejVrelltWmtOYlZ6aWQ5Q2dRYVgyMGVsMCtQMzMzM0g0OEdGY3UzWU5TVWxKVXVsZlkvbjUrWEIwZEN4UndyZG56NTRtYlNzcks3UnExUXJKeWNtbFhpOHZMdzgvL3ZnalRwNDhpYWlvS0pOU3VjWjl6T25TcFV1SmJjVm41U1luSjhQZjM5L3NPU3oxK09PUHc5dmJXeXJaZStiTUdUejMzSFBJejgvSHBVdVhwSDdQUC84OG9FK1FSa1ZGU2R0MzdkcUZYYnQybVQzL3ZYdjNUTnBLcFJMT3pzNVNFalU5UFIxdWJtNlYvaDVFTlIyVHFSYkt2VmNZYXVkaTFXdm5saTh2ZTN2eFdRRVJFWlV1TGo0QjcwLy9MMjVHUisrd1Z0cE9BR0QrWDZSRVJFUWtPNDcxaUlqSUVoenJFWlZ2K1BEaFVqTFZ3TTNOeld3NTNCczNidUR5NWNzQUFGdGJXMmxOVDJNYWpRYnZ2LzgrL3Y3N2I1UHRqbzZPY0hSMFJHSmlvclROc05acDhkbVM3dTd1SmM1clkyTlRha3lKaVlrWU4yNGM0dUxpVExiWHFWTUhvaWdpUFQwZE1Gckh0VFRHTTJZTmlpZVREYk5vcTRKeHFWL0R6TlRRMEZCb05CcEFYK2I0cWFlZUF2Uy9qZUYzc2tSaFlXR0piY2JmdmF3MVhZbHFFeVpUTFpTU2NqVUhLYmpTM04vUGd0NUVSRVJFUkVUME1PQllqNGlJSGhXTm03ZHVJa0I0ZThHbnkvSGFvSUZvNXQ5VTdwQ29sdG0yYlZ1SmJlbnA2ZmpxcTY4d1lzU0lFdnVNWjZVKy8venpjSFIwTExXUElaSHE0T0NBR1RObW9IUG56bkIxZFRWWjM5Tlk4VExXT1RrNWNIVjFOZGxtYmxicWloVXJwRVJxa3laTk1IMzZkQVFFQk1EVzFoYXJWNjgyV1l2VkhPTVN3K2F1WjFqWHRDcjA2dFZMU3FZbUppYmk5dTNiT0hYcWxNbCt3MjlpS09GcjBMZHZYeno3N0xObXo5MjhlWE9UdGthamtjb3lRNStvcGRySjFjVUZML1R0ZzMzZi92aDkrcjBNODNXdEh4Rk1waElSRVJFUkVSRVJFUkhWY29JV0hyREM4RzkvK0FuZHVuUmlNcFdxMUtsVHAzRDQ4R0dwM2I1OWU1dy9meDRBc0hIalJ2VHQyOWRrbmRMOC9IeVR0VHNIRHg1YzZubU5aNlQyNzk4Zi9mcjFrOXAzN3R3cDlSaFBUMCtUZG1ob3FNbmFvbWxwYWJoNjlhclo3MkV3YWRJa3RHL2ZYbXJmdm4yNzFHT0tDdzhQTDFHeStQZmZmNWMrQzRLQXBrMmJtclNOcWRWcWk2NWpVTHpVNy9uejUzSHUzRGxwdjZIRUwvUXpldXZVcVNPVkxzN0x5ME9QSGowc3ZsWm1acVpKM01acnFGTHRVdC9UQXpPbnZvZVpVOStiSXdoQzZmK3hQVUlVY2dkQVJFUkU4c3U5VnhpcUswS3Z2VHUzSUtCVlN3dU9JQ0lpSWlJaUlpTDZOekc2ZVBGaXFkMnBVeWY4OTcvL2hWS3BsUGF2WExuUzVKakRodzhqTnpjWEFOQ2lSUXUwYU5HaTFITWJyMDE2OSs1ZDZYTmlZcUxadFQ3YnRXdG4wbDY5ZWpXaW82TUJBTm5aMlpnelowNnBDVXV0Vm11eTNUaFplL2JzV1p3OGVkTHNiMkRzNE1HRCtPMjMzd0I5U2R6ZHUzZWJyRi9hb1VNSGsxbTR4VXNBR3hLdmh0L0hFcjE3OTVZK256bHpSa3I4ZW5wNm9tM2J0aVo5bjM3NmFlbno4ZVBIOGROUFA1VTRYMWhZR0NJaUlrcHN2M0hqaHZTNWNlUEcwcDh4VVczSG1ha1c4dkp0MmNoS1pUVmcyNjQ5Nk4yek94cDQxWmM3SkNJaW9pcGpLSEg0ZUROL3VVTWhJaUo2b0RqV0l5SWlJcXFjTDc3NEFna0pDVko3L1BqeDhQYjJ4Z3N2dklEOSsvY0RBSTRjT1lKWFhubEZtdWxwWE9LMytDeE9ZejQrUHJodzRRS2duelg2K3V1dnc5M2RIWmN1WFNxMW5DNzB5ZG5XclZzalBEd2NBQkFmSDQ5WFgzMFY3dTd1U0V0TE03dmVxVktwUk1PR0RSRVRFd01BV0x0MkxjNmNPUU9OUm9PTEZ5OWEvSHZvZERyTW1ERURuM3p5Q1ZCc05pY0FqQjA3MXFUZHRHbFRLSlZLYVIzVi9mdjM0OFNKRThqTHk4UEpreWRMbEMwdWpYR3Azek5uemtqYisvVHBVMkxtNjRnUkkzRDQ4R0VVRkJRQUFPYlBuNDh0VzdhZ1NaTW1FRVVSVVZGUlNFeE14SUlGQ3hBUUVHQnliRmhZbVBTNWVOS2FxRGJqekZRTEtSVEtKZ29GcHEvZnRBMHhzWEVXSEVGRVJFUkVSRVExSGNkNlJFUkVSUGN2TWpJU1gzLzl0ZFR1MnJXcmxJQWJPM2FzU1NKd3laSWwwR2cwdUhidG1sUm0xOEhCd2FRTWJYRkRodzZGalkyTjFMNXg0d1pPbno2Tm9xSWlqQm8xeXV4eDgrYk5RNTA2ZFV5MnBhYW1RcWZUb1VXTEZpYmxlNDJOSGozYXBIMysvSGxjdUhBQm5wNmU2Tisvdi9rZndraTNidDBnQ0FJeU16TkxKRkxmZSs4OUJBWUdtbXh6Y25JcWNlNk1qQXdVRmhaYWREMFlsZnBGc1RMQmZmdjJMZEhYeDhjSGl4Y3ZOdmxkWTJOamNmTGtTZnoxMTE5SVRFdzBlNTNRMEZEcHM3bmZrR3FIb3FJaUpDUW1ZY2xuYXhwNGVYblp5eDJQM0poTXRaQktwUlJFQVNyRDJ5RkVSRVJFUkVUMDhPTllqNGlJaU9qK2FMVmFMRml3d0dTbTUvang0NlhQWGw1ZUdEQmdnTlMrZGVzVzl1elpZeklydFYrL2ZpWEszQnJ6OWZYRmpoMDcwS1ZMRjdpNnVzTGUzaDRkTzNiRWxpMWIwTHAxYTdQSE5XN2NHTHQyN2NKTEw3MEVkM2QzcUZRcWVIbDVZY1NJRWRpNGNhTkpJdEhZZ0FFRHNHTEZDclJxMVFwMmRuWndkWFZGLy83OXNYMzdkb3ZYQiszU3BRcysvL3h6dEc3ZEdqWTJObkIwZEVUSGpoMFJFaEtDWWNPR2xYck1qQmt6TUdyVUtIaDZla0twVk1MSnlRa2RPM2FFUW1GNUNzZDRYVmdBYU5La0NmejlTNjlBMXIxN2QremJ0dzlEaGd4Qm8wYU5ZR05qQTVWS2hicDE2K0twcDU3QzlPblQwYk5uVDVOam9xT2pwZG0rYm01dTZOcTFxOFd4MGNQbjlwMFlqSDluQ2padTJmNlZsV1BkN25MSEl6ZVcrU1VpSWlLcHhPSG03YnZ3Zk85bldlS1FpSWlJaUlpSWlDUkRodzdGMEtGRFMyemZ2WHQzbWNmTm1qVUxzMmJOa3RwNWVYbm8wNmVQMUM2cnhLK0JuNThmMXF4WlUrbys0N0t6eFhsNGVHRE9uRG1sN2x1OWVyWFo0N3AzNzQ3dTNVdm1qcVpNbVlJcFU2YVVHeThBZE96WUVSMDdkclNvTHdCWVdWa2hPRGdZd2NIQnBlNy83TFBQeWozSE8rKzhnM2ZlZWNmaWEzcDdlMlA2OU9rVzk5K3paNC8wdWZpTVlhcDlORm9OMHRMU29kTnAzYUZRMk1vZGo5eVlUQ1VpSWlLcHhPRzY5WnZRcXNYalRLWVNFUkVSRVJFUlZSR3RSb3ZJNnplWWZBTHcxOGwvMXdJRmdDWk5mSEV2UFJQM3pvV1dlMXhObHBLY2JOSytkZnNPemp6azM2bTR0TFEwSERod0FBRGc1T1FNSDErL1d2RWRyMFplUjFGUkVheXNyZVFPaFdvNEpsT0ppSWhJWCtKUVpJbERJaUt5aUt1TE0xNTk1V1hzM0xOdlY4cTlsRWk1NHlFaUlpS3F5ZkxWYW55NWFRdXNyYXpsRGtWMk9rMEJCS3QvSjduZGprdkd1eC9Na0R1a1NoTjFwczlTOW43N0E3NzU2VmZaNHFrT1duVTJvTk5BRkVYa0Z1b3dZL1o4dVVPcUVrVkZSY2pLemtiZHVuVXM2RTJQTWlaVGlZaUlxcEMxdFJXOEczamg3dDJZVzlvaU1WUHVlSWlJaUtxRHUzdGRUSjQwSHBNbmpmOVVFSVE3Y3NkRFJFUlUzVGpXby90UnQyNGRlSG84aHF6c2JJZ2lVRkJZS0hkSU5ZQUFRUG52UjFFRWFzTnZJdXBNRWkwYXJSYWlXQXUrbDRGT0E2Vk9CMEFCVWFsRW9WWUV0TFhuK3prNk9xTGVZKzU0N0RGM3VVT2hHb3pKVkNJaW9pcmszY0FMWDZ4YWh2UG5MNzMyekRPZGJzZ2REeEVSRVJFUkVWVWV4M3AwUDd3YmVHSEp3bmxJVGttVk94U3FSaW5KeVpnM2Q3YlUvczlyZzlHMTJ6T3l4a1FWNDE2M0RwbzBiaVIzR0ZTRE1abEtSRVJVaFJRS0JlenM3TkN0VzhjOEFCcTU0eUVpSWlJaUlxTEtxdzFqUFZHSkpFR0hIWU1IdmpTdHZxZW4zT0U4RWhRS0JYeWIrTUMzaVkvY29WQTFpb21KTVdrMzhXbU1qaDNheVJZUEVWVTlKbE9KaUlpSWlJaW9RZ29MQzVHUW1JUk5XN2MzcWVQbmw1NFdGWlVsZDB4RVJFUlV0anZYdzI4Qm1ENTd4c1ZwY3NkQ1ZKczBiTmdRWVdGaGNvZEJSTldJeVZRaUlpSWlJaUtxa05pNGVJeC81MzFFMzdxOTExbmg4RzRhc0ZmdW1JaUlpSWlJaUlpcWcwTHVBQjRXV2xHVEkwQzQzTXkvS2V6dDdlUU9oNGlJYXFpTWpFeDgvK01COU9qVGY1aFBzNERINVk2SGlJaW9PdWgwSXZMejh5R0tPbnVkb0xXU081N0s0RmlQaUlnc3diRWVFUkhSbzR2SlZBdkZYTmVGNXhjSlExY3Qrd1NQTjJzbWR6aEVSRlJEcGQ1TFE4aW1yYmdURXpOZEo0aGNJSU9JaUtpRzQxaVBpSWdzVVV2R2VsYWVmb0dQcGQ2N2g4TENRcmxqSVNLaUdrd2gvTHRXdUNBbzhuU2krRkN1RlY2Vm1FeTEyTlhDeEtnTEtlNTE2OERhK3FGKzhacUlpSWlJaUlna0hPc1JFZEdqb1pGZkszOWJsZTdMNmYvOUdGZXYvU04zT0VSRVZJTjVldFREbE9BSjhQZnpYYXd0MGx5VU94NjVjYzFVSWlJaWdsYlU1S2dFMWVYbS92NmVMSEZJUkVSRVJFUlUreWlnZElhQXpxSC91NERNekV5NXd5RWlvaHJNeGNVWi9aN3ZqWDdQOS81UkVJUzdjc2NqTnlaVGlZaUlDREhYZGVHZWZzTFFMMVl2UzNaMmNwWTdIQ0lpSWlJaUlpSWlJcUlhZ1dWK0xlVDllRUJBNCtadGRrNlpOZ3ZYL3JraGR6aEVSRVJWekZEaXNDNUxIQklSMFNPRll6MGlJaUlpSWlJcUM1T3BGbEpCV1ZkUW9OZmZwODhpSTRObE1JaUlpSWlJaUdvRGp2V0lpSWlJaUloTTVlZXJFWG45SHdSUG50Ykt4OGZIVmU1NDVNWXl2MFJFUkVSRVJFUkVSRVJFUkVRRUFMaDk5eTdHVHB5TStJU0V2YUt0eXdnQTM4c2RrNXc0TTVXSWlJaWtFb2ZCVTZheHhDRVJFUkVSRVJFUkVSR1JIcE9wUkVSRUpKVTRQSG5xTkVzY0VoRlJ1WlJLQlZ5Y25hRlFLRElBb1VEdWVJaUlpSWlJaUlpcUM1T3BSRVJFUkVSRVZDRWU5UjdEN0prZm9sMWc0QXhCb2ZsTDduaUlpSWlJaUlpSXFndVRxVVJFUkZYSXpzNEdyVm84RG10cjJ3dWlWcGtzZHp4RVJFVFZ3ZDdlSGgwN3RNUFhPemYvZFNjeU1rSHVlSWlJaUtvYngzcEVSRVNQTHBYY0FSQVJFZFVtRGJ5OHNHclpZZ0FZSmdqQ0hibmpJU0lpSWlJaW9zcmpXSStJaU9qUnhabXBSRVJFUkVSRVJFUkVSTFZjdm9ob25WYWNQbXZhQi9EM2F5cDNPRVJFUkE4Tnprd2xJaUlpSWlLaUNzblBWK09mcUp0WTgwVklrS2VmWDE1aVZGU0szREVSRVJGUjJaSnVoaWNEMkRGazBNdmI1WTZGaUlqb1ljS1pxVVJFUkZWSXE5VWlNek1MdTcvNXhnMStmalp5eDBORVJGUWQ0dUlUTU9tOXFUaDIvSzhkMWtyYlBuTEhRMFJFVk4wNDFpTWlJbnAwTVpscUlaMVdlMWNVaGJYRC8vTTZ2T3A3eWgwT0VSSFZVRW5KS2ZoMHhTb3MvblRscDQyVjlsM2tqb2VJaUlqS3hyRWVFUkZaZ21NOUlpS2lSeGZML0ZybzdvMklXd0NXdlAzV3FFVktKWFBRUkVSVXVyeThmSVQrN3lMeTh2TzZpTkI1eVIwUEVSRVJsWTFqUFNJaXNrUnRHT3ZWOGZOemRsTFpQbkUrN0FMOG0vckMxZFZGN3BDSWlLaUdzckt5Z3FlSEI1S1NVdU5GYlZHdTNQSElqU05GeTRrQXRDcVZFb0lneUIwTEVSRVJFUkVSVlEyTzlZaUk2SkhnQkhzL0FhcVFHZitkaDZ2WHJzc2REaEVSMVdDTnZCdGcxYkxGR1A2ZklXL2xwNHQveVIyUDNKaE1KU0lpSXFuRTRlamgvMkdKUXlJaUlpSWlvbHBJQUt3aGlQVlMwOUpRVkZRa2R6aEVSRlNEV1Z0Ync3dUJGMmJQL1BCdVVsTDRJejh6bFdWK2lZaUlTQ3B4T0duOFc0dVVTcVhjNFJBUkVSRVJFUkVSRVJIVkNKeVphcUdHelZxMTkzbTg3YkhYaDcrRlN4R1g1UTZIaUlpb3F1bExIS3BZNHBDSWlCNHBIT3NSRVJFUkVSRlJXWmhNdFpCU1llVUFRWHc4K3RadDVPZXI1UTZIaUlpSWlJaUlxZ0RIZWtSRVJFUkVSS2F5c3JKeDlJL2o2UC9LRzMwYitQbDV5eDJQM0ZqbWw0aUlpSWlJaUlpSWlJaUlpSWdBQUhFSkNaaTM2RlBFSnlRc1U2a2NrZ0hFeWgyVG5EZ3psWWlJaUtRU2g2KzhQcHdsRG9tSWlJaUlpSWlJaUlqMG1Fd2xJaUlpcWNUaHpWdTNXT0tRaUlqS1pXMXRoVVlOdldHbHNyb0ZRWkVwZHp4RVJFUkVSRVJFMVlWbGZvbUlpSWlJaUtoQ3ZCdDRZVlBJR29TZXYvVGFNODkwdWlGM1BFUkVSRVJFUkVUVmhUTlRpWWlJcXBDYm15dUdEaG1FeDl6cmJkQ0tZb1RjOFJBUkVWVUhoVUlCZXpzN2RPdldNUStBUnU1NGlJaUlxaHZIZWtSRVJJOHV6a3dsSWlLcVFuWHJ1R0hVOFA5ZzFQRC9yQkVFNFk3YzhSQVJFUkVSRVZIbDFZYXhubGFwMHloRlphYVRvNk9uVXNYSHdrUkVSSmJpekZRaUlpSWlJaUlpSWlLaVdpNVhxLzVIaEhiMHlxV0w4VVNMeCtVT2g0aUk2S0hCVjVDSWlJaUlpSWlvUXRMU00zRGdsMSt4Y2R1TzhRMmJ0dGdkY3pQeXN0d3hFUkVSVWRuU29xS3kwb0JUN1o4TWxEdVVSMHBpVWhKdTM0bVJPd3dpS2tPamh0N3dxdThwZHhoVWd6R1pTa1JFVklVS0N3dVJtSlNNalZ1Mk5hbmo1NWVlRmhXVkpYZE1SRVJFVlMwdExSMGJ0KzVBZkVMQ080SktlUlVBazZsRVJGU3JjYXhIOXlNaE1RbXo1aTdFNWNoSXVVTWhvakkwYmVLRFpZdm13OXZiUys1UXFJWmlNdFZDUmRucUNLVzkxYkFWbnk3OHJibS9uOXpoRUJGUkRSVWJGNC9KSDM2RXE1SFg5am9ySE41TkEvYktIUk1SRVJHWng3RWVFUkZaZ21NOXVoK0ppVW00Y1RNYXFhbjNZR2RuQjVWS0tYZElSR1JFcTlFaVg2MEdBTVRHeHpPWlNtWXhtV3FodUxocjl3QWM3ZHFsbzl5aEVCRlJEYWJUaVZDcjFSQkZuYjFPMEZySkhROFJFUkdWaldNOUlpS3lSRzBZNjNrMGJWM1BSb25uOTMzM0k1N3UzSkVsTFI4Z2V6czdCRThZaDdhdG41QTdGQ0l5Y2pYeU90YUdiSkE3akJySnp0WVd6ZjM5a1pKNjcycEJRV0c2M1BISWpjbFVJaUlpSWlJaUlpSWlvbHJPVG9BdmxNS1NSVXRYWU0zeVQ1bE1mWUNVS2lWYU5QZEh4dzd0NUE2RmlJcXhzbm9vMzQrcGRqNk5HMkh6bDJzQVlJZ2dDSGZramtkdUNya0RJQ0lpSXZrVlphc2pkQnJkc0RYTGw0QWxEb21JaUlpSWlJaUlpSWoreFptcEZuTHo5WFZ4VURrMXZ4Z2VBZDhtUG5CMmNwSTdKQ0lpb2lwaktISDRUTmZPY29kQ1JFVDBRSEdzWjVuNGhFVGNqWW1WT3d3aXFtR2NuWjNRM044UFNpWFhnU1FpSXFMYWk4bFVDemxiMjdjU0lJVE1uRDBmQytmTndwT0JiZVVPaVlpSWlJaUlpQ3FKWTczeUpTUW00WU1aLzhYTlc3ZmxEb1dJYWhnblIwZk1telVkWGJ0MGtqc1VJaUlpcWtJNm5RNUZHZzJ1UlViYTZLdmM2dVNPU1U1TXBscElnTW9hZ2xqdlhsbzZpb28wY29kRFJFUUVBR2pWcXBXZlZxdE52M2J0MmoyNVl5RWlJbnFBRkU4ODhVU1FXcTJPaUlxS0txak1pVGpXSzE5aVloSnUzcnFOMU5SN3NMT3pnMHJGR1doRWp6cFJGSkdYbDQrTWpFeEUzN3JOWkdvMUN3d01iSnlkblowWEZSV1ZJbmNzUkVUMGFFaE1Tc2JXSFYvaDJ4LzN6Mm4wZU1ES3U5Y2l3dVNPU1U1TXBoSVJFVDI4QkJzYm01RUFQbWpidHUydk9wMXVxMUtwRE5OcXRabmg0ZUY1QUVSTFQyUW9jZmkvaStId2E5cUVKUTZKaUtpbVUxaGJXNit3dHJZT2JOT216VDRBMjBSUi9DY3JLeXZyOXUzYmFybURxNjNzN2V3UVBHRWMyclorUXU1UWlFaG0yVGs1K0hqUkVpU25wTW9keWlOQkVJVCtUazVPeTRPQ2duN1Q2WFE3UkZFOFZWUlVsSG4xNnRYY2lvejdpSWlJTEpXWmxZVmZqeHhGWm1ibVN3SVUzd05nTXBXb3NoS1RrbkQ3VG96Y1lSQlJHUm8xOUlaWGZVKzV3NkRxWWF0UUtBWUtndkFTZ0ZpbFVuaytNRER3dENBSTV4SVRFOFBpNCtQenlqdUJvY1RoMUptenNXenh4eXh4V0FsY1U0Nm9kdVBhY0RXT2sxS3BIQ09LNGloQkVHNjR1Ym1kZFhWMVBRZmdYRTVPVG5obFo2MlNLYVZLaVJiTi9kR3hRenU1UXlFaW1hVm5aTUxPems3dU1CNDFWZ0JlRkFUaEJVRVE0bXh0YlVNREF3UFBpcUo0cHJDd01QVHExYXM1Y2dkSVJFUlVXekdaU3BXV2tKaUVXWE1YNG5Ka3BOeWhFRkVabWpieHdiSkY4K0h0N1NWM0tGUzFCT21ESUNnQU5CSkZzU0dBRndHa2RlNGJrUUFBSUFCSlJFRlVlWGg0eE5lclYrOEFnTjBYTDE2OFlmNGtoaEtIYVN4eFdBbXhzZkg0Y05ZY3JpbEhWSXM1T1RwaXhnZVQwZnZaSG5LSElpczdPeHNFdEdxSjFIdnBGL0p5MWNreWhWSDhIdGdjUURPRlF2R3FLSXIzSEIwZGI3WnAwMlovVVZIUjdxdFhyeWJLRkNNUkVWR1ZFZ1JCQU9BdGltSURBUDBVQ2tXYXJhMXRRbUJnNEJFQU95NWN1SEJWN2hpSmlJaHFHeVpUcWRJU0U1Tnc0MlkwMTg4aHFxRzBHaTN5MWY5V3U0dU5qMmN5dFpvcGxRbzRPemxCb1ZCa2FIVzZCekViUm9SK3pTSWpBZ0FiVVJUckE2aXZVQ2llQkRBdk1EQXdGTUJtalVaekpEYzM5MTUwZEhRT0FPMERpUEdSRVJzZkw2MHBaMjluQnlYdmlVUzFoaWdDZVhsNXlNakl4UFViTngvNVpHb0RMeStFckZrQkFNTUVRYmdqVXhoaXNmc2ZBQWlpS05vQjhCWUV3VnVoVUR5alZDcFhCQVlHL2dGZ080Q2plWGw1MmRldlg4OEZvSk1uYkNJaWVoakpNTllyb1pSeG43VW9pcDRBUEFWQkNBUXdQVEF3OEpJZ0NOc0JIQkFFSVNVc0xJempQaUlpb2twaU1wV3FETmZQSWFxWnJrWmV4OXFRRFhLSDhjandxUGNZWmt5ZGpCV3IxczM0N2RqaDA0R0JnVzBBdUFJUUJVRVF0VnF0S0FpQ1lRUXNDb0lndFRVYWpkUTJiQk1FUVRSc043UU4veE5GVVFCUXozRHRmMTlRTGpIQWx0cUNJTFFEMEU2bFVxVzd1TGo4THpBdzhKd2dDS0g1K2Ztbjg3bktUcFd5dDdQRCsrOU9Rc3NXemVVT2hZaXFTRzV1SHVZdS9BVEpLYW5TMzdmMC80S0NnbHFJb2xqUGNHOERnTkx1ZVNqajNtYThEOFh1ZVliOVJVVkZvaUFJb2tLaFVBRndNRnpmZ250Z1R3QTlSVkZNY1hCd09CY1lHQmdtQ0VLb0tJcG4wbmtUSkNJaUN4UWY2d1VFQkFTb1ZLbzZadTU5NWQ3Ynl0cFgvTDZuMCttOGpQLzlJUWhDaVhzZTlQYzlRUkRhQVBnTXdGeWRUbmVoYmR1MjUwVlJEQk5GOGUrc2NoZUFJU0lpb3RJd21VcFZodXZuRU5WY1ZsWldjb2Z3eUxDM3QwZjdKNFB3OWM3TmYvbjcrMmNCV0MwSVFpZkRmb1ZDVVh6RUs4MnFVU3FWcHE4WjZ3ZlFLcFVLaGhtb2htT01Ebll0L2xEZnVHMDh3RFo2b093RzRGa0EzVVZSekxLMXRVMjAwdW1pOGpXd0xtMUFUaFduVkNuUnNrVnozaE9KYXBITXJDeHBiVGorWFZtU0tJcnY2dGZ1bHBSMno5UDNOWHZQUStuM1BhbXQzMmZnVVR3T0MrNkJqd0Y0UVJDRTV3RmtBSWgzdGhIK3lTdUNGZjljaVlpb0xNWEhlaXFWYXFrZ0NOMk4reFM3OXhuZjkyQjhiN3VQKzU2VGNYbDdXSERQQStDaWo2K2JJQWhaZ2lBa09qdnFydWNYaWxGUEJyYjFkSEZ4dWUvZmdvaUk2RkhEWkNvUkVWRTEwZWwwZ2lBSTF2cHlneEFFd2JDK1RYR1dib04rTnFveDY0ckdwWDliR2FJb0tnRFk2d2ZaYmlKS25KdUlpS2hVV3EwVzJUazVPSGpraUJ2OC9CTDFaUWFsK3gzK2YwMjM0c3pkYXl5OTd4bjN2ZSszeFVSUlZBaUM0QURBN2Q4S0VqcmVBNG1JeUdJNm5VNm81TDJ2b3ZlOWNwL2hsdkZTa0tBZjk3a3FCY0hXV3FYYitNbjgyVSs3dWJxV2Qwb2lJaUxTWXpLVmlJaW9ta1JIUitlMmJkdDJ0aWlLYnFJb0NrcWwwakF3Rmd5RFpGRVVGZnEzbEFWUkZBV2p3Yk5nT01hb3IyQzAzWkFNZlFQQUlPUHJtaHRFRzVWQXpCVkY4UktBVUZFVUwrdDB1cU5wZWJyR0tpdmxIcGF1SkNJaVN5UWxwMkRGNnM5eCtMYy9QbTJzdEY4S1lJVk9wOXNsaXFLZ1VxbFEvSDRHby90WWFmYzJ3MmZEdmRMb25pamczNWsrSnYxME9wMUtvVkRNQmREQ09LN3k3b0VBc2dHY0IzQkJxOVZlRVVYeHQ2eENoUjhFZ2ZkQUlpS3lXSFIwZE80VFR6d3hYNmxVcml0Mjd5dHhIek1lNytuM0tXRCt2Z2NBUXZIN0hvQitBRVlaeDJEQlBTOGZRTGdvaW1HQ0lGd0c4TnVGQ3hkdUFoQTk2dFhiWG0wL0RoRVJVUzNFWkNvUkVWRVZ5cy9QeHo4M2J1S3p0U0h0NnpWcG9yNTQ4ZUxGYXJ5Y0VCUVVGSVF5MXN5QmFSTDFoaWlLWHdFNEtBaENYRUZCUWVyVnExY0xBY0RuOGJhTlMxYVdJaUlpS2wxZVhqN09uZzlEWG41ZUZ4RTZyd3NYd3Y4QWNQVUJocUFLQ2dxYVpHaFk4RUQ1ZjZJbzd0UHBkRDlydGRyVXk1Y3Zwd0Vvd3IvM1FMOEhFeklSRVQzTWlvLzFMbCsrSFA2Z3JoMFVGRlJmRk1XUlJnbldFbjJNeG4yM0FlelZhclUvQ29JUWs1bVplZS8yN2R2cUJ4VXJFUkZSYmNSa3FvWHkwM1hubGE3b3ZtZjd4bXYxUFQzbERvZUlpR3FvdVBoRVRQMW9EbTVHUjIrMXRYYVlBR0JYZFY1UEZFV2RjU0pWLzFrVUJFRXJpbUtPSUFocG9pZ2UxR3ExWDRXSGg1K3B6bGlJaUlnZUlGRi92eXR4RHdTZzBjOUFqZFhwZEw4VUZSWHR1bkxsaXRsRUw4ZDZSRVJraVFjOTFpdUwwY3RDV2dBNW9paW1pNkw0aHlpS1d5NWV2UGkzWEhFUlZhZjgvSHhjdm53Wmx5NWR3ckJodzJCalkxUHBjMzcwMFVlNGN1VUtHalpzaUE0ZE9tRDQ4T0ZWRXF0QmFtb3EvdmUvL3lFMU5SVkRodzZ0MG5NVDBZUEZaS3FGa3BMQ2M1R0U2MDE5bThnZENoRVJrY1N3Sm8vaEFiSW9pbkdDSUlScXRkb3pBTTdsNXVhR1JVVkZaY2tkSnhFUlVSVVRqTmFuZ3lpS09sRVVid0k0TDRyaU9RRG5rNU9UTDhiSHgrZVZkeUtPOVlpSTZHRmg5T0pRb2lpS29RRE9pYUo0VnF2VmhrWkVSS1NYZDN6OUppMGFXMXRiajFuNjJScTg4bEovK0RYbHZZOGVEbUZoWVpnd1lRSzBXaTBBb0dIRGh1alRwMCtsejN2dTNEbWtwNmNqTmpZV3paczNyNEpJLzk4ZmYveUJEei84VUdvLy9mVFRhTlNva2NYSEwxcTBDQWNQSHF4VURFZVBIb1dkblYybHprR1BMbWNuSi9UczNnMC83ajk0S0NNckowYnVlT1RHWkNvUkVkRkRUaFRGUWdCSGRUcmRIcDFPRjZyVDZaS3ZYTG1TQVVBbmQyeEVSRVRWU1JURlhBQS82ZStCVi9QejgxT2pvcUt5d2RyMVJFUlUrMmhFVVR3aGl1SmVRUkQrenMvUFQ3NTI3VnA2UmNaOU5rcXIrbEJnN0ZkN3Y4RlQ3WjlrTXBWcURJMUdnNXljSExQN0d6ZHVEQWNIQjJSbC9mdXUrUDc5Ky9IVVUwK1o3YTlVS3VIazVGVG1OVy9ldkluMDlQOS9CNkZYcjE0VmlybW9xQWhGUlVWbTl3Y0dCc0xCd1FHNXVia0FnRDE3OXVDZGQ5NHA4NXcyTmpiUXI3T013c0pDcU5XVnE5QnRiaWtNSWtzMDhLcVArYk5uWXY3c21WTUZRYmdqZHp4eVl6S1ZpSWpvNFNWcXRkb2RLcFZxVlZoWVdHcGxUbVFvY2ZqdDd1M1hHdFN2WDNVUkVoRVJWUSt0VnF2OU1ETXpNNXpyd0JFUlVXMm4wV2grQWJBdlBEdzhXZTVZaUtwRFpHUWtSbzRjYVhIL00yZk80TmxubnpXNzM5L2ZIMTkvL1RVQVlOeTRjWWlLaWlyUnAzZ2lkTktrU2VWZTE4WEZCVC84OEFNQTRMUFBQc08rZmZzc2pubmZ2bjNsOWwrK2ZEbDY5T2hSWW51elpzM2c0K05UN2pWME9oMk9IajFxY1V4RVpEa21VeTNrNWR1eWtaWEthc0MyWFh2UXUyZDNOUERpZzJZaUlwTGZwVXVYL3FtSzh4aEtIUG8zOWEySzB4RVJFVlUzOGRLbFMrZXE0a1FjNnhFUlVVMFhIaDUrUys0WWlCNVdXVmxaeU16TUxMZWZKWDNrMHJkdlg0dldjeTBvS0dBeWxhaWFNSmxxSVd0cmExOEk0cXd2MW0vRzQ4MzhPY0FtSWlJaUlpS3FCVGpXSXlJaUlxbzVuSjJkUzUyZFdaNzA5SFNjT0hHaVdtSXFUWWNPSFdCdGJTMjFkVG9kRkFvRjB0UFQ4Y3N2dndBQWZIMTkwYmx6WndEQXQ5OStDN1ZhRFRzN093d2FOS2pVYzVwYlV6VTBORlJhTDdZc2x2UWhzbFJSVVJIU016S3c5N3Y5SGo0K1BrbVBla1VnSmxPSmlJaUlpSWlJU0RiMzd0MURTRWdJeG84Zmo4Y2VlNnpVUGovLy9ETXlNek14ZVBCZzJOallXSFRlZi83NUIycTFHcTFidDY1MGpGbFpXYmgrL1RyYXQyOS8zK2VJakl6RWpSczNBQUQ5Ky9lSElBZ0FnRk9uVGlFdkw4L2l0ZHFDZzRPbGNvWHIxcTFEWm1ZbWJ0KytqVmRlZWVXK1l5TWlJcW9wUER3OE1HZk9uQW9mRnhFUlVXNHlkZmJzMmVqVXFWT0Z6bnZuemgxTW1EQ2h4UFllUFhwSVNkL282R2pNbkRrVEF3Y09STDkrL2FSa2FzdVdMVEZseWhRQXdNR0RCNkZXcStIbzZJZ3BVNlpnK2ZMbDhQRHd3TkNoUTZWMVVzMzUrKysvOGZmZmYxY29idWhMQzl2WjJhRjc5Kzd3OFBDbzhQSDBhTHNiRTR1UDVpN0VoVXVYdGdxMmpsTUFISkU3SmpreG1VcEVSRVJTaWNQTjIzZmgrZDdQY2xZT0VSRVJQUkFuVHB6QXh4OS9qSXlNRElTR2htTFRwazF3ZDNjMzZaT1ltSWlsUzVjaU56Y1hPM2Z1eElRSkUvRFNTeStWZWQ2RWhBUzgrKzY3U0V0THc5dHZ2NDFSbzBaQkZFV28xWmEvVUc5cmF3dUZRZ0cxV28zMzNuc1A0ZUhoR0R0MkxNYU5HNGNUSjA3ZytQSGpabyt0VTZjT2dvT0RUYmI5OXR0djJMNTlPd0NnWDc5K0FJRHAwNmZqenovL2hMMjlQVnEyYkFrdkw2OXk0OHJPemtaS1Nnb0E0SmRmZnNHdVhidWcxV3BoYjIrUDU1OS8zdUx2VnhrNm5RN0hqeC9INGNPSGNmbnlaZHk3ZHc4S2hRSmVYbDdvMXEwYmhnMGJCbGRYVjR2T2RlVElFY3ljT1ZOcTc5NjlHODJiTjYvRzZFdTZjZU1HOXUvZmo5RFFVQ1FuSnlNbkp3ZXVycTRJQ0FqQW9FR0RLdnpndmJvVUZoYWlvS0NnU3M1bFpXVUZXMXZiS2prWEVWRmxOV3pZRUt0V3JRSUEyTm5aSVM4dnI4TG44UFQwTkRtSEtJclNpMHNHTGk0dUZVNHFabWRubTkwbmlpSysrKzQ3ZlBiWlp5Z29LTUN5WmNzd2JOaXdjcys1ZmZ0MjdObXpCd0J3K1BCaHpKMDdGLzcrL21iN3ExUXFxRlFWVCtVY1BYb1VrWkdSV0w1OE9VNmVQTW0vOTZsQ0NvdUtFQmNmRDQxRzAwZ0hwYVBjOGNpTnlWUWlJaUtTU2h5dStXSTlXclY0bk1sVUlpSWllaUN5c3JLUWtaRUJBSWlKaWNIRWlST3hhZE1tT0RzN0EvcUhsQjkvL0RGeWMzTUJBQ2twS1ZBb0ZHV2VNejQrSHVQSGo1Y1NqbDk4OFFYYXRHa0RPenM3aXg1d0dtemJ0ZzBCQVFIWXYzOC9MbDI2QkFEWXNHRURvcUtpNE8zdGpaOSsrc25zc2Q3ZTNnZ09Ec2E4ZWZNUUZ4ZUhvVU9IbHVpalVxbGdiMjhQQU1qTHk4T2NPWE93WWNPR2NyK2Y4Y1BVd01CQUhEcDBDRWxKU1pnM2J4N3ExNitQTm0zYVdQd2R5ekozN2x6OC9QUFBBSUFsUzVaSU0yY0xDZ293Y3VSSS9QUFBQeVdPaVk2T1JuUjBOSDcrK1dlc1g3OGVQajQrWlY1RHA5Tmg4K2JOVlJKdlpiejMzbnRJVEV3MDJaYWFtb3BqeDQ3aDJMRmplTzIxMXpCdDJqVFo0alBZc1dNSFFrSkNxdVJjUTRZTXdmVHAwNnZrWEVSRWxiVisvWHJzMjdldlNzLzU0NDgvb21IRGhxWHVHemx5Sk5MVDA4czlSMW4zK3R1M2IyUGh3b1c0Y09HQ3RLMTc5KzdvM0xremR1N2NXZVo1bXpScEFsZFhWMlJrWkNBeU1oSnZ2dmttSms2Y2lHSERoa24vRGpEOEd3SDZ2N00vK09DRGN1TTFscDZlanY3OSt3UDZjc05NcEJKVkRwT3BSRVJFUkVSRVZDRnVicTRZL3AvWHNYbmJWeHZpa3VJajVJNkhIbDR2dnZnaTd0eTVneTFidGdBQW1qWnRhaktMWlB2MjdUaDM3cHpVSGp0MnJQUmdzRFRYcjEvSHUrKytpOVRVVkduYnpKa3o4ZVNUVCtMcTFhdjNGZU9RSVVPUWtwSWl4ZmpubjM4aUlDQUEwTTllTlg1UW01R1JJU1Z4QWVES2xTdUlqbzQyVzhKM3lwUXBPSG55SkxLenMzSGh3Z1hzMnJVTHc0Y1BMek1lS3lzcjZiT0xpd3VXTEZtQ3Q5NTZDejQrUHFoYnQrNTlmY2ZpdnZubUd5bVJPbURBQUpQNEN3c0xTMDJrR2t0TlRjWDA2ZE94WjgrZU1wUERQLy84czFTeXVDWndjSENBaTRzTFVsTlRVVmhZS0czZnUzY3ZPblhxaEs1ZHU4b2FIeEVSVlkyNHVEaWtwYVhkOS9HaUtPS2pqejdDOWV2WEFmMU0yQ2xUcG1EUW9FSFN0ckowNjlZTisvYnR3N3g1ODNEcTFDbG9OQnFzV2JNR0JRVUZHRGR1SEZCcy9kUzllL2NpUGo0ZWRlclVzU2crdFZxTnMyZlBJajgvSHdBUUZCUjBuOStVaUF5WVRDVWlJcXBDMXRaVzhHN2doYnQzWTI1cGk4Uk11ZU1oSWlLcURuWHJ1R0hjNkJFWU4zckVHa0VRN3NnZER6MWNldmJzYWJaVTZZa1RKMHpXT3l0ZWxuZm56cDBtc3oxNjllcUZqei8rR0FEdysrKy9ZKzdjdWRLRFF3Q1lOV3VXdEphb3JhMXRtU1gwaWpPZXdURnAwaVM0dUxoZzVjcVZtRDE3TmhJU0VuRHAwaVg0K2ZsSnBYdWhmOWk1ZE9sU2k2OVJwMDRkdlB2dXUxaTBhQkdnbjUyN1ljTUdYTHQyemV3eHhzbkhOV3ZXd05uWkdjN096cWhUcHc3V3IxK1BCUXNXV0h6OTBzVEd4bUw1OHVVQUFIZDNkN016TXJ0MTY0WTMzbmdEclZ1M2hrS2h3UG56NS9IUlJ4OGhKeWRIaWpNaUlzTHNUTm1jbkJ5c1diT21VckZXbGE1ZHU2SnYzNzVvM2JvMUJFRkFZV0VoUWtKQ3NHUEhEcW5QbjMvK3lXVHFJNDVqUGFMcTA2cFZLL1R0MjdmTVBsRlJVZExhNDU2ZW5nZ01EQ3l6di9ITXpySVVuN0ZweVpJQWdpQmc4ZUxGZVBQTk54RVVGSVNQUHZvSW5wNmVnUDVGcHhkZmZCRUEwTFp0VyttWTU1NTdEams1T1ZMMWpicDE2Mkx0MnJYWXUzY3ZWcTFhaGFDZ0lJd2NPVkxxMzY5ZlAyemF0QWtaR1JuUWFyWDQ4ODgvTGZvK3BjVmExb3RvUkdRWkpsT0ppSWlxVUtPRzN0aTYvbk1BNk0rSHkwUkVSRVFsNWVYbG9haW9xTlI5NVQzQUxMN2ZNSHZ3enAwN21ERmpCblE2SGFBdmhUdC8vbnowNmROSDZ1dnI2NHV2di83NnZ1Tis4ODAzMGJGalIvajUrV0g5K3ZYUzlvaUlDR3phdEFsQlFVSDNWVUp2NE1DQmlJaUl3SUFCQXhBWUdJamc0R0NjUG4zYW9tT05Td3VlUFhzV0xpNHVGYjUrY2V2WHI0ZEdvd0VBakJneEFuWjJkaWI3bFVvbEZpNWNXT0toZDVjdVhmRGFhNitabE8yTmlvb3ltMHhkdFdvVjB0UFRvVkFvcEQrMys2WFJhQ0NLb3NtczNlTFVhclhaUDU4Wk0yYVl0SzJ0clRGcDBpVHMzcjFiK2kyTVo2cktaZmp3NFhqdHRkZk03aDgyYkJoaVltSUFBQUVCQVZpN2RxM1p2bVg5VmxRNmp2V0lxcytMTDc0b0pTRER3OE1CZmNMVTNkMWRxbkN3YWRNbUtabmF1blZyTEZ5NHNFcXUvY3N2djVpczg5MitmWHVMN2tzK1BqN1l0Mjhma3BPVHpTWXJEeDQ4aU1XTEY1Zllidnp2a1kwYk4yTFBuajN3OVBTRXRiVzF0TjNGeFFVYk4yN0VtalZyY09uU0pXUmxaVlhvZXltVlNqUnYzaHhqeG94Qnk1WXRLM1FzRVpYRVpDb1JFUkVSRVJFUlBURE5taldURWxPaUtKck10R3pTcEluSm1xRFFyNnQ1OCtaTnFlM2o0eU1sZ3VyWC8zZWQ5OGFOR3lNNE9GaWFxYmxzMlRLNHVibmh0ZGRldzlTcFU5RytmZnRLeGJ4anh3NzA3dDBiZm41K0pmYWxwcWJpcjcvK2dyMjl2Y2tNRkVzSmdvQzVjK2RXS3I2cUVoTVRnME9IRGdFQVhGMWRwVm05eHV6dDdjM09IakxNeWpIUWFyV2w5anQzN2h4KytPRUhRSjlNL3U2NzcrNDdacDFPaHpsejVxQ2dvQUJMbGl3cDhmOGZBRmk1Y2lVaUl5T3hidDA2aTVPSWFyWGFKSDdqY290eXNiYTJObm5RWHB4eFNXV0ZRZ0VuSjZjSEZCazlMRVFsa2dRZGRnd2UrTkswK3NYK2V5V3FLZWJObTRjN2QvNTlYK0hycjc4dXRhcUVScU5CWGw2ZTJYTllPaXUxc3J5OHZKQ1VsRlNwbDRKRVVUUzd4cml2cnk5V3JWb0ZVUlFSSHg4dlhhZTBzdjVaV1ZuU3kyb3VMaTV3ZEhRc2R4MTJJckljazZsRVJFUkVSRVJVSVlXRmhVaElUTUttcmR1YjFQSHpTMCtMaXFyWXEvTDBTRE11blpxWGwyZFNPblhkdW5YdzhQQXc2WitkblkzdTNidEw3YlZyMThMTHk2dkVlVWVNR0lGNzkrN2gxVmRmUlowNmRUQnMyRERjdVhNSGI3LzlOaVpObW9UUm8wZmZkN3lyVjYvRzFxMWJzV2pSSW5UdTNQbSt6bFBjekprelRVb2FRejg3WnVyVXFjak96alo3M1BidDIzSHMyREVBd0lRSkUvRFVVMDlKKzBwTEpGYkViNy85SmoybzdkV3JWNFZuMmhZdlQxemFuMU5tWmlibXpKa0Q2TXNJang4L3ZsTEoxRjkrK1FXSER4OEdBTXllUFJ1TEZpMHllWGdjRWhLQ1hidDJBUUMyYnQwcXJVVlhGa09wWTFFVUFYMEp5SUVEQjk1M2pFUTF4WjNyNGJjQVRKODk0MkxwOWJ1SlpKYWRuUzBsVWgwZEhkRzBhZE5TKy8zeHh4LzQ0NDgveko0bkxDek00bXZtNStlWCthSktlZHpkM2ZIU1N5OGhQRHdjdDI3ZEF2UXZGeG5mbjQxZHZYcFZtbUdyVXFrc1dnYzFOemNYQXdZTWtOcm56cDJEVXFrMDZmUCsrKy9qL1BuemdMN0tSTHQyN2U3N094RlJTVXltRWhFUkVSRVJVWVhjalluRHlIRVRFWitRY01CUmFUc2hEZGdsZDB4RTBEOUlCSURwMDZkTEQyTlZLaFc2ZE9tQ0YxNTRBUmtaR1JVNjMvcjE2N0Z2M3o1QVArTmo4dVRKbURKbFNwWEVXbEJRVUdwWlkzT3pVd3dhTkdnZ2ZYN3NzY2NRRUJCUUpmRUFNQ2t2M0tsVHB3b2RHeHNiaTE5KytVVnEyOXZiSXlnb3FFUy9CUXNXSUNVbEJkQ3ZhZXZvNkZpcG1GOTQ0UVdjT25VS1I0NGN3WkVqUjJCcmE0czVjK1pBRUFSczI3WU5telp0QXZUcjhRMGRPdFRzZVdiTm1vV0lpQWhrWm1aSzY3NUMveHQvOHNrbmNIZDNyMVNjUkVSVXZwTW5UMHFmQXdJQ0hzak1Ta041NGZ2VnNHRkR6Smt6QjRtSmlSZzZkQ2d5TXpPUm1KZ0lIeDhmREI4KzNLVHZuajE3OFBQUFAwdnRHVE5tb0hIanhpWjlFaElTY1BmdVhaTnR4dXZCQTBCb2FHaUpPSXpMQUVkR1JwcFVWMUFvRkpXdTBrSDBxR015MVVLaVJzd1VWTUs1TnEyZkdPQlV5WC9vRXhGUjdaV1dub0ZmRC8rR2tFMWJ4amRzMm1KM3pNM0l5M0xIUkVSRVJPWnhyRmY3Yk5teUJVZVBIcFhhRXlkT1JQUG16WkdmbjEvdW1xekZXVmxaWWZQbXpaZzBhUkp1M2JvRm5VNkg4K2ZQbzNuejV0VVErYitLaW9yTXhxbFFLT0RnNENDMWMzTnpxK3k2R28xR1dxY08ralhqTEpXU2tvSjMzMzNYSk80UkkwYVVLTFA0M1hmZlNiTnFYM25sRlhUcjFnMEZCUVdWaWx1aFVHREJnZ1VvS0NqQThlUEhzWC8vZnRqYTJxSlJvMGJTbXFITm1qWEQ1NTkvWG1iaU5qazVHWEZ4Y1NiYldyUm9nUTgrK0FDQmdZR1ZpcEZxQjQ3MWlLcWY4VXM1WmEwUjZ1bnBpZGF0V3orZ3FDemo2ZW1KUllzV1lmTGt5ZEJxdFZpOWVqWEN3OE14YmRvMDVPVGtZT25TcGRMTVVRQVlOV3BVcVZVUERoMDZoTTgvLzd6TWEwMmNPTEhNL2F0V3JUSnBXMWxaNGN5Wk14WCtUa1QwLzVoTXRkQ2RxS0lybm40MmIzMHlmMDZ5TTllY0lDSWlNOUxTMHJGdDF4N0V4eWU4STZpVVZ3RndnRTFFUkZTRGNheFh1K3pjdVJQcjFxMlQyb1p5djRiUHhVdmlRYjgycG1IZE5aVktCV2RuWjJtZlNxV0NoNGNITm0zYWhPRGdZQlFWRldIUm9rWFl1WE5ucFdNZE9YSWsrdlhyaDg4Kyt3eEpTVW5TOXA5Ly9oa0xGeTRzOVpqR2pSdGo4T0RCVXR0NEJtVmxwYVdsUWFQUkFBQ2NuWjFOa3JabHVYNzlPdDU3N3owa0p5ZEwyenAxNm9SUm8wYVo5THQwNlJLV0xsMEtBR2phdENrKytPQ0RLb3RkcFZKaHlaSWxtREpsQ2s2ZlBpM05Kb1ordmJtUWtCQ1RQMWRMUlVaRzRxMjMzc0t6eno2THVYUG5XdnliVU8xVVM4WjZ5anArZmc1WjJkbXd0N09yZEdsd29xcDAvZnAxbkQxN1ZtcGZ1WElGZS9ic3dSdHZ2RkdpYit2V3JmSEpKNTlVeVhXZmVPS0pVdjk5Y0Q4NmRlcUVGU3RXWVByMDZTZ29LTUN4WThkdzVzd1pGQllXU2pORmxVb2xwazZkaWlGRGhsVEpOWW1xaXlBSStoTFlRcUVnR2sxMWZrVHhqbW14cTRXSlVVaHhyMXQrRFhNaUlpSWlJaUo2V0hDczk2REV4c1ppNnRTcEp0c01hMUlhVEpvMHFjVERmY01hbmdidnZQTU9yS3lzcEhhZlBuMHdhdFFvZlBYVlZ5Vm1ZbGhiVzBzbEFyLzk5dHRTNDlxN2Q2K1U1R3ZWcWhXMmJObFNvbytycXl2V3IxK1A3T3pzRXJNdERUTXJLNXFVTU15b1diOStmWVdPTTU1ZG1abVpXYUZqeTVLV2xpWjl0bVQ5TnVobnp5eFlzTUJrUm1xUEhqMndlUEZpa3dmVHljbkorUERERDZIUmFHQm5aNGVsUzVkV2VEM1c4bGhaV1dINTh1VVlPWEtrdEJhZHE2c3JRa0pDNE9ycVd1N3hHemR1QkFCa1pHUWdPam9hdTNmdmxtYlIvdjc3NzdDeHNjR0NCUXVxTkdhaUI4Mm5XWUEvRk1vNTAvLzdNU2FNSFlYV1Q3U1NPeVFpeVlvVkswcjh1MkQ1OHVWSVRrNis3M1hQelZFcWxkSy9EMWF2WGwzbWZjTDRoU2RCRU1vOWQ4dVdMZEduVHgvczM3OGZLS1ZFNzNQUFBWZm0rdXM5ZXZSQXc0WU5UYlp0M2JwVldwZThRNGNPR0RSb1VJbmpObTdjaUtpb0tBREErUEhqNGV2cmEvSjlpU3JLNDdISE1ISGNHSHl4WWZQeW16ZHZSY2dkajl5WVRDVWlJaUtweEdGZ205WXNjVWhFUkVUVlFxMVdTMGt1YzI3ZHVsWHVlVzdmdm0zU0Rnd014UEhqeC9IWlo1OVZPc2F5UkVkSHc5L2Z2OFIyUXhsQ0d4dWJLcm1PbTVzYldyUm9nZno4Zk9tN09qbzZvbUhEaHFoZnY3N0pBMS9qQkdobEdXYm5BckJvQnVaWFgzMWw4cHNMZ29DMzMzNGJZOGFNS2ZHd2VmMzY5YmgzN3g2Z24vVzZjdVZLYVYveFpQbXlaY3ZnNE9DQUxsMjZWSGpXenFsVHB4QWRIUzIxTXpJeWNQRGd3UkpyMXBYRjFkVVZRVUZCQ0FvS3dwUXBVM0RpeEFrQXdLKy8vb29QUC96d3ZtYTRFdFVZT3NFVlNySEhxVE5uOGZyZ2t1VkZpZVR5NVpkZklpd3NETkMvbkRSMjdGaUVoSVFBQUhiczJJR3Z2dm9LVGtZVlJLNWN1WUpGaXhaSlNVSlJGS0hUNmFEVmFxSFJhRkJVVklTbm5ub0tMNy84Y3FuWE8zVG9VSWx0YXJVYW1abVpzTE96ZzFLcFJGRlJFZTdldld0U2NyZjQrdGs2blE2eHNiRzRkdTBhTGwrK2pMQ3dNRnkvZnIxRVV0allyNy8raWw5Ly9SVXVMaTVvMXF3WkdqWnNDQzh2TDlTcFV3ZCtmbjVvMWFxVnlmcnB4NDhmeHovLy9DTzFCd3dZZ0Y2OWVwVTRyL0ZMWTBGQlFXalhycDNaR0lnczRlYm1pc0VEQjJEd3dBRzdCVUc0STNjOGNtTXlsWWlJaUtRU2g4cy9tWi9zN01RSFJFUkVSRlQxbEVwbGlkbUlvaWlhckpscGJyYWk4Y3pING4yc3JLelF0R2xUcVcxalkxUHBkVGhMTTIvZVBLU21wcUpuejU2b1c3ZXV0RDArUGg3UUowR3JRdmZ1M2RHOWUzZGN2WHBWS2xIODVKTlBTb25MaUlqL254aVFtcHBhSmRlRVBzbHBrSkdSVVdiZkkwZU9tQ1JTbloyZDhja25uNkJqeDQ2bDlqZis4MGhLU2pLWjVWUGNoUXNYQUFEMTZ0V3JVUHduVHB6QXpKa3pvZFZxNGVucENUYzNOMFJHUm1MMTZ0V3d0Ylc5cjNLSzdkcTFrNUtwb2lnaVBqNmV5VlFpb2lxbVZxdE5Fb0Z2dnZrbTNucnJMZWgwT3FsNmcxYXJOYmszeGNYRjRmdnZ2eS96dlAzNjlhdFFIR2xwYWVqZnYzK1pmWXovdlJFY0hJeno1ODlMSmZKTDQram9pUDc5K3lNaElRSEhqeDgzU2JKbVptYmkvUG56SnV1b0dsZllVS3ZWMkxKbEM3WnQyeWE5ZU9Udjc0L2V2WHRYNkhzUlVkVmdNdFZDUHY1dDI0cEtjYzc0ZDk3SDVJbmowYkpGYzdsRElpSWlxa0tHRW9kMUxlaExSRVJVZTNDczkrQTBhZElFZi8vOXQ4bTJreWRQNHIzMzNnUDBTZEsvL3ZxcnhLekc3T3hzZE8vZVhXcC84ODAzOFBMeUtuSCtEaDA2SUNZbUJsT25UcTNTOVRpaFg1dlVNRXYwekprekpqTmRMbC8rZDluRSt2WHJvNmlvcUVxdlc1ckhIbnRNK3B5WW1GaGw1elV1N1Z2V2pOZWNuQnlUZGVwY1hGeXdlZk5tTkduU3BNcGlxYWhUcDA1aDJyUnAwR2cwcUZ1M0xyNzg4a3M0T3p0ajNMaHhpSXFLd3BJbFMyQmpZNE9YWG5xcHhMRWFqY1pzaWVhYk4yK2F0SjI0cmpJUlVaV3p0YlhGL1BuejhjNDc3NkJseTVZWU8zWXNBR0RjdUhGbzM3NDk5dXpaZ3dzWExsU29Hb090clMwNmRPaFFvVGk4dkx4UXYzNTlKQ1FrbExwZkVBU01HREZDYXIveXlpczRmZnJtREhnMUFBQWdBRWxFUVZSMGlYN1cxdGJvMkxFamV2ZnVqWjQ5ZTBvdmdjWEZ4ZUhRb1VQNDQ0OC9wSks5eHA1NDRnbDA3ZG9WMEpjR0hqWnNtRW5GRG5kM2R5eGV2SmhySFJQSmhQL2xXVW9KVjBGQXB3c1h3NUdWblMxM05FUkVSRVJFUkZRVk9OYVQxY1dMRjZYUFBqNCtGcTFGWnM3bzBhUFJxRkVqWkZmRG4yTjRlTGowT1Nnb0NJTUdEVUwzN3QyUmw1ZUg4ZVBIQXdDYU5Xc0dkM2QzOU9uVFIxcUg3WDRjT1hJRXJWcVpYOGZRM2QwZENvVUNPcDBPaVltSjBHZzB1SGp4SXE1Y3VZTG5uMzhlSGg0ZTkzVmRWMWRYT0RvNklpY25CL241K1VoSlNURkozQnJzMzc5ZkttME0vUXdpTnplM1VtZXoydHJhd3RiV0Znc1hMc1RDaFF0THZXNUJRWUhKMm5HN2QrOUc4K2FXdjlRUUdocUtEejc0QUVWRlJYQnhjVUZJU0lpMDF0d1hYM3lCTVdQR0lDWW1CZ3NXTElDdHJTMzY5T2xqY3Z5V0xWdVFtNXVMd1lNSFM4ZHBOQnJzMzc4ZkJ3NGNrUHA1ZUhpZ1FZTUdGc2RGUkVTVzY5eTVNNEtEZy9IU1N5K1pWS0FJREF4RVlHQWdvQzlIbjUyZGpmejhmQlFXRnFLd3NCQkZSVVhRYXJYUTZYVFE2WFFRUlJHaUtNTEp5VWtxdisvZzRDQ3ROMTVlSXJKOSsvYlNXcWNHdHJhMmFOYXNHY2FORzJkeWYrclpzeWRhdG15SnVMZzROR3ZXREFFQkFYanl5U2ZSdG0zYlVpdHROR2pRQUdQR2pNR1lNV09RbnA2TzhQQndYTDU4R2JkdjMwWk1UQXdtVHB3bzliV3pzOE9hTld2dy92dnY0OGFORzJqVHBnMFdMRmpBK3hBOVVHcTFHakd4Y1ZqMzVaYkgzWHg5TTlLam96UGxqa2xPVEtZU0VSRVJFUkVSMFFPbjFXcHgrUEJocVcxY091OSt0Ry9mSHREUFpLMXFodEt6MEQvWWRYZDNoN3U3TzlhdFd3ZXRWZ3NiR3h0czM3NGQxNjVkdzlhdFc2VTExUXpKUkNzcks0dXVNMi9lUEp3OGVSSnIxNjQxV1J2VndQREEyTXZMQzdHeHNkRHBkTGgxNnhhdVhidUdOV3ZXWU0yYU5kaTNiOTk5L1pZS2hRTHQyN2ZIc1dQSEFBQ25UNS9HZ0FFRFN2UTdlL2FzU1h2ZHVuVll0MjVkcWVlY01HRUMzbnJyclFySFVoR2VucDV3ZG5hR1dxM0d1blhyVEw2N1laYnFtREZqa0pHUlVXcnA0S0tpSXV6YXRRdTdkdTJDaTRzTEhCd2NrSktTVW1LVzhiaHg0eW9jMit6WnMvSEhIMzhBQUtaTm0xYnF6RmdpSXZyWHFGR2p5dHh2YjI4UGUzdjdDcDkzOCtiTkZ2ZWROV3NXcGsyYkJrRVFvRkFvb0ZRcXBYVlpTN05wMDZiN1dqUGR6YzBOenp6ekRKNTU1aG16ZmJ5OHZMQjE2MWFjT1hNRzNidDNML2VGc3krLy9MTENjUkNWNWRhZHV4ZzdjVExpRXhLK2RiWjJHcEVPbEYxYnU1WmpNcFdJaUlpa0VvZWozMzRIVXljSHM4UWhFUkVSVmJ2ZmZ2dk5wSlNlY1NuZkI2bXN0YzRNakpPcFFVRkJBSUJyMTY1aDU4NmRnSDVXclNGcEZod2NqSTBiTjhMSnlVbmFEd0JyMXF3cDl6b25UNTRFQUZ5NmRNbGtYZGFMRnk5aTRNQ0JpSStQeDdKbHk5Q3NXVFBFeHNZQytqVlU3OTY5Sy9VdHJRU3lwVHAzN2l3bFU4K2NPVk5xTWpVbEplVyt6MThkdkwyOUVSSVNncHljSExSbzBhTEVmazlQVDN6NTVaZElTa3FTWmplWms1bVppY3hNMDBrWENvVUNiNy85dGtscFowdGR1SEJCV3UvWDNIcXlsa3BKU1VGdWJtNlpmWXdUd0FVRkJWSnBhblBzN096dWV5WXpVWFZidVhJbGR1M2FWV0s3bzZNajZ0YXRpeFl0V3VEWlo1L0ZNODg4VTJxeUt5SWlBdDk5OXgwdVhicUU1T1JrMk5qWW9FR0RCbmpoaFJmdzhzc3ZtMTJqbXg1dEtwV3FRbVYwN3llUldoRjJkbmJvMGFOSHRWNkRpQ3pEWkNxUlRKS1NrbkRvMENFTUhqd1lEZzRPY29kVHBrT0hEdUgzMzM4SDlDV2MyclJwVStYWDJMQmhBN0t5c3FCUUtQRCsrKytiN0l1SWlNQVBQL3dBQU9qVXFSTjY5KzZOeE1SRUhEMTZGRysrK1dhVngwTDBTTktYT0F5N2NKRWxEaDhDdDI3ZFFuaDRPTHAxNndZM056ZHBlMHBLaXJSbWk1dWJtN1RlU2xSVUZMeTl2V1Y1WUJBV0ZvWW5uM3l5M0g0N2R1eEFZV0VoQU9EbGwxK1dadlNZYysvZVBaT0h6T1pvTkJxVEI5bERoZ3lwOGZmZDJraXIxU0k3T3hzWkdSbElTMHREYW1vcTB0TFMwS2hSSTVQU2pnWkxsaXlCUnFOQnZYcjFwRFdUU3JObXpSb2tKeWNEQUh4OWZURjY5T2hxL1I3MC81UktCVnljblpHWWxKU2gxZWtLNUk2SEhqNnBxYWxZdG15WjFIWndjRUNYTGwwZWVCd2FqY1prdmJQU1pyeW8xV3BFUkVRQStsSzRUWm8wUVd4c0xLWk1tWUtpb2lJb0ZBb3NYcndZWDMzMUZiNy8vbnZjdUhFRFU2ZE94YnAxNjVDZm53ODdPenNvbGNvUzYyOGFsTFlHM0taTm0wemF4a2srS3lzckJBVUZTY25iQXdjTzRONjlld0NBUm8wYXdjN083cjUvajE2OWVtSFZxbFhJemMzRnNXUEhTcjNmUG9oMVlTdksxOWUzelAwTkd6YVVTdmdXTjNqd1lJaWlpTE5ueitMdTNidkl5OHVEdGJVMTZ0ZXZqM2J0Mm1IUW9FSHc5L2V2Y0V6cDZlblN5d0xObWpXcmROSnk2ZEtsMHArNUphNWR1NFpCZ3dhVjJlZnBwNS9HNnRXckt4VVgwWU9XazVPRG5Kd2MzTGx6QjRjT0hZSy92ejgrL2ZSVCtQajRtUFRidW5VcmpoOC9MclhWYWpVeU16Tng5ZXBWSERod0FKczNiMlpDbFlpSUxNWmtLcEVNTm16WWdBMGJOa0FVUldSblp5TTRPQmdBU2wxanhod25KeWZwemJzbFM1YVVxT2RmM0o0OWV6Qnk1RWlMemoxNjlHaVRKT1dOR3pla1FWdmZ2bjB0anRFY3JWYUx2THc4azIwLy92Z2prcEtTb0ZBb1NqdzBqWW1Kd1U4Ly9RVG92M2QrZmo2V0xGa0N0VnFOdkx5OCt5cTNSRVQwTU51M2J4LzI3ZHNIaFVLQklVT0c0TU1QUHdUMGYxOSsvUEhIQUlESEgzOGNYYnQyeFpVclZ6Qng0a1RVcjE4Znk1Y3ZoN2UzdDhtNTR1TGl5bndvYW10cmk2aW9LTVRGeFpVYlYxQlFrTW5EeHAwN2QyTFZxbFhvMXEwYlB2NzRZemc3TzVzOWR2UG16Y2pKeVFIMHMyTEtTcVltSmlaaTFLaFJhTjI2TmViTm0yZnkwSGozN3QxSVNFakFVMDg5aFhidDJrR24wK0h6enorWDl2ZnIxNi9HSkZPWExWdUdyNy8rV21xclZDb2NQWG9VVGs1T1pSNm4wV2h3Nk5BaEhEMTZGTmV2WDBkNmVqcVVTaVZjWEZ6ZzVlV0ZEaDA2NE0wMzM0Uzl2VDFlZU9FRkpDWW1WaWl1NE9EZ2NrdHNuVDkvSGovOTlKUEp1a1FhalFacXRSb0ZCUVVvS0NpQVdxMUdkbmEydEs1UmFlclVxWU1EQnc2VWVKRDF3dzgvb0tpb0NMNit2bWFUcVFjT0hNRDI3ZHVsdHFlbko0WU1HU0t0aDBUVnk2UGVZNWc5ODBPc1doc3k0MHpZNmIva2pvY2VMaGtaR1pneVpZckorR2ZreVA5ajc4empha3ovLy84NmRkcVBwRW1TTmltVVFoR0ZpTEVrMjVSOXl5UmJHTExrZzdJTU1vekp6dGlaUVJqWngxWmhsT3doR1RGWlN0Rk9LcTFuK2YzeE8vZjF2ZSt6VmJiQzlYdzhQT2JjOTdudisxem56T2xjOS9WZVhxOGZQM2wzQjZUK21QdjM3NGV1cmk0ME5UV1JuNS9QR1llaWhOdmR1M2RKOTZxVGt4TVNFaElRRkJSRWtxQWpSb3lBbFpVVlpzNmNpWnMzYnlJOVBSMjNiOS9HaWhVclVGaFlpT2pvYVBENWZISU5MUzB0MHZXU2tKREFlWDByS3l2WTJOZ2dPanBhNGZnMU5UV2hyYTBORHc4UC9QYmJiNENNbjJ2YnRtMC82UFBSMTlmSHNHSERzSFBuVHBTWGx5TThQQncvL2ZRVDU1akRodzkvMEd2SW9xV2xoZmo0K0k5NnplclFvRUVEVEowNmxhekxQeFlQSGp3Z2o1a0NOd3FGOG41WVdGaWdaY3VXRUlsRXlNek1SR0ppSXZsTlRVNU94c1NKRTdGLy8zN09Hb0xINHhHL3picDE2K0wrL2Z1a1VlRFJvMGM0ZWZJa2hnd1pVbVB2aVVLaFVDaGZGalNaU3FIVUFDNHVMdGk2ZFNzQVlQLysvUmcwYUJCTVRFemc2ZWxaNVNyZjhQQndZbnJPQkN4VklSYUw1ZVNLbENGN0xiRllUQjRyOHduWXNtVUx1U2xWeHF4WnMrRHE2b29uVDU1Z3hJZ1JTc2NwSys4MVo4NGM4bGdpa2NET3pvNk1hZXZXcldqV3JKbEtqd0VLNVhPaW82T05sZzR0a1A0eTQzYnh1NktzbWg0UDVldERLQlFTZnpteFdNenhCV01uRlpuNUpDd3NERVZGUlVoT1RzYm8wYU94ZlBseXVMbTVrZU1DQXdQeDdOa3pwYS9uNHVJQ1hWMWRUbFczTXBZdFcwYVNxWm1abWZqOTk5OEJBREV4TVJnK2ZEaFdyRmlCUFh2MjRQcjE2M0xuc3VlZWNlUEdLZlNEQ1E0T1JxOWV2VEI5K25Sa1oyY2pPam9hS1NrcENBc0xJMG5pUTRjT0lUMDlIZUhoNFFnUEQxZmFoVkxUaU1WaXVVQzVVQ2pFcFV1WEZFb3FNcng4K1ZMaC83T0tpZ3FVbHBZaUt5c0xkKy9lUmUvZXZkL0xUNmlxcEthbTR1elpzeDk4bmRldlgrUHc0Y01ZUFhwMHRjNTc4ZUlGU1NJd1pHWm1ZdVhLbFZpNmRPa0hqNHRTT2JxNnVuQnQxeFlIOSs2OHd1UHhNcXB3Q29WQ09IejRNQjQrZkVpMnJheXNxdjA3OEw0NE9UbGgwNlpOQ2d0WjFkVFVNSGp3WUxuOVY2OWVKWStkbloxSlVTd0EyTm5aWWZMa3lZQjBIbDY2ZENuOC9mM1JwRWtUakJneEFuZnUzRUYwZERSSFNwaXQ5Tk9pUlFzNE9qb2lNVEVSUFhyMHdNS0ZDeEVmSDQ5YnQyNmhjZVBHc0xhMlJ1UEdqV0ZsWlFVckt5dVltSmhBVFUwTkFOQ3paMDlFUmtaeXh2b3hQRGxIamh5SkkwZU9JRDgvSDRjUEg4YXdZY05RdjM3OUQ3N3V0d2JUelF3QW5UdDMvdURyTWY2N0g1UFBVY0R3TlVIWGVqVkgyN1p0RVJ3Y1RMWnpjM094Y3VWS1V2aWZtNXVMelpzM1krSENoZVNZZWZQbXlSVm9CZ1lHRWpuMXRMUzB6elorQ29WQ29YejUwR1JxTGVldnYvN0N5cFVyeVhiZnZuMUp4NGtpWW1OamNlclVLVHg0OEFCNWVYblExTlNFcmEwdGZIeDgwTGR2Mzg4MGFvb2k3dDI3aDZ5cy8zK3ZiVzF0amRhdFcrUGV2WHNvTHkvSHJsMjdNSC8rL0E5K0RXMXRiUnc5K244KzBMdDM3eVpWdzBaR1J0aXdZUU41YnNPR0RmanZ2LzhBcVE4RjJ3L0F3c0lDRW9tRWRKR3dFN3lLdWtxMXRMU1FuWjJ0TWhnUHFSVEwrOEFlbTBRaWdhMnRMUUlEQS9IcnI3OENBTmF0VzRlT0hUdFd5OU9BUXZsVU5ESnRpTEFWU3hHMll1bVBQQjR2dGFiSDg2VlNYRnlzc0lKZlhWMGRCZ1lHc0xlM3g2QkJnOUNwVXllNVk3NzJ1VEF5TXBJVXgyaHFhcUpuejU3a09VWEoxQTBiTmlBNE9CaXhzYkVvS0NqQXRHblRzSHIxNmsvU0ljRU9WcGlZbUdEanhvMllNV01HaW9xS2tKbVppYkN3TUJnWkdWWDZlNjJtcHFhd2VJZkg0MEZkWFIxQlFVR1lQWHMyQ2dzTDhlVEpFNHdlUFJxSER4L0dtemR2aUgrY2taRVJ6TTNONVRvaUdWVUROcHFhbXA5OURvbVBqMGR1YnE3Yy9zaklTS1hKMUxLeU1reVpNcVhXQjM3VTFkV2hvNk1EWFYxZEZCY1hrL25mM3Q0ZURnNE9xRnUzTHVkZnc0WU5xM1g5b3FJaXpKdzVrMXpYMXRZV2FXbHBLQzB0eFpreloyQmxaUVYvZi85UDh0NG9sSnFrdExRVXg0NGR3K1hMbC9IMDZWTVVGQlJBVzFzYjMzMzNIVnEzYm8zSmt5ZVQzK0hIangvanlKRWppSStQUjBaR0JpUVNDY3pNek5DalJ3LzQrdnJXdUt6aCtQSGo0ZXpzak1XTEYwTXNGbVA5K3ZYUTBORDRMSy90Nk9nSUhSMGR6dnlncGFVRmUzdDdCQVFFS0pTTHRiZTNSN3QyN1hENzltMDRPVG5CenM0T00yZk94TDU5KzdCbXpScE9RcXBseTVaWXUzWXRYRnhjb0ttcGlhS2lJakovNmVycXdzSEJnWk1RNFBQNVdMRmlCVTZlUElueDQ4ZUR4K1BCM2QyOVNuS3VJU0VoME5QVEl4Nm5reVpOZ29PRHd3ZC9SblhyMWtWb2FDaW1UcDJLZCsvZVlmSGl4ZGk0Y2FQQ1FpZUtjdjc5OTE5QXFzTFFva1dMRDc3ZTBxVkxhY0ZRRFVQWGVyVUhJeU1qckZ5NUVsT21UTUhObXpjQkFHZk9uTUdjT1hQSUhLZEk2WVp0a1dKaVl2SVpSMHloVUNpVUx4MmFlYWpsbkRsemhyTjk4ZUpGeko4L1gySDE0T2JObTdGejUwN09QcUZRaUlTRUJDUWtKQ0F4TVJIejVzMzc1R09tS0diLy92MWtRVHgyN0ZqNCtmbGgrdlRwQUlBVEowN0EzOThmWm1abUtqdFRtUUN4TXNyS3lqaGRuR3haUDIxdGJWaGFXcEtnQVZPSmJXeHNERk5UVTNLY2xwWVd6TXpNa0phV2hoOSsrRUh1TlJncFNUWmJ0bXhST1M1WmJHMXRTU1VndytEQmc1R1ptUWsxTlRXNTdxZmJ0MitUeDh6bk0zandZSncvZng1Tm1qVEI5T25UYVNLVlF2bEdFSWxFeU12TFEyeHNMR0pqWXpGbHloU09SK0szTUJmKytlZWY1SEdmUG4wNGtxWnMrVm9tWWFpbnA0ZXdzREQ4L1BQUE9IMzZOTHAxNjhicFRQWHc4SUM5dlQxU1VsS0lIRjJUSmsxZ1oyZEhIcmRvMFFMZHUzZFhPSjdkdTNlVFlocERRMFBPYzg3T3p0aTJiUnVtVHAwS1hWMWRyRjY5R2dZR0JnclZGSHIzN2syU1l4czJiQ0RxQ3d4cWFtb2tNTksyYlZ2czJyVUxBUUVCeU0zTnhkQ2hRMkZrWklRalI0NlE0M056Y3hVbWpIMThmT1QyTFYrK0hMMTY5Vkw0L2o0VjU4NmRJNDhkSEJ6SVozL3o1azNrNStmRHdNQkE3cHdMRnk1d0VxbW1wcWFZT1hNbVdyZHVEUjBkSFdSblorUDI3ZHY0NjYrL3lESDc5dTJEU0NRaTJ4VVZGWnlpQWs5UFQ4eVlNWVB6T3RXVlFmYnk4c0pQUC8wRWJXMXQ2T2pvY0JJaW9hR2hwTkNyYjkrK0dEcDBxTkxySER4NGtQdy9aT2I3dExRMDBpVzJmZnQyOFBsOFRKa3lCYytmUHdla0FmKzFhOWZpMnJWcldMWnNHU0Q5SGREUzBxSys2cFN2aXBzM2J5STRPRmpPVzVQdEcrZnQ3UTBqSXlOY3YzNGRVNlpNa2J2R3MyZlBzSFhyVnNURXhHREhqaDAxbmxCdDA2WU5EaDQ4aU1MQ3drb0QyblhxMUttV0RLeU5qWTNTNC9sOFB2NysrMjlBNmozS2x0eFZSdS9ldmRHN2QyKzhmdjJhL0Q0UEdUSUVQWHIwNEFUbUdkamVyeTFidHVTc1p4UmhZbUx5WHRZbGVucDZDQWtKUVVoSVNMWFByUXhYVjFkTW5qd1paOCtlUlhaMk5tSmpZejlLZCtXM3hLWk5tMnA2Q0JTS1BFSmhpbGhOYzJGUTRFL2JtbGczcnVuUmZCQnFhbW9JQ0FnZ3lkU0tpZ29rSlNYQnljbUpjNXhZTE1hYk4yL3d6ei8vRUdVVmdVQUFMeSt2R2hrM2hVdEpTUW51M2J1SCtQaDR2SDc5bXROZHpHYmR1blhnOFhobzA2WU5XclZxVmFtMVIySmlJdDY5ZXdkWFYxZk8vaDkvL0JGdjNyd0JwTFkwYkN1YTdPeHNSRVZGWWVUSWtSL2x2YkY1L2ZvMWtwT1RBUUQxNjlkWDZ2V2RuNStQd3NKQ2xRcExDUWtKcEhuRzFkVlZaZEg0N3QyN2lXZTd2NzgvR2pldS9POSt4WW9Wc0xDd2dKZVhsOEoxNmNHREI4azFaODZjK1VGZTdSVEtsd1ROUHRSaTB0UFRpU3lNdnI0K0Nnb0tVRnhjakppWUdQVG8wVVB1ZUVabXFGbXpaa1EyS0NZbWhpVFVJaUlpMEw5Ly80OVNFVW41Y0RwMTZnUVhGeGRTSVc1a1pJU0lpQWlWNTdScDAwYmw4eEtKaE9QTElzdUNCUXVRa0pEQTJaZWRuYzBKYkZwYlcxZmJBMGMyK0xCMDZWSWkxYnQ4K1hJNUdjRG82R2k1UURxVDVKVklKSEt5aDh3RXpUeG0vR0g3OXUwTFBwK1BpeGN2UWw5ZlgwNGVtRUtoZkQzTW1ERUQydHJhZVBYcUZVNmNPRUVLUXJadTNZckJnd2NUajhtdmZTNjhjdVVLV1lCQktzUEhocjBRTENnb0lJL1YxZFh4ODg4L3c4bkpDZjM2OVlORUlvRklKSUs2dWpvSnVDOWN1SkRNSVFFQkFlamF0U3M1WHlLUllNQ0FBUkNKUkdqWXNDRjI3TmhCbm1ON1ZuNzMzWGR5WTI3V3JCbDI3OTROaVVRQ1EwTkRKQ1ltVnVyaFBXN2NPTGw5RGc0T25OZXl0cmJHenAwN2NlellNVXlhTkFsQ29SREhqaDFUZWQxUFRVVkZSWlU2cTRSQ0lhZmphTUNBQWVTekY0bEV1SGp4b3NLa3Ird2NQM2Z1WEU3QTNzTENBaFlXRnZqaGh4K0lITDVza0wrc3JJeXpyYVdscGRLZnRpb0lCQUpjdlhvVkwxNjhVRG5teTVjdkU1VU9OdDkvL3oxYXRHaUJ2THc4aGZMRnpMNVhyMTRoTkRRVWp4NDlBbGpkWENZbUp2RDI5a1pDUWdKT25Ub0ZTRlUzWHJ4NGdWbXpabEVKdzA5RVNVa0praDRuWTkybXJTN0dqUnVYWmo5L1R1VU9QeEd4c2JHWU5Xc1dwekJDSUJDZ1ljT0dLQ2twUVZaV0ZxY2dreWxNYWRDZ0FkcTNiNDg2ZGVvZ0lTR0IvRDBtSlNYaHI3LytncSt2YncyOEd5NTZlbm8xNG1PdEtEQllGV1NMaGhRbFVyOG14bzRkeXlsYW8xQW9YejRwS1E4ekFXd2ZOWHpJdHBvZXk4ZkF3Y0dCNDBtZG5aM05lWDdxMUttNGR1MGEyZWJ4ZUdqZnZqMkNnb0srK3QvdzZ2RGd3UVA0K2ZsQkxCYWpYYnQyeEs0RjBnTGV2THk4OTc2MnE2c3IxcTVkcS9UNTdPeHNCQVlHa3YrSDdkcTFnNmVuSitlWXhNUkVVbFQ4eHg5L0lDUWtCTjdlM2txdm1aS1NndW5UcCtQdDI3Y1lNMllNSmsrZVRHS1hMMSsrSk1WcGJGdXpSNDhlSVRBd0VEazVPVWhOVGNXOGVmT0lJa054Y1RHV0wxOWVwZmZidlh0M2hmSEpPM2Z1NEgvLyt4OVFpZkxrMnJWcjhmanhZK3pidDArcDFkckxseTlKckxWT25Ub2ttVnBVVkVSaXBJMGJONGFscFNWdTNMaUJXN2R1QVFCKytPR0hTcE9wRVJFUkpDNjhaODhlSERseWhNUmJHSzVjdVVMK3JxWk1tVUtTcWUvZXZVTmtaQ1FHREJnQU5UVTF2SDM3Rmo0K1BzalB6NGVSa1JFT0h6N01pVmxRS0Y4YU5KbGFpMkYzcFhwNmVwSXVnN05uenlwTXBob2JHMlBqeG8yY2JwT0pFeWVpWDc5K3BEdmx4bzBiWDJ3QStXdms5OTkvSjBFUmlVVEM4ZEZoWUNTaHFvSzJ0amFuMDJYYnRtMElEdzkvcjdGcGFHaVFLcW5zN0d3U2xERTFOWVcydGpabm4yd3lWVk5Uay9pMEtScjdxbFdyNUtycUdTUVNpVW9wNnp0Mzd1RE9uVHR5KzYydHJXa3lsVklyRUlsRUtDcDZoOU9SNSt2QnhpWVRUNTZVVmVFMFNpVjRlbnFTaEkrYm14c21UWm9FU0pOU3VibTU1T2IrYTU0TFJTSVIxcTFiUjdhdHJLemtGa0phV2xyUTFOUkVlWGs1eXN2TGNlblNKZVRrNUNBakl3T1ptWm5JeU1qQWxpMWJrSmVYaHoxNzloQXBRS0ZRaUxpNE9FQTZsN0EvUHdCNDgrWU5YcjU4Q1VpcmFOa3dBUXQxZFhYVXJWdVg4MXh5Y2pMcTFhdEgvRXlaTVZwYVdzcTl2eGN2WGtBaWtRRFNEaDNaQkJoYlJRRUEvdnZ2UHpSdDJoUS8vZlFUQUNBcUtnbzVPVG1BVk5MTDJkbVp2RGQyNHJKejU4NXkzVmpWbFpsVkJwUGNWSlFJWlhQdDJqV1M3T2J6K2VqWnN5ZU9IVHRHL0FNakl5TVZYa04yVGxVa0V3eHBsVDdqcC9lNU9IZnVIRm1rSytQR2pSdTRjZU9HM0g1emMvTXEvVTBHQkFSd0xBTVdMVnFFZHUzYWtlMlFrQkRrNWVVUmI4TWpSNDdneG8wYldMbHlKWm8zYjE3TmQwU3BqSmV2TWpGdDF2L3dLaU5qdDdhbVhnQ0FmVFU5cHErUjNOeGNCQWNIa3pXRGtaRVI1czZkaTg2ZE81UGZoSXFLQ2x5NmRJa1V0R2hwYVdIMjdOa1lQSGd3NXo3ZHo4OFA5Ky9mQjZSL2o3VWhtVXFoVUNoZkVuU3RWL3RRVTFPRHJxNHV1YmVXTFJ5VVJWdGJHd0tCNEwxdHFMNUd5c3JLc0dqUklvakZZbWhxYXNyWmtKV1hsNU9pTFJzYm15b1ZqeFlXRmhKMVBVV3h6amR2M3BCN0d6MDlQZlR1M1pzVVJhNWJ0dzZ0VzdmbTNNT0VoWVdSeDI1dWJuQjNkK2VzaFdTTFF6TXlNbEJlWGc1SWs2L3g4ZkZZdm53NUdqVnFwSEM4VVZGUldMeDRNV244U0U1T1JtRmhJVW44bFplWHl6V0tLTVBLeWdvZUhoN0l5OHVEUkNJQm44K3ZjaEZYVEV3TStSeDI3dHhaYmRXS0J3OGVrSmpxNU1tVHEyMTk4dlRwVTZ4WnN3YVFyajFEUTBNaGtVaXdldlZxdUxpNEtMVUtLaTB0eFpFalI3QnIxeTdrNStjak9Ua1pjK2JNUWQyNmRURnIxaXdzV0xBQXVibTVXTFZxRlpXcnAzelIwR1JxRlJHTFJDOTQ2dW9iZkVjT0N6VnQrSGswOVUrZlBnMUlGOE1USmt6QXlaTW5VVnBhaXJpNE9CUVdGc3BWaGZqNStjbGR3OERBQU9ibTVuajgrREhBNnY2ajFBNTI3dHpKcWZaU2hKcWFXcVhCU1FhSlJJS1VsQlN5elhSdXlXSnZiNC9odzRkejlvV0hoeU1wS1lsc201aVlrRXFrK2ZQbjQvejU4NEJVNnFGRml4YWNmVlZOOWpMbzZPaFVXMWFNdWFGUlUxT0RwcWFtM1BNMUxWTkdvVEJrWmVkZ3crL2JjT3IwdVJXVzZycS9wZ0tWRzE1UnFnVjdJYUtycTh0WkVIM05jK0hSbzBjNVhYdHFhbXBJUzB2RHhZc1hPY2xTZG5mUzdObXpsVjZQdmZpOGR1MGFtVE02ZHV3bzk1dXFiS0ZhVmxaR0FoZjE2dFhqZUtsbFpXVmg2dFNwQUlCZmYvMFZyVnExUWtWRkJSbzJiTWpwTUdYbzA2Y1AzcjE3QndENCtlZWY1V1IrSWEyMEZRZ0VPSFhxRkJZdlhvdytmZnBnM3J4NTBOSFI0UlFQK2ZuNVlkaXdZWUMwaXBpZFRKMDdkeTRhTkdpZzlIUDVFQ1pQbmt5a1pWVWxWTm1GVDg3T3poQUlCT2pTcFF0SnBzYkh4eU12TDArdTA5ZlcxcGF6SFJZV0JqNmZEeTh2cnhyM3NkUFcxbFk0RjFkVVZKQkFDWi9QVnlpbHlleWJPSEVpeG8wYmgvUG56NU1nUU9QR2piRi8vMzc4K2VlZmNyWUNTNVlzd1pJbFN6ajdtSVE4UTI1dTdudDNvRkcrSFdwaXJWZFY5dXpaUTM0YkJRSUJkdTdjeVNsUWdiUUlrdTJmclN6UTVlRGdRSktwWCtwY1NLRlFLRFVKWGV2VlBzckx5em1KVWRuaXptSERocUZ6NTg3SXo4OUhmSHc4YnQrK2pRc1hMdUNmZi81QldGaVkwam56VzJMSGpoMGtsdWpyNjZ0U1h2YVhYMzZwa3Rkc2JHeXNYRktXemZEaHcwa2hyQ3paMmRubzA2ZVAwbk92WGJzbVo5RWlLKzN2NXVhRzNidDNZOGFNR2NqSXlNQ0RCdyt3YytkT2hSTEN6NTgveC96NTgwbVhxcmUzTi83M3YvK3BUQnJMUHFlb1FjYlQweE5pc2JqS0NvRC8vZmNmUjdaLzI3WnRzTEt5NHR6aktTSW1KZ2FOR3pkRzM3NTlpWUlQcEhZOTFhR2dvQUN6Wjg4bThkZlpzMmZEeGNVRi92Nyt1SGZ2SHM2ZVBZdkRody9McmEzKytPTVBuRHg1a2hPRC91dXZ2OUNsU3hlMGI5OGVYbDVlT0hic0dPN2N1WU16Wjg2Z2QrL2U2TkNoUTdYR1JxSFVGbWd5dFlxOFNFNThCbUQ1MUVualFqL0g2eVVtSnBJS0hqYzNOOVNyVnc4ZE9uVEF4WXNYSVJRS0VSMGRyVkxPZ0tHa3BJVGpzNmxxUXFSOCtaU1ZsVlVxblFocG9yUmx5NWFZTzNjdUlKWGxOVFkyNWlSVDJURFZYSkFtOXlFVHJLeXVYeWtqMHd1cEY5cW9VYU1nRkFwUnAwNGRIRHg0VUc1aXpzbkpJUklmOXZiMkpBaWZtSmlJaGcwYmZyQThJWVh5TVNrdUxzSHRPL2RRWEZMY1VRS3hhUlZPb1ZRUnNWaU1GeTllNExmZmZpUDdnb0tDRkJaWXNQa2E1c0xNekV4czJMQkJibjlhV2hyV3IxOWY1ZXZ3ZUR6aWxjMG9DRURxM2MxZ2JtNk91M2Z2a3UxR2pScHhaSjNZQ1Q3MkFsajJ0L2lYWDM0aFNkZ0pFeVlnS0NnSUlwRUl2Lzc2YTZYam5EaHhvc0w5aG9hRzJMUnBFMG1nblQ1OUdvOGVQY0p2di8yR3JsMjdJamMzRnlVbEplalhyMStscjZFSWtVaFVhVFc3S2hvMmJBZy9QeitFaG9iaStmUG5tRFp0bXR4Q3U3UzBsT01OM3FWTEYvSmZwc0JLTEJiandvVUxHREprQ09kY1QwOVBiTnUyRFJrWkdZQlVSbW5od29YWXUzY3Zmdnp4Ui9UbzBhUGFCVTRmQzJYU1hXelAxSmt6WjZyMFRHV1NyZXhrYzFGUkVTb3FLakI2OUdnY1BIZ1FKU1VsME5iV3h0dTNiMVg2ekRzNE9PRGZmLytGdjc5L2xRSStsRytiejczV3F3NVJVVkhrOGVqUm8rVVNxZFdCTFJQL0pjNkZGQXFGVXROOERXdTkrdlh0QmJwMStVM3ZKLzRMSzBzTDZPdlhxY0padFpmNCtIaU9WS3RzUVdhblRwMDQyN3QzNzhiR2pSc2hFb213WnMyYWJ6NlpXbHhjVEpRUStYeSt5bnQxQUJnOGVQQm5HdG43VVZ4Y1RLeC85UFgxRVJZV2hwQ1FFQWdFQXZqNyt5TXJLNHZ6ZmNuSnlZRyt2ajZtVEptQ2pSczNZc0tFQ1Jnd1lBQlIwOVBTMHBLTFVTcEtqa1pIUnhNSjMzb3l1Y1VBQUNBQVNVUkJWUGZoOGVQSG1EeDVNdHEzYjQvNzkrOGpOemNYM3Q3ZVdMQmdBWGc4SGxHbzNMMTdOeW9xS2pocjc4ek1US3hjdVJJSERoemdmUC9EdzhOeDh1Ukp6djNmNXMyYk9lK25ZY09HQ0FvS1FrRkJBYVpObTBac1d3WU9IRWpXb2xPbVRNSDQ4ZVB4K3ZWcmhJYUdZdFdxVlp5eE0vTEx6R2ZlcjE4L0RCa3loSFBQNnV2clMxUUdkKzNhUlpPcFh4QWFmRDdxR3hraEt5c25TMXhSL3MxWFk5SmthaTJGTGZINy9mZmZBMUxOZGFhejR1elpzMVZLcHE1ZnY1NVVNdXZwNlpHQUhhWDJZV1JreFBFTGV2bnlwVUlwREdYbktwSk1aQ1Bic1ZKYVdrcVNwNVZWcGpNM0lwQjJsVUxHVjZDNmdkdWpSNDhTaVE2UlNFU0NvZVhsNVFxcno5aXlsc3dOalVna1FraElDTEt6cytIdDdZMmdvS0FhNzhxaFVDaWZEdG5LMDhhTkcyUFdyRmx5Y3JTSytCcm13c1dMRjVQM3dFWlcrcGFSaG1mbUR3OFBEN2k3dThQVTFCU21wcVl3TVRHUks0QkpUMC9IUC8vOFE3YjM3Tm1EUFh2MmtPM3AwNmR6Rmx6Nit2cEVNcG1SL29XMENyeTR1QmdhR2hyUTBOREEvUG56TVhueVpEeC8vaHhDb1JEcjFxM0QrUEhqaVlUOCsyQmdZRUNrZlptNTRlblRwNWd6Wnc1MjdOZ0JUMDlQcEthbW9xaW9pRlNveTNwMEsvUDdNVEF3UUd4czdBY3RndG1FaDRjakxpNE92L3p5QzJkUkd4TVR3NWwzbWUranJhMHRHalpzU0JLbGtaR1Jjc2xVVFUxTnJGbXpCbE9tVE9HOGorVGtaQVFIQjJQTGxpMllQWHUyWE5Eb2M1Q2JtNnZRV3FBeXo5U21UWnR5UEpHeXNySnc4K1pOc3AyVGs0TXhZOFpnN2RxMUNBd01STk9tVFhIaHdnVThmLzVjNVhoR2pCZ0JkWFYxS3U5TCthTEp6czdtS0FOOFNNQTNLaXFLbzNiajVlWDF3ZU9qVUNnVXlwZUhibDBOV3g2ZnQrVi9DMzdHb3ZsejROcXViVTBQNmIwUkNvWFl1blVyMlc3V3JGbWxSWFE5ZXZUQXhvMGJBUUNwcWFrb0x5K3Z0RGozYStiNDhlTmszZFN6WjA4NWIzQlpoZzhmTHFlVXFJaVVsQlJFUmtZcWZYN1pzbVdjeGcwMlVWRlJwQW1qUjQ4ZTZOKy9mNld2eHhBUkVjR0pJYkpSZEIxR3pZaGg2OWF0bk8rVW01c2IrYjU4U3JadjM0NDVjK2FnVjY5ZUdEQmdBQUJnMnJScDhQTHl3c2FORytIdTdnNXRiVzJjUEhrU0wxNjh3SUlGQzhpNXVycTZLQzR1UnI5Ky9Uak5LN0xkdWdDUWtKREEyV2JXNW9zV0xVSmlZaUxaZituU0pady9meDZscGFXYzJQVEZpeGM1cWs4TXpzN084UGIyUnBjdVhlVFVoQ0JWdnpJek0wTjZlanJ1M3IyTEJ3OGVFTXNoU3UzR3JGRWovQnE2R0p1MjdKcnk1N0dEMTJ0NlBEVU5UYWJXUW9SQ0labHcrSHcrT25mdURFaXJxVFEwTkZCUlVZRTdkKzRnT3pzYnhzYkdTcThSRmhaR3Fvc0FZTmFzV1hKeUY1VGFRMUJRRUxwMzcwNjJCdzhlekpGelZFWjZlanJhdFd2SDhReFRSR1ptSm1lYjNjMVJXVEwwN2R1MzVERVRVR2NrKzZweXZpd1ZGUlZ5d1cxSUU3U0s5cXVycTVPYkF5YVpldmJzV2RKcFZseGNUQk9wRk1vSHdrZ2NqdlVkV2Vza0RoWHgvUGx6Yk55NEVRS0JBSTZPamdxUCtacm1RbVdKSTFOVFU0U0VoSENTcFZ1M2JzWHUzYnNCYVlMdWh4OStVSG50WGJ0MnlVbWp5c0pPM08zYXRRdTdkdTJTTytiR2pSdHdkM2ZIeElrVE1XSENCQmdiRzJQSGpoMllObTBhSGo1OGlPWExsOFBkM1IyalJvMGkvcXpWd2N6TWpIakUrdnI2d3RUVUZNSEJ3ZERSMFVGb2FDaisrT01QaGVPU1pmVG8wUXIzLy9iYmI5RFIwZm5nTGtiR3h4Y0FMQ3dzNUw1dmpFUStXQWxVaHM2ZE8rUFFvVU1BZ0h2MzdpRW5KMGZPbzliVzFoWjc5KzdGaGcwYjVIeDcwdExTTUgzNmRFeWFOQW5qeDQvL29QZFJYZkx5OGhUS043TlI1Sm5hczJkUFRqSjEzNzU5Y3QvSGxKUVUrUHI2NHRkZmYwV3paczFJY2xvb0ZDSXBLUWwzN3R4Qjc5Njl5WDF4UVVFQjhUZWlVTDVrM3J4NXc5bVdsZjZ1S3FkT25VSm82UDgxM1hwNWVhRjkrL1lmUEw2dmxhU2tKRFJxMUlqek95SVdpM0hzMkRHMGJOa1NOalkyMVY1N0pDWW1vbW5UcG5KKzRGbFpXZGl4WXdjQXdOTFNra2pGUXpvdk1Xb0p3Y0hCSC9pdVBoN3o1czFEL2ZyMWlkKzF2YjE5dGM0dktTbkJ5NWN2WVdOajg5NWpFSXZGcUtpb2tQczhWWkdUazRPN2QrL2k3dDI3RUFnRW1ESmx5bnUvUG9YeUpjT0RSQXM4bUwvS3lQZ2dSWmFhSmpjM0Y4dVdMZU1rZ0FJQ0FzampuSndjcUt1cnl5VUgyZmVpZW5wNjMzUWlGUUQrL3Z0djhsaVZ0QzVEWGw0ZUtheFZoVExiTVlhMmJkdmkxS2xUQ3IrRDdMV3Zob1lHWHIxNnBmSmFWV2syK3BnVUZSVngxblNRS1NCOUg5anFXMnljbkp5d2MrZE9zbDFRVUFCZFhWM085N1p2Mzc1bzNibzFMQ3dzc0duVHB2ZDZmU2NuSjhURXhKQnRKdmFxaUpVclYzS0t1dmZ2MzA4S1dKODllNGJ3OEhDRWg0ZGp4SWdSbURWckZpQzFLT3JUcHc5SlZKODZkWW9tVTc4UXRMVzFZR3ZUQkd0L0MzMjBMbXo1MnlxYzhsVkRrNm0xa0t0WHI1SkpwMzM3OWhBSUJJQjBrbmQxZFVWc2JDd2tFZ25PblRzSFgxOWZ1Zk56YzNNeGQrNWNJdEducHFhR1diTm1rY29XeXRmRjRjT0hzVy9mdmtxUEd6dDJMR2ViZldQRDdvaFZCTk1sbzZtcFNZNWxWeVpWVithM2E5ZXVzTGEyeHNLRkM1R2RuUTBlajRkbHk1WXBsZXUxdGJXRnNiRXhVbEpTVUZwYWl2VDBkRklacHFtcGlVbVRKbFhyOVNrVWlqeU14T0gwS1pOcW5jUWhwTkl5ZW5wNmVQdjJMV0pqWS9IdzRVTThldlFJNDhlUHg0RURCMGlTamVGcm13dWJOV3VHM054Y2RPclVDVmV1WENIN05UVTE1UmFQYktXQ3AwK2Zxcnp1aXhjdmNPclVLYzYrZ1FNSHlpMFFsVlVOSzRMdG0ybGdZSUF0VzdiZzJyVnJwS09xb3FJQ2dZR0JWYjRldzZoUm96Qmp4Z3l5M2IxN2QranA2VUZIUjZmYWZqREs2Tml4SS9Hc2YxK1dMMStPRXlkT1lQNzgrWExmdDZLaUlrNGltU21ZWS9EdzhDREpWSWxFZ3Fpb0tJd1lNVUx1TlJvMGFJQmx5NWJoeHg5L3hQNzkrM0g2OUdsT2tkT1dMVnZRcmwwN3RHclY2b1BlaXlyWTN3blpJSlF5ZjNNR2lVU2lNSENTbFpXRmlJZ0l1V3VKeFdJVUZCVGcrdlhyNFBQNXlNL1BSOWV1WFpHVWxFVHNEZlQxOWVIdDdRMkpSSUwrL2Z0RElCQ2dkZXZXbUR0M0xybVhwbEMrTkdSbHdnc0xDNnRsYjFGUlVZSFZxMWR6aW9vOFBUMnhhTkdpanpyT3J3bUpSSUtaTTJjaU56Y1hqbzZPV0xKa0Njek16SER2M2owc1g3NGNrTXFJVjFZOHdsQlVWSVQxNjlmanlKRWpHRFJvRU9iTm04ZDVQajgvbjBpaE96czdjNUtweDQ0ZEk0V21zc25Vbkp3Y3ZINzltdng3K2ZJbFhyeDRnUmN2WHVEMTY5YzRlZklrMXE1ZHkvRVJWSVdycTJ1bG5teVFkbkd4TzQybVQ1OWVyV1RxbVRObnNINzllbFJVVk9EUW9VUGsrM3p3NEVFVUZ4ZWpyS3dNNWVYbEtDMHRKZjlLU2tydzd0MDc4cStnb0FDRmhZWHc4UEJRR254V3hFOC8vVVNrRGpVME5EQnk1RWpxcVUyaGZFSGN2bjBiaXhZdGdrZ2tRbVptSmhJVEV6bHhLVjlmWDQ2Q1EycHFLcVpQbjQ3T25UdkR6czRPNnVycVNFcEs0dnlHeWFvZmZXc1VGQlRndi8vK0E2Uk5ERlZaTzZqcU5xMHVhOWFzNFRSdktPTE1tVE1jOVVaRjlPdlhqelI1T0RzN1krclVxWExINU9YbElTSWlRcUZOaUltSkNYcjA2S0d3NkxwUm8wWnkrN0t6czFYNndYNHFKQklKQ2dzTE9jVzRETDE2OWVMSTdZNFlNWUtzUmRsRkI0c1dMZUxNMjB4UlVyZHUzWEQ5K25YVXJWc1hkZXZXaGI2K1Bnd01ES0N2cjAvMkpTUWtZTy9ldlpnNWM2YlNXQUVqNVF2cCtveE5telp0eU9QYnQyOS84T2RCb2RRRU5KbGFSY3lidG5CUlY5UDRkWmp2T013TENrUXJ4MDlYUGNHZUpPTGk0amcvTm13VUpWT2ZQWHVHZ0lBQTBoRmhaR1NFME5CUXRHMzc1Y3AyVUZTanFhbkpDVnlESlduSWVJOUJRYUR6MzMvL0JhUTNUTW82bkNHOXVXSVc0ZXpLb3c5SnBob2JHeU0yTmhiWjJka0FBQjhmSDdSdTNScUxGeThHQUhUbzBFSHV1MjFpWW9LVWxCUUF3SklsUzRoUDM5Q2hRNmtYR29YeURkQy9mMzhTY1BQMzk0ZS92ejhTRXhOUlVWR0JQLy84a3hNWS9ocm53bWJObWlFOVBSMExGaXlvZE5GdlpXVkZIajk2OUVqbHNkOTk5eDEwZEhRNEVzSTllL1pFZG5ZMlo0SFVxRkVqdUxpNEtMMU9XbG9hVVVDUW5aUGV2WHVuOUxQbjgvbG8yYktsMHV2bTVPUWdMUzFONFhPWm1abWN6bVFIQndmNCtQaVE4MkpqWXdIcC9OR2hRd2NrSnllVFJhU0Rnd09hTm0zS3VaNmloWEoxdVhYckZrNmZQbzJOR3pjcS9Md3VYcnpJV2NEdjNMbVRVMmtzUzJSa3BNSmtLb09OalEwV0xWb0VQejgvQkFjSDQrSERoK1M1OFBEd1Q1cE1aVmVrTXhZQURCNGVIc1JMcDZDZ2dDVDFCUUlCYkcxdDhmRGhRNFVkd252MjdFRjVlVG5VMWRVaEZvc2hrVWhnWldXRlRwMDY0ZkhqeDBoS1NzS2VQWHRnWkdRRWQzZDMyTm5aUVVkSEJ5VWxKYmgrL1RxOHZiM3g1TWtURkJZV29yQ3dFR0t4bUNaU0tWWGljNjcxcW9PeHNURjRQQjdwMXI1NTg2WmM4WkF5aW9xS0VCZ1lTSXFLK0h3K0FnTURNWHo0OEU4NjVpK2R4TVJFc2taSlNVa2g2NHpvNkdoeVRIWHVKd29LQ2tpUlRrUkVCTnEzYjQ5dTNicDk4RGhIang3TjhTMlhKVGs1R1dmUG5sWFpXY0pHVjFlWGswd3RMeTlYYURsei9mci9xYnVwcWFtaFc3ZHVLanVVdExTMFNJQmJJcEhnMUtsVFpOd2hJU0g0L2ZmZndlUHhjUGp3WWJMV3F5cXBxYW1jYldWalp1alhyeDlXcjE0TlNBc05UcHc0b2RMN1QwZEhCendlRDRzWEx5YUZaeXRYcnVTb1NWRW9sTThIVXpBaWk0YUdCcVpNbWFMdzNySzB0QlNSa1pFS0U0Q09qbzZZTm0zYUp4dnZsOENkTzNmSVBVYno1czA1OS9SQ29aQVVhMFpFUkZTcVpLUUtkWFYxVWtpcG9hRUJOVFUxUUJxbmxDMGNFNGxFeEZaTVRVMnRTa3A0YkxVSUJ3Y0hUc2RqZG5ZMkRoOCtqSk1uVHlwTXBFSzZyanh3NEFBNmR1d0lMeTh2ZE83Y3VWWjJMTDkrL1JvaWtVaXBVZ2xiZnJkYnQyNUVBWUs5UGpjMU5WV29ER0ZtWm9aUm8wYkpyYjJaUXFaWHIxNkJ6K2RqMnJScDZOV3JGeWZPRUJBUUFCc2JHNGhFSW80L3E2ejFqSU9EQTFIY1RFbEpRVzV1YnJXS0JDbVUyZ0JOcGxZUmRUVU5QZkFrelo4OVQwRkppYndNNmNlaXFLaUkwMWF2aXNlUEh5TWxKWVVFVFhOemN6bkJZMmRuWjZ4WXNlSzk1YUFvbjVlY25Cek9BbExaSkMvTGxDbFQwTE5uVDZTbXBrSlBUdytXbHBibzE2OGZJRTFTc3IzZnJsMjdCa2h2VHBnRllaMDZkVlJXZ2oxKy9KZzhOamMzVnppKzZpWlRoVUloV2NqeWVEdzBiOTRjbHk1ZElqNU9ZckdZSkc3VjFkWFJ0V3RYV0ZoWWtNVTdvL3R2WkdRRWYzLy9hcjAyaFVMNThtR3FacG5FR0h0Ui9iWE9oVTVPVHZEMDlJU3VybTZseDlyYTJrSmRYUjBpa1FpdlhyMUNYbDZlMHZldnA2ZUhBUU1HS1BTNlpOTzNiMS8wN2R0WDZmTXJWNjRrblUreXlkU2pSNDlpMTY1ZDZOU3BFL3o5L1RsZHBEbzZPaGczYnB6UzY4Ykd4dUxBZ1FOS24xdXhZZ1hNek13d1pzd1krUGo0RVAvUjZPaG9ra3h0MmJJbGdvT0Q4ZWVmZjVMdmpJZUhCL3o4L0ZTKzUvZmgxS2xUV0wxNnRkTEVzNndjVkdVa0ppWWlNek96MHFJaEN3c0wvUGJiYnh3UHhLcFlCWHdJN0FTOGJES1Z6WlVyVjRpbmo3dTdPOWF1WGF2MFdDWUkzck5uVDBSSFI1TjdqZW5UcDZPa3BBUUhEeDdFalJzM2tKdWJpK2pvYUhoNmVzTEJ3UUczYnQwaTl4Qk00Z2pTLzg4VVNsWDRYR3U5NmlJUUNHQnZiMCtLSVBmczJZTmV2WHBWMmswbkZvc3hlL1pzOHZmUW9FRURyRnExQ2kxYXRQZ3M0LzZTa2UxWTR2UDVLQ3NydzdsejU4aCtGeGNYRkJZV3Fyd09qOGVEUUNDQXFha3BKazJhUkg3N2xpMWJocFl0VzZLa3BBUlpXVm1jb0dWaFlTR25VNE1KSm9QVndXRnRiUTFEUTBOWVdWa3BUYVlLQkFLNVJLUHMzQXpwbWxEWm1qTTBOSlFqL2FnSXNWaGNxZUxIMXExYlNmS1p4K1BoNTU5L3hwQWhRMUJZV0loYnQyNWgzNzU5R0QxNk5LeXNySkNTa2dJK253OXRiVzB5WG5aaG5MT3pNL1QwOUtDbnB3ZUJRSUI2OWVweFhtdkpraVZ5OHZlcVdMOStQZGF2WDYvMCtmUG56OFBJeUFoQlFVRzRmZnMyTWpJeXNHVEpFalJyMW95ekxxWlFLSjhYSG8rSE9uWHF3TnpjSEs2dXJoZzBhSkRDQm9HbVRadGl3b1FKdUh6NU1yS3lzbEJZV0FnOVBUM1kydHJDMDlNVC9mdjNyM1lzNjJ1REhZTmt2RE1adG03ZFdpVUxsZXJDTGtwaHo2MlFGc1VNSFRxVXJPL0R3c0xrbEh3cVF5UVM0ZUhEaDdoNzl5NWlZbUp3Nzk0OVRpSzRaOCtldUg3OU9nb0tDZ0NwVWxCY1hCeUVRaUV1WDc2TXk1Y3ZvMDZkT3VqVnF4ZjY5ZXRIRXJNQ2dRQjc5KzRGcEhacmpCV0RJbHNYVlEwckh3SlQ3S1hvK2hLSmhDZ0pxckpDVXNXeFk4Y1UrcUd5Y1hGeFFkKytmVEYwNkZBY1BYb1VSVVZGS0MwdGxaTTVaZ3BmMldocGFjSE16SXpJT0tla3BOQms2aGRBUVVFaGJ0NitnM1VidC9SdVpHUHo5OHNuVDlKcmVrdzF5YmM5YTlSQ0xsNjhTS3AxVEV4TU1HalFJTGxqL3Y3N2J6TGhuVGx6QnBNblR3WUFyRnUzamhNODNyUnBVNjJzcEtFb3Bqb1NSYktjT0hFQ0J3NGNnSldWRlRaczJFRDJIejE2bEppUDc5bXpCN05uejhiYnQyK3hmZnQyNGplYW41OVBUTUxYcmwwclp5VFBuaERaQVhEMndydTYzek9SU0VTNlp5VVNDY2ZEQ2RKa0taTXcxZGJXUmx4Y25NSXEvSkNRRU9xVlNxRjhnNGhFSXZJYkFZRGpnL08xem9VZE9uUUFaTG9CbGFHdHJZMm1UWnNpS1NrSmtQNm1zcnROeEdJeHFRWUdnRUdEQnVIdTNidmtlRVhzMkxHREl5UExadGl3WVJ4cEg5bUFMU1BCOWM4Ly84REx5NHN6bHhRV0ZwTDdtT3JDRlB1a3A2ZkxCWlRadmpxZjB5TjN5WklsU3A5NzgrWU5TZmhCdXBoVUZ0eG15ekpHUmtZU3RZWXJWNjdBMGRGUjRYdXFXN2N1K0h3K1NVaCtTUFY0VldBbkFHVHZIZGl3aXgxay9WOWxzYlcxQlFDTUdUT0cwd1VHYWNLMlg3OSsrUDMzM3lFU2lSQVJFUUZQVDA4NE9qcmkxcTFiZVB2MkxWSlRVem5KMUkvUi9VV2gxRFREaHc5SFNFZ0lJQTJpalJzM0RzSEJ3WEJ5Y2lMSHZIdjNEbWZPbklHcnF5dk16YzF4OHVSSjhudGpZR0NBWGJ0MlVTV1hLbEJXVnNhUmVtZUtpS0tpb2pqRnAxWHgyalEwTkVSVVZCUWdsZG83ZCs0Y0hqMTZoTGR2MzJMLy92Mm9xS2lRS3haS1RrN0d4SWtURlY2UDJiOTgrWEwwNnRVTHJxNnVSSUx2eUpFamdMU3JaT2ZPblNRd3lTZ0VRQnBua1BVWFBYUG1EQ2wyK1Z3WUd4dGp6cHc1NUhXM2I5K08vdjM3NDVkZmZvR2FtaG9uc1hIanhnMXlqK0RzN0l4ZmZ2bmxzNDZWUVU5UER3c1hMa1JBUUFEZXZYdUhrSkNRS3NzOFV5aVVEMlBHakJrY200L3FvSyt2ajRrVEp5cjlYYVZ3N2I4KzU1cnA4dVhMV0xod29keCtrVWlFa3BJU3NsMmRPV3JxMUtrWVBIZ3doRUloL3ZlLy95RXJLNHZ6dklHQkFhWlBuNDcrL2Z1alI0OGVaUCtpUll0UVVsS0NmZnYyNGZqeDR5Z3RMVVZoWVNFaUlpSVFFUkdCcFV1WHdzdkxDM3crbjhqajd0MjdseFJmaFlXRlZkczcvSDJwcUtoQXZYcjFGSzZwZUR3ZU5tM2FoSmlZR0R4NDhPQ0RDd1dVS1NBeW1KaVk0TWlSSXpoNjlDalMwdEpRV2xvS0hvOEhQVDA5T0RvNktpM0VaaGNFTWdscFN1M21aVVlHRm9ldXdLdU1qRlY4dmw0MkFKcE1wZFFlMkl1M25qMTdLdXlhVUZkWHg3cDE2d0JwdGVUa3laUHg3dDA3VGhXdFJDTEJpaFVyNU01MWNYRkI3OTY5UDluNEtUVURXOWFYalZBb0pFRlZzVmlNZXZYcVljMmFOVWhJU0FDazhvNEZCUVVvS1NuQnVYUG5rSnljTE9laGRPUEdEZktZTFpXaHlpdXRNbmc4bmx4QVJ5Z1VrZ1NJdHJZMm1XQ1picGRtelpweGp1L2J0eS9jM2QwUkVCQUFTMHRMK1ByNmNtU0lLUlJLOVdBa0RuMkcrV0pSOEp4YUkzSEljTzdjT2VqcDZhR2dvQUNYTGwzaUpQNllSQ0dkQy8rUE5tM2FrTThvSmlhR2swejE5ZlhGOE9IRDRlWGxCUjZQQjB0TFM3UnUzYnJTWktxeTdoVXZMeS9Pb3BmZHBTZ1dpMGszS0dSOFVpQ3RtbFhsTjNQanhnMmNPSEZDNFhOTXB4YWtNbDFzMks5cFlXR2g5UHIvL2ZjZjNyNTlxMUxDK0dNUkZSWEZTVWovNzMvL1U5alJrNStmang0OWVwQ09KSFl5OWZyMTYxaTBhQkVHRHg2TUxsMjZ3TkxTRW1wcWFraEpTY0htelpzNThvYXlsY0FmRzNZeVZWV0hEdE1oWEpVeDJkall3TlBUa3lSVlpURXlNb0tycXl2aTR1Snc5KzVkWkdSa2NJSVg4Zkh4eEpQVzBOQVF6czdPMVhwUEZFcHR4TlBURTFGUlViaDgrVElBNFBuejV4ZzNiaHdNRFExaGJHeU1OMi9lSURzN0d4S0pCSHYyN0lHNXVUbU9IejlPemhjSUJOaTJiWnZjZFkyTmpURnAwcVRQK2w1cU94Y3VYQ0NkS3VibTVtalJvZ1VrRWduMjdkdjNRZGRWVjFkSFNFZ0l4bzRkQzM5L2YvajUrV0hObWpVZmRFM0dMeHJTVGhLeFdBeE5UYzFQMHVHaHI2OHYxd1dxaXJTME5FNVhyU3hlWGw0NGYvNDhlRHdlWnMrZWphZFBuM0tLalJpWTRsOEFlUExrQ2JadTNTcDNqTHE2dWtLRmk3WnQyM0tLN2Q0SGRpQzVYYnQyYU4yNk5lN2R1NGNIRHg0Z05qYVc0ODFJb1ZBb1h5THNRaUZaMVF0ZlgxOTRlM3RqMmJKbHVISGpCdFRVMURqcnNyTm56Mkx6NXMwQWdNV0xGeXUxcUpQRjBOQVFWNjVjcVpLbmQxVjl2OEZxK05EUzBzS2tTWlB3ODg4L2svYzFkT2hRREI4K25CU0FMbDY4bU1RMEJRSUJEQXdNRUJRVWhBa1RKdURRb1VNNGVQQWczcjU5Q3dNREExS2NHUjBkalFzWExnQXl2cUQ3OXUyVFV4OHlNVEhCOU9uVHF6ejJxdEt5WlV0UzRIWDE2bFdGeDF5L2ZoMTM3dHpocUY2eTU5T2xTNWR5MXV2Mjl2WUtFOXVuVDU4bTN3bWhVSWoyN2R0em5yOS8vejd5OHZKZ2Eyc0xQejgvamx4emZuNiswamd4VGFaU3ZuUm9NclVXa1oyZHplbTBVU1pOMXJWclY1Sk1UVTlQUjJKaUlqUTBORGdCdEx0MzczSXE4eG0wdExTKytnRHlsNHFkbloxQ0dVWjI5NUF5R0orNkowK2VjTHpYZXZic2lSOS8vQkhQbnovSDJyVnJjZnYyYmJLdzFkSFJ3ZnIxNjhIajhUQjM3bHk4ZVBFQ1Q1OCt4WTgvL29peFk4Y2lJQ0FBZVhsNTVEdko0L0U0RmZCTUJ6VVVKSEdMaTR0SmhSczc2Y3FncWFuSktSeUFWTjVoNE1DQkFJRHUzYnVUR3g5SWs4V3lRU0RHUSs3MTY5ZTRlZk1tTGwyNlZHMzVSQXFGOG44d0VvZFBueit2VlJLSERNcUNqZ01HRENDVnBXbHBhWFF1bE9MaDRVR0N2eGN2WGtSK2ZqNE1EQXp3NXMwYkpDVWxZZUhDaFlpTWpDVDNFMnpLeXNvVS9uYXJncDFNWlFjZm56eDVRaGJCVFpvMGdZR0JBV2YrS0MwdFJVUkVoTkxyS3BNd0xDMHRKVDZja0NuMktTb3E0aXd1bFNYbUFDQXBLUWxMbGl5QnRiVTFGaTVjK0Y1eVNGV0ZQVWZ4ZUR5bFFWZ0RBd08wYXRXS2ZIZVRrcEtRbnA0T016TXpRTG80M2I1OU83WnYzNjcwdFhnODNpZjFSU3dvS09ESUNGdFpXU24wNVl1TWpPVDQ2ZHkrZlZ1bGo2dU5qVTJsSFY5ZHUzWWxDZE16Wjg3QXk4c0xYbDVlY0hSMGhGQW9KUExEMzMvL2ZaWHVvU2p2ajZhbUJocGJXU0k3TisrSnFLUTh2d3FuVU40REhvK0g1Y3VYWStuU3BSdzV2TmV2WHl2MXcyVC9mYWFucDNPQ2FBelcxdFkwbVNvREk5OEhWaWQ5VkZRVThmL2k4L2t3TVRFaG42ZSt2cjVTRDF2WkRoODdPenVjT25XS0pEczlQVDNSdEdsVFpHWm1raVNobFpVVnhvd1pRODVadm53NUNRNHpCYS9NZkplUWtFQ2VZNVFJU2twS2lCd3dXd1VDQUpIQloxTlZCWVArL2Z0WHF6T3NXN2R1S20xa0lPMmFaUUt0NTg2ZFU1andaL1BzMlRPRngyaG9hQ2hNcG80ZlAxNnB0KzJyVjYrUWs1TWpOeCtWbHBZcVZJeGdHRHQyTFBGWDNMcDFLMDJtVWlpVXJ3clpPYUZPblRxb1U2Y08rVjBVaThXY29oYTJuTHk2dWpwV3JseFo2V3NNR3pZTXBxYW1hTmFzR1diTm1rWDJaMlZsY1FxWFhGMWQwYkZqeDJxTm4xMUU2ZVhsaFZ1M2JxRlRwMDd3OFBEZ0tET0l4V0pNbno0ZEVva0VhbXBxSEMvd3VuWHJZc0tFQ1JnOWVqUWlJaUk0U2tKUG56NVY2TDJyS041Z1kyUHpTWktwa040WHFySjdlUG55SmNlM1ZCYlplMEpsQ2tOOSt2UlJPWTV0MjdZUks3a0xGeTdBd01BQWlZbUoyTDE3TjY1Y3VZS1FrQkQwNzk5ZjdqejI5NHdxRFZLK1JHZ3l0Ulp4OXV4WjhxTlNyMTQ5cFFFOWMzTnpXRnRiazBYeTJiTm5PUklGbEM4SEF3TURXRnBhQWxLNUtEYzNONlhIc3VVM0lEUHBzSDBPMkpYb0JnWUd4Tk5sOCtiTkpKSDYzWGZmSVN3c0RNMmJOd2NBaEllSFk4R0NCYmgwNlJMRVlqRWFObXdJc0txY0lWMjRzeWRzSmpqTzQvSGtrcW5zUktnaVltTmprWnljVERwbmhVSWhKeGdVSHgrUG1UTm5vcVNrQkNVbEpkRFcxcGFyVnI1MDZSSnNiR3pJalFDVkxxTlF2ZzE0UEI3MDlmVmhaMmNIYjI5djRyY0NtWVRldDA2clZxMWdZbUtDek14TWxKV1ZZZWZPblpnMWF4WW5zYVdzV3BRSkZMTFpzR0dEMGk2VCt2WHJjN3pqMklGSWRwR1lvbXBsb1ZESXFleXRLdi8rK3kvcDhyU3lzb0srdmo1NWJ2UG16VVN4UVZkWEY2MWJ0MVo2SFNiWSsrelpNNldKMjQ5QlZsWVc3dDI3UjdZZEhSMVZkc3gwN2RxVnN6Q1BqSXpFMkxGanEvUmEydHJhQ0E0Ty9xUnlVOWV1WFNQZmg3cDE2NkorL2Zxb1Y2OGV6cHc1QTBpL1c0Y1BIMFpZV0JqbnZQUG56K1A4K2ZOd2RIVEV6Smt6MGExYk40NFBzTDYrUHVmL3BTSThQRHh3K3ZScGVIaDRvSHYzN2pBeE1jSFNwVXNCR1pubFhyMTZmZFQzVEpISHd0d01lM2R1QVlBZmVEeGVhdVZuVU40WGJXMXRoSWFHWXVEQWdUaCsvRGp1M2J1SDNOeGNFbEF6TnplSGg0Y0hTYURSK2JENnhNYkc0ci8vL3VQc0t5c3J3NlpObThqMjRNR0RZV1ZsUmVSbW5aeWNzSHIxNmlxL0JydHIxTUhCQVE0T0RuajA2QkVKVGhzWkdYRUNqeXRYcmlRSlU5bUE1T3pacytXUzZSa1pHVVRPVWphb3JVeGRvaW9JaGNJcTJReFVoODlod1ZCYVdvcHo1ODZoYytmT01EUTB4TnUzYnpGdTNEZzhlL1lNSmlZbStQdnZ2emxyNm5uejV1Ry8vLzVEdTNidE1HalFJRG1QNFE0ZE9xQmV2WHFrTU8zRml4Y3ExUzhvRkFxbHRzTXUvS2xLbDZBeUwrMnlzakpjdVhLbDB2T1pwaUZ6YzNQU0lKR2ZuNC94NDhlVFl3UUNBWDcrK2VmM1ZscllzR0VEa2ZpTmpZM2xxT1JBS2lYTXhON1YxTlRrMVBsa3VYLy9QdWJNbVFOMWRYWFNmY21lVTlrZG1jeityeUZKS0N2cnE0ckl5RWljUG4yYVl4TzNaTWtTV0ZoWXlLM0YyYkZ0VlVsaENxVzJRcE9wdFlneFk4WndLbEZWY2Zqd1libDk3SUFsNWN0ZzBLQkJDbjF4czdPendlUHhvS21wQ1Q2ZmovejhmUHorKysrY1k1amdZM3A2T2pJeU1nQnB0eWs3ZUhMejVrMzg5ZGRmY0hCd3dOU3BVekZ2M2p5NHU3c2pNREFROWVyVkk1T1lSQ0xCdkhuenlENDNOemNVRkJSd2ZIeGNYRndRSHg4UExTMHRKQ1ltRXVOenh1QzhPdHk0Y1VQT0k0aE5Sa1lHZVUvS0NBOFBSM0Z4TVpuZ216WnRXdTF4VUNpZmducjFEREJpeUVCczJmSEh0cGRacnhLcmNBcEZBYnE2dXRXZTE1eWNuT2hjS0VWTlRRMmpSbzBpZnR3SERoeUF2YjA5cVI2RjlQT3FLbXdaM09MaVl1am82SkJGWWxGUkVaNC9mMDZlWnlkVDJWTHhpanBFNnRXcmgyUEhqaWw5NXB0TXZRQUFJQUJKUkVGVTNXUEhqaW5zbm1VbllObkZaN3QzNzhhaFE0Zkl0bytQRDFuZ3NoZTFUQktWUFc1VlVyVWZpcXh5Z3FJT0lUWmR1M2JsQk9pWlpPcTRjZVBRb0VFRFhMOStIVStmUGtWK2ZqN0VZakgwOVBSZ2FXbUpkdTNhd2NmSDU1TVhHREYrN0FCSTFUaWZ6MGRwYVNrdVhyeUlvMGVQY254ckxTMHRZVzF0alV1WExnRlNHZWJFeEVTRWg0ZGoyTEJoOFBiMmhrQWdVUG1heGNYRkpEblFxRkVqSkNjbnkxVmQvL1BQUCtUeHNXUEhjUHo0Y2VqcjYzTXEzeW1VTHhsblorY3F5VmNya2t5bEtFY3NGbVBMbGkxeSszZnUzRWtLTjNWMWRlSHY3MDhrL3FwQ2FXa3ArdlhyeDlrbkVBZzQ4OTZuN05BWU1HQUE2ZGF2REZYM0JBY1BIc1RCZ3djL2VEeFhyMTdGN3QyN09mc1lKU1VtcU00bVBqNGVnWUdCZ0xUYlZWSEJyckxQTERJeUVrRkJRU2dvS01ERWlSTXhZY0lFMUsxYmx5aVlaR1ptNHQ2OWUrUjlDNFZDM0w1OUc4WEZ4VGg1OHFUQ2Vackg0NkY5Ky9ha1EvemF0V3MwbWZvTlF0ZDZsSzhKZGpKTHRvRkRGalUxTldJNUFHa2pCMU00cWErdmo4REFRT3pmdng4YUdob1lOV29VT2U3czJiUEVna1YyalpLUmtZR3BVNmR5R2tTS2k0c1ZXcUVvdzliV0ZudjI3Q0hiTVRFeEhJVU9WUWlGUXB3OWU3YlM0Mzc2NlNlTUd6Y080OGFOUTNwNk9obWZ0clkyWW1KaW9LNnVqb3lNRE9JVFdwUHFPTC8rK2l2SFdnWUFBZ01EU1p4ay9mcjFuRGxmMlZoMzdOaEJ1bGJGWXJGSzFTUFpBaTdHa2szV3JnMHkzN1BxV0FoUUtMVUZta3lsVUdvaEd6ZHVsSlBCWlNNUUNFajM2RjkvL1VYMno1OC9IeGtaR2RpK2ZUc3FLaXFRa3BJaU42a3Bxc3lTSlMwdERaTW1UU0tUbkphV0ZqcDM3c3p4NW1GZ1pBZlpOR3JVaUhTV3ZIcjFTazdtU1ZHUWw4ZmprV0NDUUNDQXFha3BkSFIwOE8rLy8wSW9GSUxINDJIKy9QazRjT0FBbmoxN2huZnYzbUgvL3Yza2ZGZFhWNVh2aVVMNVhIeG5XQTkrdmlQaDV6dHlQZTNVb2RRa1BqNCtpSWlJUUVwS0NpUVNDVUpDUWpqUEswdm90V3ZYRHFXbHBiaC8vNzdDNStmT25ZdXJWNjlDVDA4UFdscGFLQ2dvNEZUbkdoc2JBOUxGYVdXZHFUd2VqeU10RkI4ZkQzVjFkV2hwYVVFaWtYQXFuTm5lTHV6ck9qbzZvcWlvQ0t0V3JlSlVTNXVabVhHcW5ObVYxK0hoNGJoKy9UcWVQSGtDU0JmQ3lxUWFQd2ErdnI3RTk3UXFtSnFhS2l3TU1EQXd3T2pSb3pGNjlPajNIb3VXbHRZSEZSMmtwS1J3NUxEYzNkM3grKysvNDh5Wk01d0VLa09uVHAyd1pNa1MxSzFiRi8vKyt5ODJiTmhBRWoyWm1abFl1M1l0L3ZqakQ1dzRjVUpsZ1ZaNWViblNhbmhGTVBkUjlldlhwOGxVQ29XaWtoTW5UbkNVR3hqWTZqdCtmbjV5UWI5NzkrNXg1aGtHVjFkWCtQdjdReXdXeTNXUHlzcm9zKzBKWk5WK1ZCRWNISXl5c2pLY08zZU8rS0laR3h1VDVLT2pveU5IdmFNMmtKdWJLNmRHWVc5dkR6NmZyL0M5czd0WCtYdytSOG1nTXVyWHIwLzhidzhmUGt6ODNMcDA2VUxrbktPaW9raEErZjc5KzZUN1ZsMWRYYW1YT2p1WmV1dldMUXdkT3JUS1k2SjhIWHdOYXoyUnVsaW9MbEYvVzBjZ01GR3Z4dThPNWV2RHlzcUtQR2JXUmNvUWk4V1lNMmNPMldic3hpQmRwMVZVVkJDbG4rTGlZdmo1K1NFcEtZa1VpTFpxMVlxanhoY1RFNE5GaXhhUjMycjI2MVNuSzdJNngzNE1idDY4U1I3YjJkbEJYVjBka0puUGF6S1p5cFkwWm1DUFIwdExxMHJ6S2R1dlZwVVBPaHQzZDNlTUd6Y096WnMzVnppdmw1YVdjbVNHMmQ4L0N1VkxnYzZhRkVvdHhOWFZWV1V5ZGRTb1VXVEM5dkR3d05HalIxRlNVb0syYmR2QzJOZ1lucDZlMkw5L1B5SWpJOS9MME52RHd3T2RPM2RHa3laTjhQVHBVd3dlUEJpT2pvNUUxb2lOYkxVMXBCS1J6T0o5MGFKRmNzSFBmdjM2b1VPSER0RFIwU0gvTWpJeWlHZXFoNGNIcVR5K2ZQa3k1czJiaDVDUUVIaDVlY0hXMWhhVEprM2kzREExYk5pdzBpNGZDb1ZDK2RiUTB0TENzbVhMTUduU0pNNWlDTklFVjZOR2pSU2U1Ky92ait6c2JLWEpWRXRMUzhURnhhR29xRWp1dW01dWJpUnBlZWZPSFJLWVpQeFNLMlBIamgyY0JTb2JSaUtvckt3TUNRa0paSC9MbGkxeDllcFZ6bHhqYkd5TURSczJjTG9kVzdWcVJRcDNSQ0lScDZ1eFM1Y3UxUXBpZjh0WVdWbGh5cFFwMkxScEU0eU5qWWxjbDJ3aTFjbkpDV1BIamtXSERoM0l2aFl0V21ETGxpMjRkdTBhVnE5ZVRhckcvZjM5MzB2cGdrS2hVRDRHYkVVRE5uNStmamg3OWl6cTFLbWpzQ0RtN2R1M0NxWHFHelJvQUVpRGw0ejNLbHRLL3ZidDIxaStmRGtnbmRNWTd0NjlDeDhmSDdMTlh1K3c5NjlhdFFvZUhoNlFTQ1FjOVNLQlFFQWt6aytkT29VVksxWlUrVE1BZ05XclY2TjkrL1p5K3hzMWFsU3RncVByMTY5emdzcFY0Zm56NTV4T0pzZ0VieTljdUNEbm56ZGl4QWlPenphN3NNdloyUm1XbHBaSVRVM0Y2OWV2Y2Y3OGVmVHQyeGVkTzNjbXlkU0xGeThpS0NnSVBCNlBvOXpSdW5WcnBYT1NxYWtwZWN4T0pGQW9YeEpGRmNYSitocDFBbFlzVzN6UnZobFYrUHFXY1haMkp1dWo1T1JrRkJZV0t2WFFoSXcvcUd6MzQ2aFJveEFkSFkzSGp4OWo0OGFOU0V0THcrWExseUVVQ3FHaG9ZR2dvQ0J5N0MrLy9JS0lpQWpPK1FFQkFkRFYxZVhNaXdDd1pjc1dNcWVNSERsU3JyRHB1KysrNDJ6djNidFhZZkpQTEJaajVjcVZ4SmFrYWRPbWVQcjBLVVFpRWVyWHI0OVZxMWJKK1kwenNJdDYyZW9TYkFsYlJjVlJkZXJVZ1VnaytpTFhPVXh4VmxYbzNyMDd4bzBiQjF0YlcwRHF0OXFsU3hkNGUzdVRmWkQ2dlRPZms1V1YxWHRMT1ZNb05RbU5HbEVvdFJDMmZCZWZ6NGVtcGliMDlQUmdZV0dCdm4zN2NqeHpuSjJkc1diTkdodzZkSWgwQXpWcTFBaHo1c3hCVUZBUVVsTlRrWjJkamNMQ1FwU1ZsYUdpb29KNEJJakZZdElOeXBhWTZ0S2xDOVRVMURCbHloUXNYYm9VZm41K2dQUkc0WjkvL29HV2xoYU1qSXpRcjErL1NxdHhEUXdNU0NjcWN3TlN0MjVkVG9lUUtycDA2WUpUcDA2Ukd5UkhSMGRzMzc0ZDY5ZXZ4NE1IRDlDZ1FRTXNXN2FNQnNFcEZBcEZBWFoyZHRpMWF4ZFdyVnBGdWdHYk5XdUcrZlBuYzQ3ejlmVWx4VEhtNXVabzJyUXB3c1BEQVZhbktZT2lKT3gzMzMwSE56YzN6cUxMMnRvYTA2ZFB4NlZMbCtSOHg1VGg1dWJHU2FieStYdzBiTmdRUTRZTUlRb0U1ZVhsR0RseUpPTGk0cENlbmc1cmEydlkydHJpMWF0WDJMQmhBOXEyYll2UTBGQzV4Wm1scFNYbXo1K1BuVHQza2dDb3ZyNCszTnpjYU9kaU5SazdkaXhKam10cWFxSkhqeDc0NDQ4L29LZW5CMWRYVjN6Ly9mZkVFMTRSYm01dU9IandJSTRlUFlxYk4yOWkyTEJobGI2bWdZRkJwY29haXFqSnl2Q3ZuZGR2OG5IcTlGbHMzL1BuUlBNbWR1RnBUNU1lVk9FMENxWFdZV0ZoZ2VUa1pCZ2JHeE1yRTBoOTBJS0NnbUJtWnZaZWF3MXRiVzNTeGRpbFN4ZFNnRlJTVW9MVVZQbUd0dExTVW9YN0FYRDJNNEhtdUxnNHBLV2xrZjFGUlVWWXNHQUJaczJhQmFGUVdPMXVIZG5BT0VQWHJsMHhZOGFNS2wrblc3ZHVjc3BFQVBEOTk5L0R5Y2tKVjY5ZXhhKy8vaXIzMnFyR0t4S0o1TVluMitYTERzRHorWHo4OE1NUHhDcmd3SUVENk51M0wxcTFhZ1dCUUlDaW9pTGs1T1FnS1NrSjl2YjJ1SHIxS2puWDNkMWQ2VGpZZnVleVhjY1V5cGZDbTJmUDNyNEJMblZ5a3krZW9IeGI2T3ZybzJuVHBuajgrREVrRWduaTQrTkpvYVFzYW1wcWlJdUxJOXNSRVJIRVE3eWlvZ0pDb1JCcjE2NkZuNThmTWpNemNlTEVDWEpzVUZBUTdPenN5RFk3T2NuajhUQnYzanpTWENITGpoMDdTQUxPeDhlbjBtNUd0dVVNQTlNaHl4UkE4Zmw4TEY2OEdEZHYzc1RhdFd1Ums1T0RnSUFBVEpnd0FVT0dERkY0RFVpYlBSNCtmRWkyKy9UcFF4NnppNHlaNXBlTEZ5OXl6bWZIWFdzN1JrWkdIQ2w5ZGxHWUxQUG16U05ydzRLQ0FtUm1adUxRb1VONDlPZ1JkdTNhUlk2N2ZmczJlZHl1WGJ0UE5uWUs1Vk5Dc3c4VXltZGkxYXBWVlQ3V3hNU2tXaEo4TGk0dWFOV3FsZHgrSG84SEt5dXI5NVpPNk5LbEM0eU5qY21reUhqdktXTGh3b1ZZdUhDaDNQNFpNMlpVYWZGdFpXV2w5RDNMVnByWjI5c3I5RFdpVUdvRFpXWGxlSldSZ2MxYmQ5aldzN2JPZi9Qc21YdzBpVUo1VDk3SFM3WkpreWJZc21VTFNrdExVVlJVcExBQzFOallXQzVweXNpMXl6SnMyTEFxSmIrTWpJeUl2QzE3NGFoS1puYmt5SkVZUEhnd2VEeWVVdG0vT25YcVlPclVxWmc2ZFNvS0N3dkpZdlhISDM5RXExYXRWUHErK2ZqNGNMcDdLTzhQKzNQazhYZ2M2ZjJxb0s2dWpzR0RCMlB3NE1FS24yZExDVE5VUitLUjh1bDUvZm9OdHUvK0U2OHlNbjdpOGRVZkFxREpWTW9YU2ZQbXpYSDE2bFZNbXpaTlRoS2YzVjB2aTd1N3U1eWxDbGhCVkdVSUJBSVNWRTVOVFNVcURpWW1KcHlPbTBlUEhwSDVVMUVRbWgyZ0JJRHM3R3ljT1hNRy8vNzdMeVpObWlRMzM5MjRjUU12WDc0RXBISzFzc1ZSeXZ5MmhVSWhHZU9Ib0tlbkJ6MDlQYm0xblN6bTV1Ym8zYnUzd3VlZVBYdUc2T2hvaGMreGs2bWFtcHJvMjdjdk5tM2FCS0ZRaUVlUEhpRXBLUWwyZG5ad2MzTkRWRlFVSUEyTW01aVljR1NlVlNWVDJSMWJzdW9jbEc4RHV0YWpmRzMwNjljUGp4OC9CcVErcUV3eXRiQ3dFRStmUGlYcWRJd2FRbjUrUHZMejh6bXl3RE5uenNTRUNST2dwNmVuY0E0TUR3OUhRVUVCT25ic0NGdGJXL2o0K0dEdjNyMHdNakxDbURGallHWm1oaHMzYmlnY0g3dkw5UDc5KzhqS3lsSjRuS0doSWFjTE1pc3JDekV4TWJodzRRTEhTNTdINHlFNE9Cak5talZEczJiTmtKS1NndVBIajZPa3BBVHIxcTNEL3YzNzRlbnBpZTdkdThQT3pvNnNSek16TTRtcUJLVE5Ka1ZGUlVoT1RvWklKTUxPblR2SmM4eWFwYmk0R0JVVkZWQlRVNE5JSk9Ja296OUZ3V2R3Y0RDZVBuMHF0NTh0cmJ0MDZWSk9NaHNBaGc0ZENtOXZiODYrUTRjT2tWaHdZV0doWEpLZG5XZ3RLaW9peHpMZkpRQ3dzYkVoajRWQ0lVNmRPa1cyMlUxQ0ZNcVhCRTJtVnBWUzNKTm9pd2IrdnY2M09Gc2xiZjhVU2szQzlwVDVtTEFYN2hRS3BYTFMwbDhpWVBvc1BIMzI3RmdkRGQyQU44QyttaDRUaFFKcGxhNnlLdHRQRFh1eHBRcDFkWFc1eFowcVpHV29WQ1ZTS1JRS1JTbDByZmROWTIxdGpjbVRKeXROSmlwRFRVMU5vVGRaWlRnNU9XSGZ2bjBvS3l0RHo1NDl5ZjZmZi80WmJkdTJKZHNkTzNZazNacjc5bkZ2Snk5ZHVvU0VoQVJvYUdnUWVWdEdxakUxTlJYcjE2L0gzcjE3T2NuWm9LQWdra3oxOGZHcHNxZnF3WU1IY2ZEZ3dXcS96L2ZGMHRJU0V5ZE9WUGhjZEhTMDBtUXEyM2RQSUJEQTBOQVFIVHQyeE9YTGx3R3BOS09kblIwNmRPaEFrcWx4Y1hFd056Zm52TGFxUW1SMng2MHFLVXpLMXd0ZDYxRytObjc0NFFkczI3WU5CUVVGdUhMbEN0TFQwMkZtWm9ZblQ1NWczTGh4NURpSlJJSWRPM1lvdmM2MmJkczQyNXFhbWtSQklDVWxCUnMzYnNUV3JWdHgvUGh4V0ZoWVlPellzUmc1Y2lSQ1EwTVJGaFpXcGJFeWRtQ0s2TmF0RzFhdFdvWFEwRkQ4ODg4L0N0VUQ2dGV2ajBXTEZuRzhXeGNzV0FCTFMwdXNYNzhlRW9rRXVibTUyTGR2SC9idDJ3YytudzliVzF0czNyd1pzMmZQUm01dUxpQ2RiMmZQbm8zUTBGQWtKU1hKdlE2VFJJeU1qTVRTcFVzVmp2ZFRTTnltcHFaeXJHd1V3VTZzTXVUbDVTazg5cmZmZmtOcGFTbXhab0YwZmdYTDBnQUFsaTFiaGk1ZHVxQzh2SnhqdmNPV1FZNk9qaWJkcmUzYnQ2ZXhac29YQzAybVZwR1VsSHY1QUs2MmNXcGRoYU1wRkFxRlFxRlFLQlFLaGZJbFFOZDYzelp0MnJSQjU4NmRPWDdjVlVFb0ZLS3dzRkRoYzNwNmVwVjJuVVJHUnBMdVJqNmZEd2NIaHlxL05xTjYxTGx6WjF5NmRBbGlzUmlOR3pkRzgrYk5jZWJNR1h6Ly9mZjQ2NisvT09ld2c2RlJVVkdjN2hVTEN3dWwzYUNmRzVGSXBMUVRWbGJhbHczYnU1dXhsT25UcHc5SnBwNC9meDR6Wjg0a1FYUWJHeHU0dUxod0pPU1Z5VnN5TUIxYWtKSDhwVkMrSkV4c2JPcHJxT2wxTy9IM0diUjNhUXVUQnNaVk9Jdnl0YUtqbzRQUm8wZGowNlpOa0VnazJMMTdOeFlzV01BcExGRlRVNE9ob1NHTWpJekl2NnlzTE9JM0hSZ1lpSk1uVDVKNXBsZXZYcGcrZlRwZXYzNk56WnMzRXlsMUh4OGZVcmpFOXJ6K21IaDVlWEY4VFNGTlhBNGRPaFFqUm94UVdGenM2K3NMRnhjWGJOeTRrYU9PSXhRSzBiTm5UK2pyNjJQU3BFa0lEQXlFUkNMQjZOR2pZV2RuaC9idDI4c2xVelUwTlBERER6OEFsVWpaS3ZJb1ovampqejhnRkFwSjRyS215TXJLa3BNcXRyZTNCNlRKYStaenZuWHJGcWY3RjFLRndjNmRPd1BTejNIUG5qMkFOQkU5WWNLRXovUU9LQjhEYlMwdDJEU3hSbmJ1NjhmbFphWDVOVDJlbW9ZbVV5a1VDb1ZDb1ZBb0ZBcUZRcUY4azd4dmgyRmNYSnpTNU51UkkwZFVkamdXRmhaaTQ4YU5aTnZPenE1YTZoSGZmZmNkc3JLeTBLZFBIMXk2ZEluc1g3QmdBVnEzYm8yQkF3ZWlUWnMyU3MrWDdlN3MxS21UMG1ScW8wYU4wTGh4NHlxUDdmcjE2OFRmN24yNGR1MmFTcWxkUmJ4Nzk0NTBwbXBwYVJHckFuZDNkK0tSV2xSVWhLaW9LUFRyMXc4WExseUFnWUVCaEVJaHAwTzNhOWV1S2wrSDdWSGJzR0hEYXI0ekNxVjJvQTNkSmxESDJvVkxmOEg2MzFiUVpDb0ZZOGFNUVV4TURCSVRFM0g4K0hIMDdkc1hUazVPT0hEZ0FBd05EV0ZvYUNoWElCUVJFVUdTcVUyYU5NRzhlZk1RR3h1TGdRTUh3c3pNREpCMkwyN1lzQUd2WHIzQ3VYUG40T1hsSmZmYU0yYk00SFRBdmkvTVhPN2s1SVFSSTBiZ3dvVUxhTisrUGI3Ly9udTBiOSsrVXU5ek96czdiTnEwQ1FrSkNZaU1qRVJNVEF6cTE2K1BVYU5HQWRKNU1pQWdBS21wcVpnMmJSb0FvRm16WnVSOGJXMXQyTnJhWXVyVXFiQzB0QVFBbUpxYXdzaklpSFMwQWtDOWV2VXdZc1FJamhLRkxJeGtiblhac1dNSFJ4YTVxaWhUT3V6UW9RT3VYTGtDTlRVMUNBUUN1TG01WWNTSUVlUzVSWXNXWWUvZXZVaExTeU1xR2JxNnVtalpzaVZtekpoQmtzSDc5dTBqSGJOanhvemhkS3hTYWorTnJTeXhaOXNtQUJqSTQvRlNhM284TlExTnBsSW9GQXFGUWlFU2h6czJyNDlyWm10VGhSTW9GQXFGUXFGUUtKVlJWRlJFZ295TUIrcmJ0Mjg1Z2QxZXZYcFY2NXB1Ym01NC9mbzFPbmJzeU5tdnFhbUpnUU1IQXRMQUxwdnk4bklTWk5YVTFPUUV4bFhKRlhmdDJoVXpac3lvOHRpNmRldkdrY09WaGQxZHFxclR0RG84ZlBpUVBHYUMrSkMrejU0OWV5SXVMZzU5K3ZRaGRnQk1vUHJldlh1a3U5alkyTGpTN21CMng1S3FyaUlLaFVMNWtsQlhWMGRvYUNqbXo1OFBrVWlFbzBlUHdzbkpDVTJiTmxWNnpxQkJnekJvMENET1BtZG5aNFhIbXBxYVl1ellzVXFmKzlnRUJnWmk1c3laNzNWdXExYXQwS3BWS3dRRkJhRzh2Snd6VjQ0ZE94WmlzWmhZMkhUdjNoMGVIaDdRME5CUWFtdHo5dXhaUU5xUktSS0pLazNxVmhVdkx5KzU1UFNIV3Zvd3FoY00zdDdlY2w2cWJQcjM3MStwOXlrakgyMW5ad2NURXhNRUJBUjgwQmdwbEpxR0psT3JTRDFyNjdwNi9Eck43dDFQaEhWaksraFRmd3dLaFVLaGZFVXdFb2N1YmFqbkpJVkNvVkMrTGVoYWovSSsxS3RYRDgyYk4xZjRIT1AvWFZGUmdWbXpacUdzckF5UWRsQ3VYNzhlMDZaTnd4OS8vSUZwMDZiaDVjdVhHREJnZ053MStIeStVcW5nRGgwNndORFFVR1ZRTmk0dWpyTWRGQlJFNVBxV0xsMWFaYy9VOHZKeXBYTEdpbUFTeG9wSVNrcmllT01kUFhvVURnNE82TlNwRStiTm0xZmwxNEJNUnhCYlhyQng0OGFjTHFCUm8wWmh3b1FKSk5ETmZ1N0NoZi9IM3AySFJWbnVid0MvMzVrQmhuMVhGQlJRY0VmY1VPeG9kcXlqbWRrdmM4bk0zZFEwclFUTkJSVmMwMHhUTTNITlhiTkYwOHFUdUZWdXh3V1hVRkZFQmRrUmtKMEJadm45Y2VBOWppd09BcjRJOStlNnZPSmQ1NTdKR3A3NXp2Tjlqb3MvZCtuU1JXL2RPQnNiRzczWFY2UFI0TUtGQytMMjQydnVFUkc5Nkp5ZG5iRjkrM2FwWTFTSnA3WFpOOVNUTXpZRlFZQmNMdGQ3bkxKbWRaYVdwYW9LcVM4U0t5dXJjdGZhSlhyUjFMMy9pcCtScFpGVkc1bUFqZE5uQitMekJmUFFxUU9ucEJNUkVSRVJFYjNvT05halo5RzJiVnVzWExteXpPTTZuUTVCUVVHNGRPbVMzdjd0MjdmajFxMWJHRGR1SERadTNJano1OC9Eek15c3hQWEZhMzJXcGsyYk5tVVdjdFZxZGFrelBoOXYvVmRRVUZCaVhWS1pURmJxckpidnYvKyt4UHFyenlJc0xBd2ZmZlFSY25KeTlMTE9temNQWGw1ZTZOV3JGenc5UFdGdGJRMWpZMk1vRkFyeEQ0cGVUNDFHQTdWYURiVmFqY0xDUWx5L2ZoM05talhUVzlQTjN0Nit3ak45QWVDWFgzN0JMNy84SW03djI3Y1BIaDcvNjlaeTdOZ3hzYWpjdm4zN2FwbE5SVVJFUkZTVDZIUTZhTFJhcEtXbXlnRUlBTXIrMWx3ZHdHS3FnV1FDakNEbzdESXlNaXUxL2djUkVSRVJFUkhWSEJ6clVYWEl5TWpBMGFOSHhXMUJFTVJabStmUG44ZjU4K2RoYm00T1IwZEhiTjI2VmU5YXJWWUxuVTRIclZZTGpVWWpGaEVMQ2dvUUZCU0VybDI3bGpuRFpkdTJiUWdPRGk0MzI5eTVjMHZzOC9UMHhIZmZmZmVNei9icE1qTXp4VUtxSUFobzFxd1pidCsrRFJRVldzUEN3aXA4VHdjSEI4eWRPeGYzNzk4WDkvM2pILy9Bdm4zN3FqRDVmejlJL1BiYmI4VnR0aWtrSWlLaXVpQXArU0gyN1BzUmUvYjlPTk85V2V0djdrZmN1Q1oxSmlteG1FcEVSRVJpaThQTFYvK0dSMU4zdGpna0lpSWlxZ1FiR3h1ODlOSkxPSFhxRk9yVnE0ZDE2OVpoejU0OTJMOS92M2hPVGs2TzNrek5wN0d5c29LUGowODFKUzZkalkwTkhCMGREVDcvN3QyN2VyTmdpL242K3NMZTNoNXBhV2tJQ2dwQ256NTlzR1BIRHV6Y3ViUGNOVmJMMDdOblQ3UnQyeFkrUGo2NGVQRWkyclJwQTFkWDEwcXZHNGVpTlFTTGhZU0VJREl5RWlocTc5dXhZOGRLMzUrSWlJaW9wbnVVbm83OUIzOUIycU8wOTdReXhlOEFXRXdsSWlLaXVxMjR4ZUhVejJaanhkSkZiSEZJUkVSRWRZcE1Kb09Sa1JFQWlQK3NyTDU5K3lJOFBCd2JObXhBNDhhTkVSQVFnR0hEaHVIUW9VTzRkdTBhb3FLaWtKV1ZaZkNNNkc3ZHVqMTF6YlVPSFRwZy9QanhGYzVxYjI5ZjZ2NDMzM3dUVTZkT05mZytQWHYyTExVNEtwZkw4Y1liYjZCeDQ4WjQ4ODAzQVFDalI0L0cwS0ZEY2VYS0ZkeTRjUU1QSHo1RWRuWTJDZ3NMeFJtNXhUTjBpd21DSVA3cDI3Y3ZyS3lzc0hidFdpeGV2Qmc5ZXZTQWk0dExpZlZpS3lNNU9SbExseTRGQURnNk9tTEJnZ1ZWZG04aUlpSWllbkd3bUVwRVJFUmlpOFAwakF5Mk9DUWlvcWN5TlZXaVhWc3ZwS2FsWDhyTnlVNlNPZzlSWlhsN2UrTS8vL2xQdWVjTUhEZ1FBd2NPTlBpZVBYcjBnS2VuSnhvM2JpenVjM1YxeFpRcFUvVE9LeTRhUHFtNGFDaVR5Y3A4aklzWEwrcHRkK2pRQVIwNmREQTRZMm5tenAyTDJiTm5BMC9NMERURTQrdVhQbW5TcEVrd05qYlcyMmRpWWdKZlgxLzQrdm8rWTFwQW9WQWdNRER3bWE4dno3WnQyK0RnNEFCSFIwZk1uVHNYZG5aMjFmSTRSRVJFUkZTenNaaEtSRVJVaGVSeUdhd3NMU0dUeWRJMVdtMisxSG1JaUlpcWczUERCbGo3MVJjQU1Fb1FoR2lwOHhEVlJNYkd4bkJ6YzN2cWVSVXRXRlkzaFVMeDFCbXd6K0xKUXVxTDRMUFBQcE02QXRVZ0hPc1JFUkhWWFdWL3ZaR0lpSWdxek1tcFBvTG16RVNQN2k5OVhLQlIvQ0YxSGlJaUlpSWlJcW84anZXSWlJanFMczVNSlNJaXFrS21TaVc4V3JmRWx1QzFsd1ZCZUNoMUhpSWlJaUlpSXFxODJqRFcwMExJa3VzUTZ0VzZkVjlMUzB1cDR4QVJFYjB3T0RPVmlJaUlpSWlJS2tTajBTQTlJd043ZnZqQkZoNGVKbExuSVNJaW9xZDdnSnpJL0VMTnhHV0xBdEdxUlRPcDR4QVJFYjB3T0RPVmlJaUlpSWlJS2lRaE1RbEx2bGlKUDA2ZFh1MnVVQzYrRDRSSW5ZbUlpSWllSWpJeVB4NkljVzdZUU9va1JFUkVMeFRPVENVaUlxcENlWGw1dVBiM2RZd2M5NUZQUFhmMytsTG5JU0lpcWc0cVZUNyt2bjRES3BXcWcwYUhlbExuSVNJaXFtNGM2eEVSRWRWZG5KbHFvTHhIMm90eUc3eXlkL3VtV3cyY25LU09RMFJFTlZSY2ZDS216WjZIdS9mdWJWVWFtMDhFc0V2cVRFUkVSRlEyanZXSWlNZ1FIT3RSWldqVUdvVGZ2Z01URTY2T1FGU1QzQXkvamNMQ1FoZ1pHMGtkaFdvNEZsTU5sSlQwZHc2U2NMdHBFM2Vwb3hBUkVSRVJFVkVWNFZpUGlJanFpb1pOMnpReVVpaEdyRnE3SG0vMWZSMU4zTjJramxSbjVLbFVXTC81V3hnYkdVc2RoWWdlVTFoWWlNeXNMTmpiMjBrZHBjYXhNRGRIMXk2ZGNUamsyRjg1R1ZrSlV1ZVJHb3VwUkVSRVJFUkVSRVJFUkxXY3NTQnpoa3czZWV2TzNXanY3Y1ZpNm5OZ2IyOEhwL3FPeU16S2drNEg1QmNVU0IySmlKNWdZV0dCZW80T2NIUjBrRHBLamRMSXhSbkxsOHpIOGlYekp3bUNFQzExSHFteG1FcEVSRVJpaThNZjkyeS81ZHlnZ2RSeGlJaUlpSWlJaUY1NExzNE5zV3hSRUpJZnBrZ2RoWWpLNFdCdkIzZlh4bExIb0JxTXhWUUR1VFp2NjY2RE1EaDQwN2Q0czA5dk5ISnhsam9TRVJGUmxTbHVjZWpadEluVVVZaUlpSjRyanZXSWlJaW91c2hrTWpSeGQrTXNZQ0tpRjV4TTZnQXZDa0dRdWNwaytIVHJqajJJaTYvejdhR0ppSWlJaUlocUJZNzFpSWlJaUlpSTlLblZhcVNtcFdIejl1ME84UEF3a1RxUDFEZ3psWWlJaUlpSWlJaWVTcVBXSVB6MkhaaVkxUG5QVW9qcXZLenNiT1RsNVVrZGc0aUlpS3BKVEd3Y0ZpejVBdWZPWDFydktqZWJFUTJja0RxVGxGaE1KU0lpSXJIRjRkZkJtL0IydnpmWTRwQ0lpSWhLeUZPcHNIN3p0ekEyTXBZNkNoRkpUS2ZUSWowakU0SWdTQjJGaUlpSXFvRXFQeDkzN3Q1RFFXRitDd2lDamRSNXBNWmlLaEVSRVVFUVpLNkNvUHQwODdZZDhPblluc1ZVSWlJaUV0bmIyNkdlb3dQeTh3dWcwd0g1QlFWU1J5S2lHc0RNekF4bXBrbzQxYThuZFJRaUlpS2lhc1ZpS2hFUkVSRVJFVldJcmEwTlJydy9CRnUyN2Q0WWx4UWZKblVlcWw0dXpnM3gxYkxGU0UxN0pIVVVJcXBobEVvbFdqVHprRG9HRVJFUlViVmlNWldxRE5mUElhcVpib2JmUm1GaElZeU1qYVNPVWljWUd4dkJ0WEVqUk1mRVJtcnlDdEtsemtQUzBLZzF1QmwrVytvWVJGU0Zjbkp5eGJYaDJOSVFzTGV6eGZneEl6Rit6TWcxZ2lCRVM1MkhxcGRNSm9PblIxTjRTaDJFaUVoQ0hPc1JFUkhWWFN5bVVwWGgramxFTlZOaFlTRXlzN0pnYjI4bmRaUTZvWEVqRjJ4ZXR4b0EzdWFIeTNWWG5rcUZyNE0zd3NpSVgySWdxaTEwT2gzU016SWdDQUowT3AzVWNZaUlpT2c1NDFpUGlJaW83bUl4bFNyTjN0NE9UdlVka1ptVnhmVnppR29vQ3dzTDFITjBnS09qZzlSUmlHbzFSMGNIY1UwNXJVN0g5MFNpV3FaNGJUZ1g1d1pTUnlFaUlpS3FNQTIwRCtWYXhiNjMzdWp6U1gydWRVdEVSR1F3RmxPcDBseWNHMkxab2lBa1AweVJPZ29SbGNQQjNnN3VybzJsamtGVXE3bTdOdWFhY2tTMW5GS3BSSFBQcGxMSGtGeCtmZ0hpNHVNUnZIR0xwMjJUSnVtUDd0M0xrRG9URVJFUmxTOG04dnBkQUo4dURMenlpZFJaaUlpSVhpUXNwbEtseVdReU5IRjNReE4zTjZtakVCRVJTWXByeWhGUlhSRVRHNGRSNHljaFBpR0VCNWxCQUFBZ0FFbEVRVlRoZ0tXUjJjUkh3QzZwTXhFUkVSRVJFUkZWQjVuVUFWNFVhcDA2RFRyaFpOY3VQckMydHBJNkRoRVIxVkNwcVduWXZHMG5mSHYwbXVycTBhcTkxSG1JaUlpb2ZCenJFUkdSSVRqV0l5SWlxcnRZVERWUTdPM3I0ZXJzd3NuejU4eUVSeE4zcWVNUUVWRU45U2c5QS90K1BJRGtoOGxqZFhKWmE2bnpFQkVSVWZrNDFpTWlJa1BVa3JHZUFBOFBrL3o4ZkdpMVdxbXpFQkZSRFNaQWdGd3VCM1NDUnVDYkJvdXBGVkFZRzNzanpjYkdHa1pHUmxKbklTSWlJaUlpb3FyQnNSNFJFZFVKemkyOFBkMFU1dXRuekptUG03ZHVTeDJIaUlocU1FY0hlM3d3YWdTY0d6Yjh1bEF0dXlsMUhxbXhtRXBFUkVSaWk4Ti8rSFpoaTBNaUlpSWlJcUpheUVpdHM0T0ExMC8rZFFxcHFXbFN4eUVpb2hyTTN0NE93NGNPeHFuanYyMk91M2N0UXVvOFVtTXhsWWlJaU1RV2g0dm56MkdMUXlJaUlpSWlJaUlpSXFJaUxLWWF5TTJ6WFR2WEZ0NzdKMHp4dzgxd3RzRWdJcUphcHpBMjlrYWFyWTBOV3h3U0VWR2R3ckVlRVJFUkVSRVJsWWZGVkVQSllTTUk2SHJsNnQvSXpNcVNPZzBSRVJFUkVSRlZCWTcxaUlpSWlJaUk5S2hVS3R5SnZJdFBwd1cwc0czU3hGcnFQRkpUU0IyQWlJaUlpSWlJaUlpSWlJaUlpR3FHKzlFUE1HN1NKNGhQU1BqUnl0aHk1Q05ndjlTWnBNU1pxVVJFUkNTMk9Ceno0UlMyT0NRaUlpSWlJaUlpSWlJcXdtSXFFUkVSaVMwT1E2OWNaWXRESWlKNktvVkNEanRiVzhoazhoUkJrT1ZKblllSWlJaUlpSWlvdXJDWVNrUkVSRVJFUkJWU3YzNDlMQXdNUUkvdVhmM3kxZksvcE01RFJFUkVSRVJFVkYxWVRDVWlJcXBDcHFaS3RHM1RHaVltcHBlZ1JaTFVlWWlJaUtxRHFWSUpiNi9XMkJLODluSmk1SldIVXVjaElpS3FiaHpyRVJFUjFWMHNwaElSRVZVaDU0WU5zR0xwUW9SZk9UZnF3WjNyUjZYT1EwUkVSRVJFUkpYSHNSNFJFVkhkeFdJcUVSRVJFUkVSRVJFUlVTMm5rZWMvMEdtdytPTkpFK0R1NWlwMUhDSWlvaGVHUXVvQVJFUkVSRVJFOUdMSnk4dEQrTzA3V1AzTkJwOTY3dTZxNVB2MzJlNlFpSWlvaG91NWZUc2V3TnF4STRkOUxYVVdJaUtpRndsbnBoSVJFVlVodFZxTnRMUkgyTHg5dTRPYm01dFM2anhFUkVUVklTNCtFUi83ejhDcE0yZTJLbzNOL3lWMUhpSWlvdXJHc1I0UkVWSGR4V0txZ2ZMejgrOURLeXo3OElOUmNIRnVLSFVjSWlLcW9SS1RrckZnNlhLc1hCMjhVbEJhdkN4MUhpSWlJaW9meDNwRVJHUUlqdldJaUlqcUxyYjVOVkRDL2ZCb0FLdkdqQnoybGRSWmlJaW81bEtwOG5IajVpMm9WS29PR2gzcVNaMkhpSWlJeXNleEhoRVJHYUkyalBVYU5teG9wakJ6ZEw4VmNRY3VEUnZDd3NKYzZraEVSRlJES2VRSzJObmFJakVwT1VWYldLaVNPby9VT0RPVmlJaUlpSWlJaUlpSXFKWVRMR3c5NVVaWVAzUE9mTnk4ZFZ2cU9FUkVWSU01TjJ5QWhZRUI2Tkc5cTU4NnAvQzgxSG1reG1JcUVSRVJpUzBPUDVyd0FWc2NFaEVSRVJFUjFVSkdXcm1wRHZDNEh4Mk52THc4cWVNUUVWRU5abVptQ20rdjF0Z1N2UFp5WE55dFZLbnpTSTF0Zm9tSWlFaHNjVGgrekVpMk9DUWlJaUlpSWlJaUlpSXF3cG1wQm5KcDV0M1p0Ym4zcVVIdmo4YlZ2NjlMSFllSWlJaUlpSWlxQU1kNlJFUkVSRVJFVkI0V1V3MmtrQWxtZ2d3ZTBROWlvRkxWK2JWMmlZaUlpSWlJYWdXTzlZaUlpSWlJaVBSbFoyZmp6TG56R1BUK3FCNXVicTJjcE00ak5iYjVKU0lpSWlJaUlpSWlJaUtxQm9sSlNZaUtqcEU2QmhHVm8zRWpGelJzVU9mcmhYcGk0dUl4WTA0UTRoTVN2dEVwalVZQzJDOTFKaW14bUVwRVJFUndhZWJkV1M1Z3hmOE5laC96NTg1Q3U3WnRwSTVFUkVSRVJFUkU5RUpMU0V4Q1FPQWlYQThQbHpvS0VaV2pxYnNibGk5ZUFCZVhobEpIb1JxS3hWUWlJaUtDUWlhWVFkQjVSRDE0d0JhSFJFVDBWTWJHUm5CM2MwVnlTbXFrSnE4Z1hlbzhSRVJFUkRWUlltSVM3dHk5aDVTVVZKaWFta0toa0VzZGlZZ2VvMUZya0ZmME9WaHNmRHlMcVZRbUZsT0ppSWlJaUlpb1FobzNjc0hPTGVzQjRHMUJFS0tsemtORVJFUlVrNW1abW1MeXhQSHNBa1ZVdzl3TXY0MnZnemRLSFlOZUFDeW1FaEVSVlNGN2UxdU1HVGtNNjladldmWGdRZHdWcWZNUUVSRVJFUkZSNVhHc1I1VWhWOGpSc3JrbmZEdDNram9LRVQzQnlNaEk2Z2owQW1BeGxZaUlxQXJaMnRqZ3ZVSHY0TDFCNzJ6bVRCMGlJaUlpSXFMYW9UYU05ZFF5UWF2UUNTb1RZMk1JTXBuVWNZaUlpRjRZZk5ja0lpSWlJaUlpSWlJaXF1VmtLdTBkNkxRVGx5NE1RcXNXemFTT1EwUkU5TUpnTVpXSWlJaUlpSWdxSkRVMURjR2J0c0szUjYrcHJoNnQya3VkaDRpSWlKN3V3WU93UjFHMy8vNjk1eXZkNFdCdkwzVWNJaUtpRndhTHFVUkVSRlVvUDc4QTk2T2lNWDNXWEUvYkprMnNwYzVEUkVSVUhSNmxaMkQzZDk4aitXSHlXSjFjMWxycVBFUkVSTldOWXowaUlxSzZpOFZVUTZsd1ZhZlREQWhlOHlWYXRXZ3VkUm9pSXFxaFltTGpNSDd5VlB4MDhKY0Rsa1ptL2FUT1EwUkVSRS9Cc1I0UkVSbUFZejBpSXFLNlN5RjFnQmRGVk5UVmRBQm5PN1p2SjNVVUlpSWlJaUlpcWlJYzZ4RVJVVjNoM0tLRnZVeG4xTzNmSWNmUXNiMDM2ams2U2gySmlJaHFLQk5qRTdpN3VTSTVKVFV5WDVXZklYVWVxWEZtS2hFUkVSRVJFUkVSRVZFdFo2UTI5cFRMWk90bnpwMlA4RnNSVXNjaElxSWFySW03SzNadVdZK0lheGZlZmhEeDkzR3A4MGlOeFZRaUlpSVNXeHh1WHJlR0xRNkppSWlJaUlpSWlJaUlpckROcjRGY1hGcmJ5YzBWM21mL2N3R3RXalNIalEzWG1TY2lvdHFqdU1XaFQ4ZjJVa2NoSWlKNnJqaldJeUlpSWlJaW92SndacXFCWk9aR0xRVkJXQnU0YUNraTc5MlhPZzRSRVJFUkVSRlZBWTcxaUlpSWlJaUlxRHdzcGhwSUpzQUlnczR1SXlNVGFyVmE2amhFUkVSRVJFUlVCVGpXSXlJaUlpSWkwcGY4TUFYQm03YkN0MGV2cVkwOVdyV1dPby9VV0V3bElpSWl1TGkwdG5OdDd2M1AwK2ZPSXowOVErbzRSRVJFUkVSRVJFUkVKSkhVdERUcy91NTdKRDlNSGlzb2pKcExuVWRxTEtZU0VSR1IyT0l3SUhBaFd4d1NFUkVSRVJFUkVSRVJGV0V4bFlpSWlNUVdoK2taR1d4eFNFUkVUMlZ1Ym9hdVhUckQxTXo4TDYyZ2lKVTZEeEVSRVJHOStGUXFGZGF2WDQ5ejU4NVYrYjIzYjkrT1diTm1ZZGFzV2NqSnlhbnkrejhyblU2SHZMeThVbyt0WGJzV0N4WXN3SW9WSzBvYzAycTEyTHQzTC83NDQ0OFN4NktqbzdGczJUSkVSVVZWUzJhaXVrZ2hkUUFpSXFMYVJLR1F3OWJHQmpLWlBFV3IwNVgrMnpBUkVkRUxyb0ZUZlN4Zk1oL0xsOHlmSkFoQ3ROUjVpSWlJcWh2SGVrVFZLelEwRkhQbXpFRnljakpzYkd6dzNYZmZ3ZEhSRVFDd2QrOWVIRDE2MU9CN0RSczJERDE3OXRUYmQvbnlaWncrZlJvQU1HUEdEQUJBWm1abW1ZWE0waGdiRzhQVzFoWW9Lb0wrOE1NUEtDd3NoRWFqZ1ZxdGhscXRSbUZoSWRScU5Rb0tDc1EvK2ZuNVVLbFU0cCs4dkR6azVPUWdKeWNIMmRuWlVDZ1VPSHIwS0N3c0xQUWU3K2pSbzRpTmpZVzF0VFg4L2YzRi9UcWREcE1tVGNMRml4ZWhWQ3F4YmRzMmVIcDZpc2RYcmx5SjA2ZFA0L3Z2djBkZ1lDRGVldXN0ZzU4akVaV094VlFpSXFJcVZMOStQY3lkTlIycjFuN2pkL2pZMmROUzV5RWlJaUlpSXFMSzQxaVBxSG81T3pzak96c2JBSkNlbm83WnMyZGp3NFlOa01sa2lJdUx3N1ZyMXd5K1YrL2V2UTA2YjlXcVZUaDQ4S0RCOS9YMjlzYTMzMzRMQUJBRUFULzk5Qk1pSXlNTnZyNHNCUVVGT0hueUpQcjE2MmZRK1lJZzRKVlhYc0hGaXhlaFVxa3diZG8wN05xMUM1YVdsamgxNnBSWU5HN1VxQkY2OWVwVjZYeEV4RGEvUkVSRVZjcFVxWVJYNjViWUVyejJjbUxrbFlkUzV5RWlJaUlpSXFMS3F3MWpQYlZDbHlQb2hPdk5QVDFoYm00dWRSd2lQVTVPVHZqa2swL0U3Y3VYTDJQYnRtMlNabnFhamgwN1B0TjF4c2JHc0xhMmhwT1RFOXpjM05DeVpVdkV4Y1ZWNkI3dnZ2c3VPbmZ1REFDd3RyWkdSa1lHVkNvVmxpNWRLcDRUR0JnSXBWTDVUQm1KU0I5bnBoSVJFUkVSRVZHRnFOVnFaR1JtNHNBdnZ6aTR1YmtsUlVWRnFhVE9SRVJFUk9WVHFMTHVGTXJOSnk1YkZIaW5majFIcWVNUWxmRE9PKy9nd0lFRHVIWHJGdVJ5T2JLeXNnQUFuM3p5Q1NaTm1sVHV0Vk9tVE1IVnExZEw3RDk0OENBYU5td0lyVllyN2p0MzdoejY5T2tEQndjSHVMcTZsbm5Qakl3TXBLZW5pOXR5dWJ4RTNrYU5HcUd3c0JCMmRuWXdNVEdCaVlrSmpJMk5vZEZvc0cvZlBseThlQkhyMXExRG8wYU5vRlFxWVdwcUNybGNEcDFPaHpWcjFxQlBuejVvMXF5WmVNOWp4NDVoM2JwMUFJREV4RVFBUUZaV0Z0NTU1eDN4ZVM1YnRnd0FrSitmTDU3M3dRY2ZvTEN3VU13cms4a3dhOVlzQU1Dc1diUFFvMGVQY2w4L0lpb2ZpNmxFUkVSRVJFUlVJWWxKeVZqeXhVcjhjZXIwU2tGcHNSaEFpTlNaaUlpSXFIeEZYMzZLZEhjcnUzaEVKQ1daVElacDA2Wmg5ZXJWQ0FnSUVOY0JOVEl5Z3BHUjBWT3ZmVkoyZGpZV0xGZ0FZMk5qZE9yVVNkdy9aODRjSEQ5K0hETm56aXl6U0JzVkZZVUpFeWFJMjNaMmRwZzVjNmJlT1I0ZUhnZ1BEOGZ5NWNzeGQrNWMvT3RmL3hLUEJRY0g0OHlaTXdDQTdkdTNZOVdxVlhyWGJ0eTRFVHQyN01DZVBYc3dZY0lFakJrekJpZ3FuRVpIUit1ZHE5VnF4WDE1ZVhsNCtGQi9jbnhxYW1xSi9GcXRWanhQcGVMM0hva3FpMjErRGFUUmFqV0FrR05tYWxycS81aUppSWdBSUNjbkYvKzVjQW1EM2gvVnc2VlpNMmVwOHhBUkVWVUhsU29mZjErL0FaVksxVUdqUXoycDgxUUd4M3BFUkdRSWp2V0luby8yN2R0ajI3WnRZaUcxTWg0OGVBQUFjSFYxTGZGNzNzbVRKekZnd0FCeGZkSEgzYjkvSCtQR2pVTktTZ29Bd043ZUhwczJiVUxUcGszMXpydDI3UnFDZ29LUWs1T0RlZlBtNmMyTUhUVnFGSnljbkFBQXAwNmR3bSsvL1NZZU8zTGtDRFp1M0FnVWRYeHhjM016K0RuWjJ0ckMyOXRiNzQrMXRiVjQzTVhGcGNSeFcxdGJnKzlQUktYanpGUURhYkpUUW5XbXRxOXYyL1FOMjJBUUVWR1pFaEtUTUhmQkV0eTlkKzhibVdBOEVjQXVxVE1SRVJGUjJUaldJeUlpUTNDc1IxUjkxcTFiSnhZdWl3MGFOQWd0VzdhczFIMWpZMk9Cb21McTQ3TXplL2JzaVJNblRpQS9QeCtOR2pYU3V5WTZPaG9USmt4QVdsb2FVRlJJM2JoeFk2a0ZUMjl2YjR3WU1RSTdkdXhBUVVFQi9QejhzSFhyVnJpNnVzTFUxQlJUcDA3RmpCa3pBQURYcjE5SDM3NTljZkhpUmN5Yk4wKzh4OVNwVTlHelowOXh1MSsvZnVqZHV6Y3VYcndJUHo4L29HaE4xRjkvL1JVQVlHWm1ocTVkdStybG1ENTlPazZjT0FFQUdENThPQVlPSEZpcDE0MklTbUl4MVVEeDhmRzVRSHlrbTJ0anFhTVFFUkVSRVJGUkZlRllqNGlJNmdwbmo3WXVDZ1dHQkcvOEZuMTZ2d2ErOTFGTmNlellzUkt0YlY5NjZTV3htSHJpeEFuczJsWCs5eGNpSXlOTDdMdDc5eTRBd04zZEhlSGg0ZUwrZ0lBQStQcjZJajA5WFcvTjFNVEVSRXljT0ZGc20ydHJhMXRtSWJYWWxDbFRjUGZ1WFp3NWMwWnN4MXQ4VDJ0cmF6Um8wQUE5ZS9iVUszQmFXRmdnUFQwZG8wZVB4ckJody9UdXAxQW9vRkFvY096WU1YR2ZXcTBHaWdxcFJNK0x1WmtaMnJYMVFtcGErcVdjM055SEJseFNxN0dZU2tSRVJOQm90UnE1WE1ZV2gwUkVSRVJFUkxXVUVlQUNRZkJmdjJVcldyVnN6bUlxdlRBZVBueUlhOWV1VmZpNjI3ZHZBd0NhTld1bVYwd0ZnQUVEQnVodHA2ZW5ZK0xFaVVoS1NnS0tDcUhyMTY5L2FndGVtVXlHSlV1V1lQWHExUmcvZmp3Y0hmL1g2V1RYcmwxSVNFakE3dDI3MGJoeFl6UnUzQmcrUGo3WXZYczNRa0pDTUdMRWlGTHZtWnViSzg0MEJZQ2NuQndNR1RJRTgrZlBSL3YyN2JGa3lSTGs1dWFLeDIvZXZDbitmT2pRSWIxMnc2YW1wZ2dJQ0hqcWEwWDBwTWFOWExEMnF5OEFZSlFnQ05GUHY2SjJZekdWaUlpSXhCYUhlN1p0dXVOVS80VmUrbzZJaUlpSWlJaUlYaUNmZnZvcHNyT3pzV2ZQbmhKRno4cTRjK2NPVUZSTUxVOStmajQrL2ZSVGNZMVZNek16ckYyN0ZoNGVIbVZlczJmUEhwdzhlVkp2Myt6WnMvVzJINTh0dTJ2WExodzVja1R2K0tsVHAvUzJSNHdZZ2U3ZHUrUFhYMy9WYTBzTUFIRnhjUmcvZmp6OC9QeHc3Tmd4WkdSa2xKcnJ4bzBidUhIamhyaHRZV0hCWWlwUkZXQXgxVUN1emR1NjZ5QU1EdDcwTGQ3czB4dU5YTGpPUEJFUjFSN0ZMUTdkM1Z3Tk9KdUlpS2oyNEZpUGlJaUlTRm92di93eVVOVHU5Mm5GMUk0ZE8yTFZxbFhsbm1Oc2JBd0FXTGh3SVNJakkrSHNYUDd2ZHdzV0xFQllXQmhRMUdaMzVjcVZhTldxVmJuWHhNVEU0UExseStXZTgrVDVNVEV4NVo3enhodHZJQzh2RDVzM2J5NzF1RmFyaFZLcE5QZ3hpYWpxc0pocUlFR1F1UXFDN3RPdE8vYWd2WGRiRHJDSmlJaUlpSWhxQVk3MWlJaUlhcDZ2dnZxcTFEVXlMU3dzWUc5dmo1WXRXK0xWVjE5Rmp4NDlJSmZMbjNxLysvZnZZOUNnUWREcGRGQXFsVGh6NWt3MUphZnFKcFBKREY0N3RFT0hEdWpRb1VPNTUzejMzWGY0L2ZmZnhlMzU4K2ZEeDhlbjBqbWYxYzZkTzhVMVc0dFpXMXRqK1BEaHVIejVNdnIzNzQvKy9mdnJIWjgrZmJyWUZualdyRmw2NjdNU1BTdTFXbzJNekV3YytPVVhCM2g0SkNJeU1sL3FURkppTVpXSWlJaUlpSWlJaUlpSWFyenM3R3hrWjJjak9qb2F2Ly8rT3p3OVBiRjA2ZEtucm11NWJ0MDY2SFM2NTVhVHBGRlFVQUNGUWdHWlRHYlErZmZ2MzllYjVUcGh3Z1M4L3ZycnBaN3I3KzhQWjJkbkRCZ3dBSzZ1cnZEejg4T1VLVk5LbkhmOStuWDQrZmtoTHkrdjFQdDA3TmdSeTVZdGc0bUpTWWxqeHNiRytQVFRUd0VBN3U3dUtDZ29RRnhjSEFCZzlPalJHRFpzbUVIUGk2Z3F4TVVuWU5tSzFmamoxT21WN29McDNQdkFYMUpua2hLTHFVUkVSQ1MyT1B3NmVCUGU3dmNHWitVUUVSRVJFUkZSamRDNGNXTzBiZHNXR28wR2lZbUpDQXNMZzFxdEJvcld4Snd3WVFKMjc5NE5Cd2VIVXErL2N1V0tPR3VQWGp4WHJsd3grTnp6NTg5andZSUY2TkdqQjdwMTY0YnUzYnVYTzNONTllclZLQ3dzQkFENCtQaGczTGh4Wlo1Nzc5NDkvUEhISDlpOWV6ZisvUE5QV0ZoWXdNaklTTytjME5CUStQdjdpNFZVUzB0TFpHVmxBUUJzYkd5UW5wNHVuck5peFFyWTJ0cVdlQnd2THkrY08zY083Ny8vUHJadDI2WjNMQ0VoQVh2MzdpMXhUVVJFaFBoelNFZ0k3dDY5VytLY3NXUEhsdm5mQ0ZGcGN2UHk4UGYxRzFDcFZCMjBjbG1kLzh2RFlpb1JFUkdKTFE0M2I5c0JuNDd0V1V3bElxSnlDUUwrKzhHVVR0QUlncUNWT2c4UkVSSFZYcDA2ZFVKQVFJQzRuWktTZ21YTGxva0YwcFNVRkt4YnR3N3o1czByY1cxaFlTRVdMVnIwWFBOUzFjak56Y1hzMmJOeDQ4WU5EQjA2MUtCckVoTVRrWmFXaGdNSER1RHc0Y000ZGVwVW1lYytlUEJBUEM0SUFtYk5tZ1ZCRU1vOFB5a3BDUUJnWldVRkN3dUxFc2YzN05tRFZhdFdRYVBSQUFER2pCbURpSWdJbkQ1OUdpZ3FaaDQvZmh4WHIxN0Z0V3ZYTUdUSUVDeGF0S2hFUytIV3JWdWpRWU1HNk51M2I0bGlhbkp5TXI3Ly92dHlYNFBRMEZDRWhvYVcyRDlnd0FBV1U0a3F3YkQ1N2tSRVJFUkVSRVJGN094czhjR29FWEJ1MlBCcm5WcDJUZW84UkVSRVZIYzRPRGhnMmJKbDZOeTVzN2p2OE9IRFVLbFVKYzdkdW5Vcm9xS2k0T2pvQ0NjbnArZWNsQ3BqeVpJbE9ITGtDQklTRWxCUVVHRFFOZmZ2M3hkLzl2RHdLSGRXNnJWci8vc1YxdDNkSGE2dXJtV2VHeE1UZy96OC95NFgrV1JMNmJpNE9FeWVQQmtyVnF3UUM2bHZ2ZlVXSmsyYXBIZWVzYkV4VnF4WWdXYk5tZ0ZGWHdMNDhNTVBzV0RCQWp4NjlFZzhyM1hyMXBnOGVUS01qWTBOZXM1RTlIeHdaaW9SRVZFVk1qWTJnbXZqUm9pT2lZM1U1QldrUzUySGlJaW9PdGphMkdENDBNRVlQblR3WmtFUW9xWE9RMFJFVk4wNDFxdFpaRElaSms2Y2lBc1hMZ0JGTTFERHc4UFJ2bjE3OFp6cjE2OWo4K2JOQUFBL1B6K3NYNzllc3J4a0dLMzJmdzFQaXR2dmFqUWFQSHo0VU53ZkV4T0R3c0xDRWkxMjgvTHljUGJzV1hHN2Rldlc1VDdXNDJ1YXhzZkhJem82dXRTQ3FrNm53NTQ5ZThUdEZpMWFBQURTMDlPeGE5Y3U3TjI3VjYrUVAyVElFRXliTnEzVVdhNDJOamJZdEdrVHBrNmRpc3VYTHdNQURoNDhpT1BIajJQUW9FRVlNbVFJSEJ3Y3lseTN0VjI3ZHZqamp6OUs3SjgzYng3Kyt1dS95MW42K2ZuaHJiZmVLbkdPdWJsNXVhOEhFWldQeFZRaUlxSXExTGlSQ3phdld3MEFiL1BEWlNJaUlpSWlvdHFCWTcyYXAwMmJObEFvRk9MNnFjbkp5ZUt4M054Y0JBUUVRS1BSb0dmUG51alZxeGVMcVMrQWhJUUV2VzBiR3hzc1dMQUFnaUJnOSs3ZFFGRXIzLzc5Kyt2TkVOVm9OTGgzN3g1U1VsTEVmUjA3ZGl6M3NUdzlQY1dmVlNvVkJnMGFoR2JObXVtMThOWHBkSWlOalVWaVlxSzR6OXZiRzJxMUdtUEdqRUYwOVAvK1Y2QlFLREIxNmxRTUdUS2szTWUxc0xEQXVuWHJzR2JOR3JGSW01MmRqYTFidCtMV3JWdFl1M1p0bWRjcUZBcFlXbHFXdXIrWWlZbEpxZWNRVWVXd21FcEVSRVJFUkVSRVJFUlV5NmwxbWhRRkZELzNmdTNWRHgwZFgveTFFMlV5R2N6TXpKQ1ptUWtBWWh0V0FGaTBhQkZpWTJOUnIxNDl6Smt6UjhLVVpLak16RXc4ZVBCQTNQYjI5c2F5WmN2ZzZPaUl2THc4Mk52Ykl6VTFGU2dxdWo1WmVIMmNrNU1UdW5YclZ1N2p0V3ZYRHUzYnQ4ZVZLMWVBb29Kc2VIaDR1ZGU0dUxqZ24vLzhKeFFLQllLQ2d2REJCeDlBbzlIQXhjVUZpeFl0Z3BlWGwwSFAxY2pJQ1A3Ky91amN1VE0rLy94ekpDVWx3Y0hCQVFzWExqVG9laUo2L2xoTUpTSWlJaUlpb2dySnp5OUFYSHc4Z2pkdThiUnQwaVQ5MGIxN0dWSm5JaUlpb3ZMRjNyMFJDV0RpRnpldmZpaDFscXBRVUZDQTdPeHNjZHZhMmhvQXNIMzdkaHc1Y2dSeXVSeExseTRWOTFQTlptVmxoYWxUcDJMWnNtWG8zNzgvWnM2Y0tjNjRORFUxeFZkZmZZVmx5NWJoOXUzYjRtemtKNW1hbXNMWDF4ZWZmdm9wbEVwbHVZOG5DQUpXcjE2Tjlldlg0OWl4WTNvem14K25VQ2pnNU9TRXJsMjdZdlRvMFRBeE1RRUF0RzNiRnVQR2pVTmVYaDdHangvLzFNY3JUZmZ1M2VIajQ0TXRXN2FnZmZ2MnNMVzFyZkE5aU9qNVlER1ZpSWlvQ3VsME9taTFXcVNtcHNvQkNBQjBVbWNpSWlLcWFqR3hjUmcxZmhMaUV4SU9XQnFaVFh3RTdKSTZFeEVSVVhYaVdLL21DUTBOMVZ0anMzbno1Z2dORGNYWFgzOE5BSGo1NVplUms1TWpycU5adkVhbVZxc1Y5L242K2tJbWswbVNuMG9hUEhnd0hCd2MwTE5uenhMSFdyZHVqUjA3ZGtDajBlak5RaTRtazhrcVhOQTBOemVIdjc4Ly9QMzlvVmFyVVZCUW9IZGNFQVNZbXBxV2VmMjRjZU1xOUhpbFVTcVYrT2lqanlwOUh5S3FYaXltR2tpdFU2Y3BvRGpadFl2UGU5YldWbExISVNLaUdpb3Q3UkVPL1BJYk5tL2QrYkdyUjZ2dDBaRTNyMGlkaVlpSWlNckdzUjRSRVJtQ1k3MmFSYTFXWThPR0RlSjI4K2JONGVUa2hCTW5Ua0NuKzIrZCsrVEpremg1OG1TSmF3c0tDakJseWhRQXdObXpaOFdaaGxRemxGWklmWnhjTG9lWm1WbUY3N3Q2OWVweWp5c1VDcjIxUjZ2QzB4N3phUTRlUEdqUWVjdVhMNi9VNHhEUjAvRnJOd2FLdlgwOVhKMWRPSG4rbkpud2FPSXVkUndpSXFxaEhxVm5ZTitQQjVEOE1IbXNUaTVyTFhVZUlpSWlLaC9IZWtSRVpBaU85V3FPbEpRVVRKczJEV0ZoWWVLK2lSTW5TcHFKaUlocU44NU1OVnhoYk95Tk5Cc2I5dGduSWlJaUlpS3FSVGpXSXlLaU9zR2xhV3NQaGJIQy83T0FJSXdhL2g1YXRXZ3VkU1NEWExwMENZR0JnZEJvTkVoTVRFUllXSmplbXBralJveEE5KzdkQVFCRGh3N0YwS0ZEUzczUE8rKzhnK2pvYUNpVlNwdzVjK2E1NVNjaWVoRTUyTnRoeFB0RHNHWGI3bzJKQ2ZHM3BNNGpOUlpUcVVva0ppVWhLanBHNmhoRVZJN0dqVnpRc0lHVDFER29oaXB1Y2ZnUDN5NXNjVmhKOFFtSmVCQVRLM1VNSXFvbVZsYVdhTzdwQWJsY0xuVVVvdWVLNzI5RVZCcStMNzVZRklMY0FjRGJSNDRkUjkvWC93VzhJTVhVQnc4ZTRNR0RCeVgyR3hrWjRhT1BQc0x3NGNNbHlVVkVWSnM1T2poZy9KaVJHRDltNUJwQkVLS2x6aU0xRmxPcDBoSVNreEFRdUFqWHc4T2xqa0pFNVdqcTdvYmxpeGZBeGFXaDFGR29Cb3E5ZlQzY3hhWDE1TVh6NTd4bllXNHVkWndYVm14c1BLWUh6TVBkKzFGU1J5R2lhbUpwWVlHWi9wL2dYNi8rVStvb1JNOU5RbUlTL0dmTzRmc2JFWlZnYVdHQm9JQVo2UDZQcmxKSG9UcEFFQVJZV2xxaVVhTkc4UFgxeGNDQkExR3ZYajJwWXhFUlVSM0FZcXFCWEQyODJ3dHlJZWlEU1o5ZzZ1U0phTjJxaGRTUmFvekV4Q1RjdVhzUEtTbXBNRFUxaFVMQmJ5TVMxU1FhdFFaNUtoVUFJRFkrbnNWVUtrdGhiT3lOTkZzYkc2bHp2TkJpNCtOeDkzNFVVbEpTWVdacUNqbmZFNGxxRFowT3lNM05SWHA2Qm03ZnVjdGlhaTNDc2Q3VEpTWW1pZTl2SFBNUkVRRG9kRHJrNXVZaFBUMEQ5KzVIc1poS1ZXN3ExS21ZT25WcWxkNXovLzc5VlhvL0lpS3FPMWhNTlpDZ0VLd2g2RHIvSFhZRFdkblpVc2Vwa2N4TVRURjU0bmkwYTl0RzZpaEU5SmliNGJmeGRmQkdxV01RMVNsbXBxYncrL2dqdEdyNVlyVE5JcUtueThuSlJlQ2l6NUg4TUFXQ0lFZ2RoNm9ReDNxRzQ1aVBpSXBsWldkai91SmxTSDZZSW5VVUlxckJ3c0xDc0cvZlBxQm9adkdVS1ZPZU9wdjR4eDkvaEwyOVBUcDI3QWdySzhPV0lZcVBqOGYzMzMrUElVT0d3TW1wL0NXdTR1TGlzR1hMRm93ZE94Yk96czdpOWNlT0hjUERody94Mm11dndkdmJHOWV2WDhlR0RSdmc3KzhQTnpjM2c1L3o4eEFWRllWang0NkoyOGJHeG5qMzNYZGhZbUpTNVk5ejVzd1ozTGx6QjQ4ZVBjSlhYMzBGbVV4V3BZOUJOVmQrZmo3aTRoTVF2SEdMcDUySHg2TzB5TWhNcVROSmljVlVxakp5aFJ3dG0zdkN0M01ucWFNUTBST01qSXlramtCVXA4Z1ZjclJxMlp6dmlVUzFTRVptSmt4TlRZR2kyVGhFZFJISGZFUlU3RkY2aHZpK1NFUzEwODZkTzdGcTFTb0F3S1JKa3pCMjdOZ0tYWitYbDRjNWMrWWdOdlovYTY3MzY5ZXYzR0pxVkZRVWxpNWRDcDFPQjBFUTBMSmxTL2o2K3VLbGwxNUMyN1p0OWRablZxdlYrTTkvL29PZmYvNFpmL3p4QjNRNkhTSWpJN0YyN2RveTc2OVNxZkRaWjUvaDFxMWIrTzIzM3pCbnpoejA2OWNQbVptWldMMTZOUURBM053Yzd1N3U4UGYzUjBwS0NpNWN1SUN4WThkaTlPalJOZUx6dFV1WExtSGF0R25JeXNvUzkzbDVlV0hBZ0FGUExhWUdCd2ZqenovL0xQWFkwS0ZEOGRaYmIrbnRlL1RvRVZhdVhDbHVuemh4QXErOTlscUphemR2M296ZzRHQUF3TWNmZjR5UkkwZFcrSGxSelhNdktocmpKbjJDK0lTRUE1WUs4NUZwUUoyZTNzOWlLaEVSRVlrdERrZU9tNFRQcG43TUZvZEVSRVJFUkVSRWRWUlVWQlRXclZzSEFIQnpjOE9JRVNNQUFOOTg4dzNDdzhOTHZXYnAwcVd3c0xBUXR4Y3ZYcXhYU0FXQW9LQWc3Tm16QnpabExERjA5ZXBWV0ZwYUlqTXpFenFkRGpkdjNzVE5temZ4N2JmZnd0TFNFbDI3ZG9XUGp3L0N3OE54L0tQczV5MEFBQ0FBU1VSQlZQaHhaR1JrNkYyZmtwS0M1T1RrVWd1MmhZV0ZtRFp0R203ZHVnVUFxRisvUG5yMDZBRUFhTnEwS1l5TWpGQllXSWhidDI3Qnlzb0tVNmRPeGVlZmY0N3M3R3hjdkhnUm8wYU5xdGlMV01WME9oMzI3dDJMMWF0WFE2MVc2eDBMQ3d2RDZOR2pzWExsU3JpNHVKUjVqOFRFUk55NWM2ZlVZNm1wcVNYMnRXL2ZIaTFidGhUL25lL2F0YXZVWXVySWtTUHg3My8vRzFGUlVRZ09Ea2IzN3QzUnBFbVRaM2lXUkRVWGk2bEVSRVFrdGppOCtuY1lXeHdTRWRGVEtSUnkyTm5hSWpFcE9VV3IwK1ZKblllSWlJaUlxczZDQlF0UVVGQUFBSmc1YzZZNEl6TThQQnpuenAwcjlackhDM3diTm16QXYvLzlid0NBbVprWnVuWHJocENRRUNRbEplSFRUei9GK3ZYcm9WUXFTOXpqN2JmZlJyOSsvUkFXRm9Zelo4N2c5T25UaUlpSUFBQmtaV1VoSkNRRUlTRWhldGNvRkFyODYxLy93dHR2djQxT25VcnZucEdkblkzUFB2c001OCtmQndBb2xVcXNXTEZDYkNOc1pHU0VWcTFhNGRxMWE3aHk1UXF1WHIwS0V4TVREQmd3QUR0MzdvU0Rnd05tejU2TnRMUTBPRGs1WWNtU0pjLzB1ajZyK1BoNEJBVUZJVFEwVk54bmJtNk8zcjE3aTJzQjM3MTdGME9HRE1ISEgzK01RWU1HbGJvMGlVd20wMnZUcTlQcDlMcnVMRnUyREFjT0hOQzdScVBSaUQrSGhZWEIxOWRYNy9pMGFkTXdjT0JBekpvMUN4TW1URUJoWVNIbXo1K1A3ZHUzVjlHeko2b1pXRXdsSWlJaUlpS2lDcWxmdng0V0JnWmd6YnBndjhQSHpwNldPZzhSRVJFUlZZMHJWNjdnMnJWckFJQm16WnJCeDhlblF0ZHYzTGdSR3pkdUZMZW5UNStPWHIxNjRlYk5tNGlOalVWWVdCZysrZVFUckZpeFFtOG1Ld0JrWm1iaTl1M2JDQThQeC8zNzkwdWRMZmtrdFZxTnUzZnY0dXJWcTdDM3Q0ZTd1N3ZlOGNqSVNNeWFOUXYzN3QwVDkzbDdlMlA3OXUxNDlPZ1IwdExTa0phV2hrZVBIZ0ZGaGRjbld4by9Yc0JOVDArdjBPdFJHZG5aMmRpNmRTdjI3dDJML1B4OGNiK0xpd3RXclZvRmQzZDNkT3pZRVVGQlFTZ3NMRVJlWGg2V0xWdUd3NGNQWS9Ma3lTV0t5NEdCZ1FnTURCUzNUNTQ4aVduVHBvbmJhclVhaFlXRjVXWjY4bmh4c2JWVHAwN2lMTmJyMTYvajRzV0xGZjY3UTFTVHNaaEtSRVJVaGN6TnpkQzVVMGZFSnliOWxabVRHMnZBSlVSRVJDOGNVNlVTM2w2dHNTVjQ3V1ZCRUI1S25ZZUlpS2k2Y2F4SGRjWE9uVHZGbjk5OTk5MVN6MUVxbFRoNjlDaSsvUEpMSER4NEVBQ1FuNStQaFFzWDR1ZWZmeGJQZStPTk44UjFPQmN0V29SeDQ4YWhzTEFRbHk1ZHdnY2ZmSUF2di94U2JFdWJuSnlNZnYzNmxXaGhXNnhwMDZibzBxVUwzTjNkY2ViTUdadzllMWFjUFJzUkVZR0lpQWdFQndkajBhSkY2Tk9uRDFBMFczUDQ4T0hpZWNXTWpJeHc5T2pSTWg4TEFBUkJnSldWRld4dGJXRm5aNGY4L0h3MGJkb1VucDZlQnIrV1pkSHBkTkJvTkZBb1NpL1BwS1dsNGFlZmZzTGV2WHRMdERMdTA2Y1Bac3lZQVV0TFN3REE2NisvamdZTkdpQWdJQUFKQ1FsQTBRelNDUk1tb0ZPblRoZzhlREI2OU9oUjVtTTlybHUzYm1JTDVpdFhydURLbFN2aXNjR0RCNWNvZmdOQXExYXR4SitIREJraUZtdDM3TmpCWWlyVktpeW1FaEVSVmFFR1R2V3hPQ2dBaTRNQ0pnbUNFQzExSGlJaUlpSWlJcW84anZXb0xzakt5c0pmZi8wRkZMWFA3ZDI3ZDVubm1wbVpRUzZYaTlzVEpreEFURXlNdU4ycFV5Zk1temRQM1BieThzS0NCUXN3YTlZc0FNQ2RPM2Z3M252djRkdHZ2NFducHlmcTFhdUh2bjM3NHVEQmc1REw1ZkQwOUlTM3R6Zmk0K054NGNJRkdCc2JvMkhEaG5qbm5YZnd6anZ2SURjM0YzLzk5UmQrLy8xM25EdDNEbXExR2cwYU5OQmIwN04rL2ZwaXdkVFkyRml2cVByYWE2OUJMcGZEenM1Ty9QUEREei9nK3ZYckFJQWxTNWFnVjY5ZTR2bXJWNi9HL3YzNzRlam9XT25YT1Q4L0gwT0hEc1dpUll2MGlwRUFzSDc5ZW16YnRxM0VERkFiR3h2TW1ERUQzYnAxQXdEazV1YUt4enc5UGJGdDJ6WXNYNzRjeDQ0ZEUvZGZ1blFKbHk1ZFFzZU9IY1had29zWEwwWlVWQlJReWl6YkhqMTZvRWVQSHNqT3pzYWhRNGZFL1gzNzlzV01HVE9Bb2xiUExWcTBLTFdOY0s5ZXZiQjQ4V0lVRkJUZzdObXpTRTFOaGIyOWZhVmVLNkthZ3NWVUlpSWlJaUlpSWlJaW9scXVFSWhWNkhRclBodzdlcmxyNDBaU3g2RWFLRFEwVkZ4RHMyWExsakExTlRYNDJyUzBOTDN0L1B4OFRKMDZ0Y1I1RmhZV3lNN09CZ0E0T2pyQzNkMGRLcFVLV3EwV0kwYU1RTStlUGRHcVZTc29sVXBrWldYaDNYZmZSWDUrUG03ZnZvMVpzMmJwRlJGZmZ2bGx2UHp5eThqSXlNRFJvMGRScjE0OUZCWVdvckN3RU1iR3hyQ3dzRUN6WnMxZ1pXV0Y0Y09IWThxVUtlSzFpeGN2Rm45KzhPQUJrcEtTRUJBUWdQZmZmeDlhclJZTEZ5NkVJQWg0N2JYWElBZ0NybHk1Z3V6c2JGeTZkS21DcjJwSlNxVVN3NGNQeDBjZmZZU3Z2LzRhYmRxMEVZOTE2TkFCbXpadEtuRk5lbnE2V0lpdXFNZmJGcDg5ZXhhSmlZbmxudi8xMTE4akpTVUZBRkN2WGoxTW56NGRBSEQxNmxXTUhUc1ducDZlR0RObURGNTc3VFc5TlZpTmpZM2g1ZVVscnUwYUdocXFWNUFtZXBHeG1FcEVSRVJFUkVRVmtwT1RpNnQvaDJIVjJ1QWVMczJhSFkrTmlJaVRPaE1SRVJHVkx5N3k3MWdBWDA0Y1AyYTUxRm1vWmlvdWdnRkErL2J0SzNUdFo1OTloc0RBUURScTFBZ3hNVEVJQ3dzcjg5ekdqUnNqTVRFUkgzLzhNUlFLQmQ1ODgwMDhmRmoreWhIRnhkYUs1SG4zM1hjUkVCQ0FsaTFiSWlJaW9zUTVxYW1wbURObkRpNWN1QUJMUzB2OC9QUFBtRHQzTGhZdFdvVGMzRnpNbkRrVGpvNk9zTEd4d1owN2Q0Q2lBaTZLMWc1OTJ2cWk1ZW5kdXplT0hqMktDUk1tWU9iTW1lalhyeDhBb0hQbnp1alZxeGYrL1BOUHZQMzIyM2o0OENGT25EaFJvWHUzYmRzV1k4YU13ZTdkdTJGdWJvNHVYYnFJeDU0c2VqL3AvUG56K1BISEg4WHR3TUJBV0ZwYVFxMVdpd1hvTzNmdVlQNzgrV2pSb2dVYU4yNnNkMzJIRGgzRXYwY1hMMTVrTVpWcURSWlRpWWlJcXBCYXJVWm1aaGIyLzNMSXdjM05MU2txS2tvbGRTWWlJcUtxbHBDWWhCbHpnaENma1BDTlREQ2VDR0NYMUptSWlJaXFFOGQ2VkJmY3YzOWYvTGxKa3lZVnVyWmJ0MjVZdTNZdFRFMU44ZEZISDVWN3JxK3ZMNFlNR1FKWFY5ZG56bXFvSjl2b1BzN2UzaDU1ZVhsQVVZdmpqUnMzNHJQUFBvT1RreFBXckZtRDhQQndQSHo0VUN6ME5tblNCRU9HREFFQXJGeTVFdDkvLzMyVlpBd0tDc0tSSTBmdytlZWZ3OUxTRXY3Ky9wZytmVHJzN093UUVoSWlybU5hcktDZ0FMLysrcXU0L2VhYmI4TFkyRmpjYnRTb0VicDM3NDd1M2J2cnJRdWJuWjB0dGpydTM3OC8vUHo4eEdQR3hzWjQrUEFoNXN5WkkrNGJPblFvZkgxOWdhSTFVTy9kdXljZTgvUHpLMUZJUmRIYXRzV0syd2tUMVFZc3Bob29Qei8vdm9teHliSVBQeGoxbFl0elE2bmpFQkZSRFpXWWxJd3ZWNjlGeUxFVEt3V2x4V0lBSVZKbklpSWlvckp4ckVkRVJJYmdXSS9xZ3NmWDBIeXlnR2VJcmwyN0FnRE9uRGxUb2V2Njl1Mkx6TXhNY2Z2TW1UTklTa29DaXRvQzkrclZDems1T1RoeTVBaFF0SjdyVzIrOVZlNDlIeS9xQVlDRGd3TW1UcHdJRk0yTUxlYnY3NDlSbzBhaGZ2MzZxRmV2SGxBME8zVFhybDI0ZWZNbUlpSWlFQmNYQnljbko3enh4aHRRS3BVQUFHdHJhemc1T1ZYb2VUNHBOemNYbVptWmtNdmxhTnEwS1l5TWpNU3N4WHIxNmxWaWRtZDZlcnBlTVhYcTFLbGwvdnRTS1A1WEFucDhWcXE5dlQzTXpNekViWjFPaHlsVHBvam5DSUtBek14TStQbjVJUzB0RGJkdTNSTFA3ZEdqQndZTUdGRHE0ejJlNDlHalJ3YStFa1ExSDR1cEJrcTRIeDROWU5XWWtjTytram9MRVJIVlhDcFZQbTdjdkFXVlN0VkJvME05cWZNUUVSRlIrVGpXSXlJaVE5U0dzWjZibTV0U0xUZDN1UjhWamZyMUhQVUtLVVFBa0pHUklmNzhMTVZVclZZTGxjcXdTZHN5bVV3c1RCYXZaYXJWYXJGbXpScXhrR3BxYW9xMWE5ZkN5OHNMTVRFeFlqRlZxVlFpSUNEZ3FZK3hmdjE2N055NXM5Umo4K2ZQMTl0T1QwL0hwazJiU2wydnROaktsU3NCQUgvOTlSYysvUEJEZlBqaGh3WTkxOUlVRkJSZ3hJZ1JVQ3FWK09LTEwrRGw1YVdYclhoZDJkSTgyVjQ0S0NoSUxNU1daczZjT2JDMnR0WXJwaDQ2ZEVpdjZQM1dXMi9CenM1TzNOYnBkSG9GMjJJT0RnNllOMjllbVkvRlltcnRJWmZMWVcxbGhjU2twSFJ0UVdHKzFIbWt4bUlxRVJFUkVSRVJFUkVSVVMxWGFHemUzRml1V0R2MXN3RE0vc3dQblR0MWtEb1MxV0JhcmJiQzE5eTZkUXZEaHc4MzZOdzJiZHBnKy9idDRuWnFhaW9XTEZpQTA2ZFBpL3NhTldxRUF3Y080TUNCQThqSnlSSDNxMVFxTEZpd29OVDdtcHVidzkvZkh5Z3FXQnBhM00zUE43eFdwTlBwREQ2M0xGdTNib1ZLcGNMV3JWdEx6SEQ5ODg4LzlRcmJUM1BxMUtseWowK2JOcTFFTVRVNU9Sbkp5Y25pOXF1dnZvcUJBd2ZpL1BuemtNdmxjSFIwaElPREErN2Z2Ni8zMnMrZlA3L2NRdnZqcjQwZ0NBWS9CNnA1WEJvMnhKSUY4N0JtWGZESFIzNDUvaCtwODBpTnhWUWlJaUpDb1ZvYktWZkk1azMvZE1wRzE4YU5wSTVEUkVSRVJFUkVWY3hJS3pmVnllRnhQenBhWENlUzZISFcxdGFJajQ4SG5tajVXOTBPSFRxRWxTdFhJaXNyUzI5L1JFUUVJaUlpU3B5dlZxdHg4T0RCVXU5bGJXMHRGbE83ZHUxYTVnenMwNmRQSXl3c3JNVCs3dDI3bzAyYk5ucjcvdmpqRDdScTFVcHNBeXlYeXl2dzdFcFNxVlM0ZlBreTFxOWZYK2xXd1JXUm1wcGE1akVMQ3d1OC9QTEwrT21ubitEaTRnS0ZRb0d6WjgrS3M0WUJZTVNJRWZEeDhVRm1aaWFzckt4S3ZVOWxXMFZUeldGbVpncHZyOWJZRXJ6MnNyQmVLUHN2VHgzQllxcmg1QTBiZGpUSnpjMkRpWWx4cGYrSFNVUkVWSlBFUmY0ZEMyRFRzUGNHYjVRNkN4RVIwWFBHc1I0UkVSSFJFOFd2eWhaVDY5V3JWNklvV1ZoWVdHSVdaV3BxS3I3NTVwc1NoVlJCRUdCaVlxSzM3L0ZacHNVdGdrczdWc3pIeHdjK1BqNTYrNjVldllxTkd6ZUtoVlNaVElaMzMzMFhQLzMwRXdvS0NuRDU4bVdNSFRzV1hsNWV1SDc5T3I3KyttdUVoNGZEeHNZR3MyZlBydkRyVUJxbFVva05HemFVZWZ5MzMzN1RtK0Y1NDhZTk5HblNCS2FtcGtCUk8rWTMzM3hUUFA3cnI3L0MydG9hV3EwV1NVbEphTkNnZ2Q3OWlxOGJOR2dRQmcwYUpPN2ZzR0VETm03ODc4ZEFGaFlXVUNnVWNITnpBd0FrSlNWaDd0eTU0cmxlWGw1bzFLZ1JCZ3dZZ0JZdFdtRHAwcVdsWm4vODc0MnRyVzBGWGhXaW1vM0ZWQU81TlBQdUtCZlVLMGFPbTRTQUdmNW8xN2FOQVZmUjg2TFZhckY4K1hJQVFJTUdEVEJpeElncXVlOXZ2LzJHUTRjT1lmWHExWHB2MEVlUEhzVjMzMzJIeVpNbm8zMzc5cVhtK2ZiYmI4WDJFSFoyZG5qdnZmZktmU3lWU29XUWtCQUFnSldWRlY1NTVaVUs1dzBORGNYZmYvOE5GQzFPN3V6c1hPRjdWTGU3ZCsvaStQSGowR3ExSmRZVm1EdDNMc0xDd3VEaDRZRXZ2L3l5ekh1RWhvYmlyNy8rQWdEODg1Ly9STHQyN2FvOWQwVWNPSEFBVVZGUlFORUM4STk3OE9BQmZ2cnBKNkJvTFlLbVRac0NSYS9Mb1VPSEFBRDkrL2NYZjNFaElpSWlvdXJGc1I0UkVSSFJmN203dStQY3VYTUFnTWpJeURMUEt5Z293UFRwMDNINzl1MHl6Mm5YcmgwKy8veHp2WDNwNmVsNDlkVlg5ZmJaMjl0anpabzFHRE5tREpvM2I0NXIxNjZKV1g3NDRRZnh2SmlZR0x6OTl0dEFVZUh2enovLzFMdVByNjl2aWJWRWkrWGw1ZUhZc1dQWXYzKy8rTmtwaW9ySFM1Y3VoWStQRDF4ZFhiRjA2VkxrNU9SZzh1VEo4UEx5RWw4TEFEaDM3aHhDUWtMUXExZXZNcDl6VlNrdWZnTEF5Wk1uTVh2MmJMUnMyUkpyMXF5QmhZVUZDZ29LU3B5dlZDb1JHQmlJa3lkUFl1N2N1ZWpkdS9kVEgrZnhkVmt0TEN6RW4vUHo4K0h2N3k4V1J1M3Q3VEY2OUdqNCtma0JBR0pqWXhFVkZWWHE1NWQzN3R3UmYzWjNkNi93Y3llcXFWaE1OWkJDSnBoQjBIbEVQNGd4dU04NlBadVVsQlRFeDhjaktTa0p5Y25KU0V4TVJHeHNMT0xqNHhFWEY0Y05HemFnZGV2V2V0ZG90VnA4Ly8zM0FJQ1dMVnVXV1V3TkNRa3BzYmg0YVg3NjZTZWNPM2NPaXhZdEFnQXNYcndZQ3hjdUJJcmFTSHp6elRlSWlZbkJCeDk4Z0IwN2RwVElzMy8vZmdRSEI0dmJ0cmEyZVBubGw4c3RibVpuWjR2Wm1qUnBnbGRlZVFVNm5hN010aXRLcFJJeW1VeHYzNWt6WjhTMUJwbzNieTVaTWZYdzRjTmxmcnVxWmN1V09IcjBLRXhNVERCczJEQzlOK3BMbHk0aE9UbjVxZTB0YnR5NGdWMjdkZ0VBR2pac0tCWlQwOUxTc0hyMTZxZm1telZyVm9sdnIxV2w0OGVQaTc5c1BWbE1UVWhJRUxPM2E5ZE9MS1krZVBCQTNOK2xTeGNXVTRtSWlJaWVFNDcxaUlpSWlQNnJZOGVPMkxObkQxQTBtYUVzV3EwV0owNmNxTExIYmQ2OE9mYnUzUXNySzZzU3hWWkRxRlFxcU5YcUV2dERRa0p3NHNRSm5ENTl1dFRQV0wyOXZjV1pxNE1HRGNLREJ3K3daODhlWkdkbmk1L3RLUlFLOU96WkUrKzg4dzQ2ZGVyMFRNL3ZXZTNmdngrZmYvNDV0Rm90cmwyN2hxQ2dvRElub0d6ZXZCbUhEeDhHQU15ZVBSdlhybDJEbjU4ZkZJcXlTMENabVpuaXo4V2YwV3ExV3N5ZE94Zmg0ZUZBVVV2anBVdVhva09IRHVqWXNTTkNRME9oMCttd1pjc1c4ZlB5eHozKzkrWjV2MTVVdFhKemMzRXJJaEtydjluZzA3QlpzNXo0aUlnVXFUTkppY1ZVcW5FMmJkcUVIMy84c2N6am9hR2hKWXFYaGxLcjFRWjlRS0xWYXRHblR4OXMyN1lOc2JHeE9IejRNTHk4dkRCNDhHRHMyN2NQTVRFeEFJQStmZnFVeUJJVEU0TTFhOWJvN1h2MDZCRSsvdmhqYk4yNlZld25IeElTQXJWYURabE1odGRmZjczVUhMR3hzZUkzcnA2MGVmTm14TWJHNHF1dnZoTDNQZjdjWnM2Y1dlTE4wdG5aR1R0MzduenE4emZVb1VPSHhBTHc0TUdETVdQR0RBQkFWbFlXWW1OalM3MW15cFFwT0hyMEtQTHo4M0hreUJFa0pDVGc2TkdqUU5IQzV3Qnc4K1pOL04vLy9aL2VkYk5uejBhWExsM0t6Wk9UazROZmYvMzFxYm1uVFp0V3JjWFVKNldrcElnemt4Ly9obHhRVUJDV0xGa0NGSDJqcjlqczJiTmhaR1FFRkMzcS90SkxMejIzckZTbkZiVTR6SVdKaVFsYkhCSVJFUkVSRVJIVk1SMDZkSUFnQ05EcGRJaUlpRUJHUmdhc3JhMmY2VjVxdFJxNXVibDYrOHBicTdkeDQ4WVZhaTJjbTV1TDJiTm53OXJhR3ZmdTNSUGI0ajcrbWQvWnMyZkZ6eDJMdFcvZkhsZXVYQ2x4UDYxV2l6ZmVlQU1YTDE3VW0xMXBZV0VCZDNkM05HM2FGSUlnR0p5dk12THk4dkRGRjErSVhld0F3TVhGQmRPbVRTdnptbUhEaHVINjllczRjK1lNQUdEZnZuMjRkZXNXbGk5ZkRudDcrMUt2ZVh3TjFlSmk2dWVmZjQ3ang0K0wreWRQbm93T0hUb0FBRWFQSGkwV1M0OGNPWUlKRXliQXhjVkZQRGMzTnhjM2J0d1F0NTlzc1V3dmx1aVlXSHpzUHdQeENRbGJqV1NtSXdIc2x6cVRsRmhNcFJxblZhdFdwZTYzdExTRXE2dHJ1ZCttZVpxMmJkc2lNREFRRVJFUjJMdDNMd0Rnd3c4L1JQMzY5UkVlSGk3T2JrWFJHKy9jdVhNeFljSUVLSlZLV0Z0Ykl6azVHZXZYcndlS1d2YysrUWFXbTV1TDZkT25JeWNuQndEZzRPQUFhMnRyM0wxN0YxRlJVWmcrZlRxKytlWWJLQlFLTEY2OEdObloyVEF5TWlxem1QbzArZm41eU1qSUtQVlljWWJIV1ZwYVB0UGpsT2JXclZ0aXE0NG1UWnJnazA4K0tmVzhybDI3UXFQUjRNS0ZDMERSYk13R0RSb2dJU0VCSVNFaGNIWjJMbEY0emNuSktaSC95VisrWGlRYWpRWnBhV2tsOWovZVN1TnhqNjhSVWR3cW1xaTZGYmM0Zkcva09NeWZPNHN0RG9tSWlJaUlpSWpxbU9LbHgwNmVQQW1kVG9kZmZ2a0Z3NFlOSzNHZVVxbkU3Ny8vanBVclYrb1YvQjUzNHNTSktwMjkraVF6TXpPRWg0Y2pKVVYvc3R6am55MlBIejhlLy83M3Y2RlFLTkM3ZDI4TUh6NGNLcFZLZkU3cDZlbll1M2N2TGwyNmhORFFVR1JsWldIZ3dJSG8zNzgvVnE1Y0NiVmFqZlQwZEd6WXNBRmJ0bXlCbDVjWGZIMTlNWExrU0hFaVJGVzdmZnYyLzdOMzMyRlJYRjhmd0wvYjZDQk5za2dSQkFzWTdBMFZDeG8xS2piRUhrMFVlMnpSYU95VnhGaVNhS3pSMkpYWXdJWUZheVJpaldoUUFjR0dvQ0JWZXRueS92SGJ2ZStPdXdzTGlxQ2V6L1BreWM3TW5abTdnRHM3Yys0OUI3Tm56OGF6WjgvWU9oY1hGMnpZc0FIVzF0YUFZdUtHS2g2UEJ5TWpJL3o2NjY5WXZudzVnb0wrRi9PNmUvY3VoZzBiaGw5Ly9SWDE2dFhqN0pPV2xzYnF4a0x4M1BqSEgzOWsrMEx4ZTQ2T2pzYm8wYU9SbHBiR09hOVVLc1dPSFRzd2I5NDh0dTdFaVJOc2huQzdkdTJvWmlyNXFGQXdsVlE1VFpvMGdiKy9QNnl0clhINDhHRTJFdWpNbVRPczZIaENRZ0l5TWpMWVBsS3BsTDNPejgvblhBaWdxS05xYlcwTmUzdDcyTnZiNCtMRml5eVk2dTN0RFJjWEZ4Z1pHWEdDcWVQR2pjUExseThoRUFnZ0VBaXdZY01HNU9Ua3NLQmVZV0VoUm93WWdSa3pac0RMeXd0RlJVV1lObTBhNjY5QUlNQ3laY3RnYjIrUHI3NzZDaGtaR2JoMTZ4WldyMTdOWm5DV3hzaklDRjkrK1NXZ3VFamV2SGtUVUJSR3Q3UzBoTDI5UFNjZGJGQlFFTTZjT1FNQW1EeDVNcHMxKyt1dnZ5STZPcnBNdjRlU1NDUVN6SjQ5bTgybVhMSmtpZGFabmxPblRzWGR1M2R4NDhZTk9EazV3ZHJhR3UzYXRjUCsvZnNoRW9uZzQrTURWMWRYckY2OUdnRHcrZWVmdzlmWFYrMDRibTV1Nk4yN055UVNDU2ZRdW1uVEp1emF0UXQ2ZW5xY0djRmlzUmh6NTg0RkZDa3JsSzhyU21abUpoNDhlTUJlSzRXSGg2T29xQWdiTjI0RW44OUhWRlFVZnZ2dE53REErUEhqV1lyaU8zZnVzTlRRcXI4N1YxZlhDdTAzSVVyS0ZJZFA0K01weFNFaGhKQlM2ZXZyd2RXbEZsNmxwc2ZJQ3ZMVlI0MFJRZ2doaEpBUDB2RGh3M0h4NGtVQXdJRURCekJreUJCV2FzemUzaDYxYTllR2dZRUJURTFOMGJadFc1YUY3MzFtZ1ZOeWRYWGxCUGpjM2QwNUpiZHExS2lCZGV2V3djM05EU1ltSnBESlpQamhoeC9ZOXJ0Mzc3SWFyVXJtNXVZWU9IQWdtalp0aXFWTGwrTGV2WHVBNG5sb1JFUUVhdGV1WFdHQlZBQjQrUEFoSjVEYXBrMGJCQVFFWU5ldVhZaUlpSUNlbmg0ZVBYckV0Z3NFQWphQlJpQVFZTzdjdVJDTHhkaXdZUU9neUFRWUhCeU0yYk5uWTlHaVJiaDgrVExNek15UWtwTENuditZbUpqQXhzYUdVeU1XaWl5SXltZk5taHcvZmh6Ky92NFFpOFdReStYWXYzOC8yL2IxMTErL3c1OEtJWldQZ3Fta3luRndjTUQ0OGVNQkFILy8vVGNucllMU3BrMmJjT3JVS1kzN1AzMzZWTzNEZXZyMDZlamF0U3VDZzRNQmdIUEJDUTRPaHJtNU9XZmQvdjM3RVJNVHcvTEdhNW9wcVZ5WGw1ZUgvUHg4ekpneEE3ZHUzV0xidi8vK2U1YktZUFhxMVJnelpnd2tFZ2tPSERpQUJnMGE2UFN6c0xLeXdySmx5eUNYeXpGdTNEaTJmdXpZc1pETDVXby9HNWxNeGw1TEpCSVc3RlN1THlnb1FIaDRPQm8wYU1DcFZWcFdJU0VoaUkrUEJ3QzBiOThlYm01dUpiWlhYb2c3ZE9nQUFCZ3laQWlHREJuQzBrQ29Gb3dmTUdBQU9uYnN5TmxmS0JSQ1QwOFBMMTY4NEx4SEtBS2xXVmxaYWw5aWpJeU1XSHJjTjBkcmxZVk1Ka054Y1RGNFBCNzA5UFMwdG91SmljR2tTWlBVMWl2WGhZV0ZRVTlQRDJLeG1NMDI3ZFNwRXh3Y0hBREY3MXFwWThlT3FGR2pCZ1FDd1h0TEgwTGVIUjRQRVBENWdKd241ZkY0TWgxMklZUVFRajQ0RHZaMjJQSEhlZ0R3NWZGNHowcmZneEJDQ1BtdzBiMGUrVlEwYU5BQUxWdTJ4UFhyMTVHWW1JalRwMCtqZS9mdWdLS3NtS3BPblRwcHJYRmF2WHAxdFF5RXhjWEZDQThQMTNwdVUxTlRIRDU4R0FCMENsZ3VYcnlZUGI4MU16TmpNemRWcWFhYTVmUDVXbE1OQzRWQ09EczdzeG1jcnE2dTJMRmpCODZjT1lOTm16YmgrZlBuY0hKeXd0U3BVMHZ0MTl2dzhmSEJreWRQc0hQblR2ajcrMlBzMkxIZzgva3dOemZYbUo2NFVhTkdMTml0TkdyVUtGaFpXU0VnSUFDdFc3Zkc5OTkvRHlocTB4NC9mbHd0MDJHdlhyMVlLYnB0MjdhcG5VTW9GTUxTMGhKV1ZsYXdzckpDVkZRVTB0TFNJSkZJc0hQblRzeWFOUXZuejUvSDA2ZFBBVVdtd29ZTkc3N2pud3dobFl1Q3FhVEtVUjBWb3pvN0tqRXhFU0tSQ0lhR2h1VTZibXBxS3B2NXAwbzVRMVhWbmoxN0lCUUsyVVZiTHBlekZBVjhQcDlUUzFBcWxXTHMyTEdjZlBBVEowNkVuNThmVzI3WXNDRW1UNTZNWDM3NUJRNE9EbWpSb2tXWityNTM3MTRXcUczZXZEbEdqaHlKTld2V1lNK2VQVnIzVVk0K1VwV2Ftb3BKa3laaDkrN2RXdE1wbDBZcWxXTHIxcTFzMmQvZnY4VDJNcG1NemFodDM3NDlvQmpGcHZUNDhXUDg5ZGRmYkhuQmdnVnF4K2pac3llcnpmcStYYmh3QWJObXpZSklKTUsxYTlmS2ZadzdkKzZvQlZzMS9UMnFycDg1Y3lZR0RoeFk3bk9TeW1GcGFZRVJYdzNCaGsxLy9oNGZuM2hYaDEwSUlZUVFRZ2doaEZSeGRLOUhQaVVMRnk3RXdJRURrWjJkalY5KytRVnQyclFwYyszVXhvMGJzeEpoU3BtWm1WcURyMURNckZUTndsY2FhMnRyalFIVWtreWZQaDAzYnR5QWxaVVZtalp0aW9ZTkc2SisvZnB3ZFhWVkMrRHllRHgwNjlZTlhicDB3ZDkvL3cyeFdNd3lKMWFrU1pNbW9VT0hEcHdKT1M0dUxtcDlxMWV2SHViTW1hUHhHSDM2OUlGWUxFYWpSbzFZMmJ6NjlldUR4K09CeitkREtCVEMxTlFVM3Q3ZTdKbWxqNDhQY25KeTRPRGdBRnRiVzRqRll0alkyTURTMHBJejRXUC8vdjFZc1dJRnZMeTgwS1ZMRjJSbloyUGx5cFVBZ0dyVnFtSGh3b1VWOG5NaHBESlJNSlZVT2ZQbnoyZkJOMVhLNEtTM3R6Zm5valYwNkZBSUJBTHMyclVMVU16dzY5bXpKNnZKcWNUbjg5bHN6T0xpWWpZN1VMbE9JcEd3NEsyUmtSRjI3ZG9GWjJkblFKRmlXSGxoK3VxcnJ6QjU4bVJPMzk1TUR6eG8wQ0MxR3A5OSsvYkZ3NGNQNGUvdnI3WG90eWFQSGozQ3VuWHJBRVdhaVdYTGxvSFA1ME5QVDA4dGZZWkVJbUZCWHowOVBUWXFxYWlvaU0zb05EQXdVQnV0VkJiMzc5L0hpeGN2QUFCT1RrNmxCbVh2M2J1SG5Kd2NXRnBhd3NEQWdEUDZ6TnpjSEFzWExrUnhjYkZPNTc1OCtUTGtjam5tejUrUFM1Y3VBUUNtVFp1R2Z2MzZnY2ZqdmRVTTFMZFZ0MjVkL1BiYmI4akl5T0FFZnBVcGZWWC9aa1Vpa2RZdlhxcC9oK1REWkdGdWpzRisvVERZcjk5V21xbERDQ0dFRUVJSUlSOEh1dGNqbjVMUFB2c01DeGN1eEo5Ly9na29hbUVPSFRxMDFQM2MzZDN4NzcvL2F0MXVibTVlNHZhU09EZzRsSHRmVlU1T1RnZ0tDb0tkblozTysvRDVmTFZNZWhXSngrT3BaVFpzMXF3WlRwOCtEVDZmRDVGSUJDTWpJeFlrMWFaVnExYWM1UVlOR25BeUs3N0owZEZScC9KMHZYdjNSb3NXTGRpejg4REFRRlN2WGgzVnExZkhtREZqVUwxNjlWS1BRY2lIaG9LcDVJTTNidHc0Nk9ucHNXQ3FqWTBOSmsrZWpPdlhyM09DcWJWcjEyYnBaUC80NHc5czNyd1pKaVltYk4yNWMrZll4V0wvL3Yyb1VhT0d6bjBZTldvVVMvR3dhZE1tYk5xMFNXdGJHeHNiVEp3NFVlZGpiOTY4bVFVYkhSd2NzR1BIRGdCQS8vNzkxWTZ6ZHUxYTdOeTVFMUNrRmxhbXVSMDNiaHh1M3J3SmUzdDdxTjY5VVFBQUlBQkpSRUZVSEQxNlZPZHphNkthTzE5NS9KSW9aM042ZVhsaDc5NjlPSEhpQk5zbUVBZzQ5Vzc1ZkQ0T0hqeklsa2VNR0lHY25CeTJiR2hvaUlLQ0FzNE1VZVdYaDhwbWJtNE9MeTh2VG0wQUtQN3V4R0l4SnczSE45OThnN0ZqeDJvOFRsaFlXSVduQ3lHRUVFSUllVnR5dVJ4U21RenBhV2tDQUR3QThzcnVFeUdFRUVKS1Zpd3NpdVhMUk9PV0wxMTR4SzFlbmNydURxbmlPbmJzK0Y0RGlPOVRXUUtwVllWUUtLd3lRVW9EQXdNV1NBV0F3WU1IWS9EZ3daWGFKMElxR2dWVFNaWFRxRkVqRmh5N2Z2MDZtNlhuNWVVRlBwK1B6ei8vWEdNZFZWMGNQWG9VS1NrcENBc0xBeFNCT0dYS1d0V2FxVkRNTm8yT2pnWVVLWWFWd3NQRGtabVp5WlluVEppQXRtM2JZc2FNR1ZpMWFsV3BmU2hybW1MbERGb0FpSXlNUkdSa0pLQUlaTjYrZlp1VExrTzFudWpreVpOWitvVTM2NHkrRGRYUlM3cWtLMWIrckI0K2ZNanFneXFabVpraEl5TURSa1pHeU12TGcwd200NlNCMEZURDRPclZxNXlabThlT0hVT1RKazFRdTNadFRtQzJzcWdHaTZFSXRHL2V2Sm16YnR1MmJTejQvNlozK2JzaWhCQkNDS2tvNmVrWk9CQjBGRHYzQkU2dTZlcSs4MW5jQS9VQ1RvUVFRZ2lwVWhLam85TUFIUDJ5UytmSzdnb2hoQkR5UWFGZ0txbHl4bzBiQndDSWk0dGpzMFlCWU5teVpTd2w3N3g1ODhwMTdJTUhEeUlxS29vdFoyUmthSzFiZWUzYU5jNzVsV0pqWXpuQjNPSERoOFBhMnBwVFZOdk96ZzR0Vzdaa3kvSHg4U3dJK1dacTNyY2hFb2xnYW1yS2xnc0tDbGp3VlZPcUJ6TXpzN2MrNTZ0WHI5aHJzVmhjYXZ1SkV5ZGk5dXpaaUlxS1FwTW1UWERtekJuNCtma2hLeXNMSFR0MmhMdTdPK0xpNGxqZDFIdjM3cFY0dkpNblQzS1dvNk9qTVhUb1VBd2JOZ3lkTy8vL3pZQnFIdit5Q0FvSzRxUWRqb21KQVJSQnpqZG5uZGFwVXdlTkd6Zm10SDN3NEFHblRWSlNFdno5L1RGaHdnUzJ6czdPVG12OWgvVDBkQll3SngrbXdzSkNQRTk0Z1hVYnQ5WnpkSFRNaW8rUHo2anNQaEZDQ0NIdldrYm1hK3o5NndCZXBid2FKUmZ3YndHZ1lDb2hoSkNQR3QzckVVSUlJWjh1Q3FicTZIVlJWb1N4MExUM0grdC92VjdMV2ZjaTJLVDh0bTNieGxrZU9uUW9mSHg4NE8vdlgrNWoydHJhSWowOUhjbkp5WUFpNWE2bW1hSkNvUkQ2K3ZvczhDbVZTbG1BVFNnVWNvS1Vtb0oyZGV2V3hkeTVjOWx5VUZBUUM2YVdkV2Jxd29VTGtaQ1FBR3RyYXdRR0JtTGZ2bjBBQUFzTEM3UnUzUm8rUGo2c3JXcWEzK1hMbCt1VWhyZXNNakwrLzE3QjB0S3kxUGJHeHNZWU8zWXNsaXhaZ21QSGpuRm16RUpSUzFZNW81ZlA1eU1vS0lodCsrcXJyNUNkbmMyV1kyTmpjZUhDQmJWelNLVlM3Tm16Qi9YcTFXUHJTcXNab00zcTFhczExaXlWU3FWWXNXSUZaOTNnd1lNNXdWUk42WjFOVEV5UWtwS0M3ZHUzczNYZTN0NFlPWEtreHZPSGg0ZnJWSnVBVkYzUEUxNWcvSlRwZVBUNDhTRVltbzBIc0tleSswUUlJWVFRN2VoZWp4QkNpQzdvWG84UVFnajVkRkV3VlVjWmp4Ky96Z0J1TkdyZ1VkbGQrU1E4ZWZJRVo4K2U1YXhMU0VqQXhvMGJrWktTQXJuOC8wc3llWHQ3YzlwRlJVV2hWYXRXbkRaS0sxZXV4TysvLzg3cWp1N2F0VXRycm5uVjlMbG56cHpCbkRsekFFVlFkL0xreVdWNlB5a3BLZXgxV2VwN0ppUWtZTldxVmJoeTVRb09IanpJMGcwYkdCaWdkdTNhbURsekpxNWN1Y0xhU3lRUzlucjY5T25nOC9tYzR6azRPTEFab09XVmw1ZkhYaHNiRyt1MFQ5ZXVYYkZpeFFwa1oyZmovdjM3NVQ3Myt2WHIxZFo1ZUhnZ0tpb0t2WHIxNGdSM1JTSlJ1YzlUSGxGUlViaDgrVEtnQ09RcWZ4ZmZmZmNkenB3NWcrSERoN01hdDl1M2IrY0VWd2toaEJCQ1NPV2hlejFDQ0NHZkNrZEhEd3UrSWEvbGhVdGhhT0RoRG1zcnE4cnVFaUdFa0NwS1gwOFBqZzcyU0VsSmZWSlFVSkN0d3k0Zk5RcW1raXFudUxnWTgrYk5VNnNkMmFGREIxeTZkQWtoSVNHb1diTW1wNzJtWTJpU25aMk5RNGNPQVFEMDlmVTVBVk5WYytiTWdiVzE5VnU5ajNQbnp1SEVpUk1RQ29XNGVmTW1XLzltM2RDU0dCZ1lJRHc4SERLWkRMdDI3Y0wxNjljQkFPN3U3dVdlZWZtMnpNek04UHIxYTBCUkQxV1hWTDhHQmdad2NuSkNkSFEwbmo5L3JyV2RUQ1pEbno1OU5HNUxUVTFsdFc1VmZmbmxsNWd4WXdZKysrd3pSRVQ4ZjNhNTBnSzkxNjlmaDFRcVJhdFdyVGhCWjlYZ05CUy94MW16WmtFa0V1SGF0V3RhajZkTTcydGhZUUVYRnhjMkU3bDM3OTc0OHNzdkVSc2JxeGE0ejgzTlpjRnBjM056dFFCd1dXY3hFMElJSVlRUVFnZ2hoR2pEMStQVkJaKzNmZHFzT1ZpN2FqbmFlN1dwN0M0UlFnaXBvbW81TzJIZmppMEE0TVBqOFo1VmRuOHFHd1ZUU1pXemZ2MTZSRWRIQTIvTThGdThlREhtelp1SGI3NzVCZ2NQSG1SdFdyUm9BVDZmendKZHhzYkdhTkNnQVRJek16bjFVUUhnbDE5K1FVNU9EcUNvZGFHcEppb1VzMCtWNlhTaG1DbXJkUHYyYmF4ZHU1WXQxNnRYRDEyNmRORjRuRGVEZnk0dUxxaFRwNDdPUHd0cmEydTBidDBhWVdGaE9IcjBLRnZmdm4xN0FGQkxPNnVhNW5mMTZ0VVZrdWJYd3NLQ0JWTXpNakowQ3FZQ1FINStQdWYvMnJpNXViSFhEeDgraEZRcUJRQllXVm5Cd3NJQ0dSa1pjSEp5d3RPblQxbTd6ei8vSEZEVUoxV3FWcTFhaWVlSmpJekV4bzBiMGIxN2R5eGR1bFNuOTFBUzVlKzFiOSsrYW45M0lwRUlkZXZXeFlrVEp6anJBd0lDY096WU1VRHh1NnRidCs1Yjk0T1E4bEttT055K2VmMTFWeGZueXU0T3FhSisvLzEzU0NRUzJOdmJ3OC9QajdNdFBEeWNEZnFaTUdFQzlQWDFBUUIvLy8wM2J0KytEUUNZTkdtU3hzRkFOMi9lWlBYSXZiMjlkYjYycUpMSlpDZ3FLbnFudGNtcnVveU1ETnk1Y3djQVlHOXZqOXExYTFkYVgvNzk5MStrcHFZQ0FKeWNuT2lhUmdnaDc4RHk1Y3NobFVwaGEydkx5b1RJWkRMT1lORFZxMWVqcUtnSVZsWlc2TisvZjRtbFdKS1NrdkR6enoralJZc1dhTm15SldyVnFxWFc1ci8vL21QM3NhMWJ0K2FVTlNtcmYvLzlGMWV2WGtWaVlpSVNFeE94WXNXS01sM2pDd29Lc0c3ZE9nQ0FuWjBkQmc4ZXJMRmRVVkVSWW1OajhlalJJOFRGeGNIZjN4OW1abWJsN2pjaGhCQkNDQ0Z2b21DcWp1enQ2MXNLaklVTnc2L2RnSHU5dWpBM0x6bFFROHBQK2NEVndjRUJZckdZemVvVWlVVDQ3YmZmQUFBSER4NWs3VmV2WGcwOVBUMjBiTmtTQU9EbzZJaDE2OWJoK3ZYcm1EQmhBbXNYRVJIQkFsZEs5ZXZYaDZ1ckt3RGcyYk5uN0lGa2Ftb3FDMHErS1RJeUVwR1JrV3o1eXkrLzFCaE10Yk96UTdWcTFjRGo4VkN0V2pYVXIxOGZFeWRPWkErUlRVeE1BQUI2ZW5vbC9qeEdqaHpKQ2NvS2hVTDA3TmtUQnc0Y1VLdlJxVnJyODRjZmZ0RDR3THBIang2WVBuMTZpZWNzaVlPREF3dGtQbjM2bEJQODFHVHQyclVvS2lyQ3MyZi9HN3hTMHMwem44L0h1blhya0pXVmhlVGtaSXdmUHg1UXZHY2VqNGRtelpvaEppWUdQWHYyWkRmVnFsU0RtSFoyZGlYMlMvbXowbFR6dGp4Y1hWMWhaR1NFd1lNSFk4R0NCWnh0aHc4ZjFqb0xXbW40OE9FYTErL1lzUU1lSHBSeWpsUThaWXJESm8wYVZIWlhTQlcyZCs5ZUZCY1hvMG1USm1yQjFJaUlDT3paODcreVVmNysvaXlZZXZQbVRRUUdCZ0tLSUt1bWExTm9hQ2lybWUzaTRzSzVWaFFWRlNFM054YzVPVGw0L2ZvMU1qTXprWkdSZ2JTME5DUW5KK1BWcTFkSVRFekVzMmZQMEtGRGgxSS9ielhKek14RWx5NWQyQUFlS0Q2WHAweVpVcWJqNU9Ua29HdlhydXdhczJmUEhyaTV1V0hFaUJHNGQrK2VXbnVCUUFCVFUxTTRPenZEMjlzYi9mcjFLMU13K09IRGg1Z3hZd2FncU9PdGZBMEFBd2NPNUpRWktJbEFJRkFycjZBcU96c2JhV2xwU0VwS1FsSlNFbDYrZkltWEwxOGlLU2tKN2RxMXc3Qmh3N0I5KzNaY3ZYb1ZBREJzMkRBS3BwSVBDdDNya2FyaXlwVXJXTDkrUFg3KytXYzRPRGpnOE9IRGtNbGtjSE56dzhpUkkzSGp4ZzM4L1BQUG1ERmpCanc5UFpHWm1ZbkF3RURJNVhMbzZlbHB2YWRRdW5UcEVpNWZ2b3pMbHkramJkdTJXTE5talZxYmUvZnVZZHUyYllDaVJNM2JCRk9mUDMvT0tXOXk4K1pOK1BqNDZMeC9jWEV4K3c3UnNHRkRyY0hVckt3c2pCZ3hncFg2cVYrL1BycDI3VnJ1ZmhOQ0NDR0VFUEltQ3FicWlHOGtkT2Z4c0hIZTRnRDh2R3dSbWpjdC93MEZLVm5idG0xeC8vNTlqQnMzVG0wbW45S01HVE5Zb05UUTBKRHo4Rk9wVWFOR09INzhPS0JJVGF0TUw2czYyN1Z6NTg3c2hqTTRPSmdGVTk4Rk56YzNYTGh3Z1MwL2VQQUF3NFlOUS9QbXpkRzNiMStFaElUb2RKd0dEUnFnZWZQbUxLaGN0MjVkVkt0V0RRVUZCV3lHcUNhNXVibGxXcStyVnExYXNlRHV0V3ZYOE9XWFg1YllQam82R21scGFZQmlwbTN6NXMxTGJQL3c0VU1XUkZWU0JrYWJOV3VHVHAwNjRlWExsMnI3RlJRVUlEdzhuQzI3dUxpVWVCN2xER1ZsVVB0dEdSb2FZdHEwYVNXT0JDZUVrSS9OK2ZQbnNYejVjdUNObXRwOSsvWmxnMVZVMS9mczJaTzlEZzRPTHZVenVFK2ZQaVdtaDM5VFdGZ1lDZ3NMV1NCWFYyZlBubFg3TGhFYUdvckpreWVYYWRETnlaTW5XU0RWemMydDFBRkhVcWtVbVptWmlJaUlRRVJFQkE0ZVBJak5temZEeHNhbVRQM1g1UFhyMXlWK1QxQ2xPc01wS2lvS216ZHZSbHBhR3Z0UHRTYjdtNHFLaWpCczJMQzM3aThobFludTlVaFZrSmFXaHBrelo2S2dvQUN6WjgvR2poMDdPTnV6c3JLd2VQRmlKQ1VsWWVIQ2hUaDY5Q2l1WDcvT0FvaE5tell0ZFVET3BVdVgyT3YyN2R1alRSdjE5SjZxbi9tYk5tM0MxcTFiMWRvMGJOZ1FHelpzZ0V3bTAxcGlCd0NhTkduQ1diNTE2NWJXckU1UURPNHBUemtiYTJ0ck5HM2FsSlZhK2VlZmZ5aVlTZ2doaEJCQzNpa0twdXFJeitjSndaTlh5OG5KMVJpNEkrK09wNmNuYnQ2OGlXN2R1bWtOcHBxYm04UGMzTHpFNCtqcjY2TkdqUnBzdVU2ZE9qQTBOTVNVS1ZQWWcxOXQ2dFdyeDVrTmV2NzhlU3hhdEFoUXBBQWVOMjRjMjZicFprOTVRNnZxMWF0WHlNaklRR2hvS056YzNOQ2lSUXZPZHRXYlZ0VUh0L0h4OGZqdnYvL1k4djM3OXpGNzlteDgrKzIzNk5XckYrY1lXN1pzd1Y5Ly9RVUErT21ubjlUT0FSMW13cGJHMDlPVHZiNTI3UnJrY25tSkQ1cmQzZDN4K1BGanVMcTZZdno0OFRoMjdCaDd1QnNiRzZ2Mjcrbnp6ejhIbjg5bk5YTnIxYXJGNnFoMjd0d1oxYXBWdys3ZHU5WE9jK0RBQVJZZzVmRjRwUVp0bGFrSVMwc0hYQmI5K3ZYVHVQN0xMNy9rcEZ5K2UvY3VsaXhaZ3FLaUlrNXczODNORGQ5Ly96Mm50dXJiMXU0bGhKQ0tWRmhZaVBUMGRMWDFHUmtaR3R1cnR0VjByWHhUU1E5b05aRktwWWlNakVTelpzM0t0TitaTTJmVTFpVWxKZUhldlh0bHlnNmduRjJMRXE0SlFxRVFqbzZPa0Vna1NFbEo0YVMvajQrUHg4cVZLN0Z5NWNveTliOGtob2FHbURsenBzWnRHelpzVUp1OWFtQmdvTEZHdVRaeGNYR2N6QmlFZklqb1hvOVVCVlpXVnBnMGFSSldybHlKMk5oWS9QdnZ2NXp0SjA2Y1lHVk41czJiQjBORFEwNXd0RmF0V29pTGkrUHNvNmVuQjBkSFIwQVJyRlVlMDl6Y0hPM2F0VU5BUUVDSmZaSklKQm9IMUNnLzk2OWN1WUtwVTZmcS9CNVBuRGloOVI0Zml2dW1aY3VXbFhxY2lJZ0l0Vkl0cXQ4OXpwNDlpL3YzNzNPMjc5dTM3NU1xQlVBSUlZUVE4clpTVTlNUWNqb1VXM2JzR3V0Y3Q4SE9KekgveFZSMm55b1RCVk9ydUFNSER1RG5uMzlteXoxNzlzVGl4WXMxdGkwb0tFQlFVQkRPbmoyTHhNUkVaR2RudzhiR0J2WHIxOGZ3NGNOUnIxNjk5OWp6OHF0ZnZ6NFdMbHo0em84ckVBaXdaTWtTdEduVGhnVlR0Mnpad2dKemhZV0ZyQzJmejRlUmtSRmJWZzFBQ29WQ3pqYlY5VXBSVVZISXlzcGlkVnJrY2prdVg3N010aXRUM3ltRGFYSzVIT2ZQbjJmYmxmdmw1K2RqMXF4Wm5MNUJjWE40NmRJbGRPclVDVTJhTkVIdDJyVmhabWJHQXBCUTNQam01K2RES3BWQ0twVkNKcE5CSXBGQUpwT2hldlhxNVo1QldiTm1UVFJ1M0JnUkVSRklUVTNGNWN1WFdRMVhUYjc5OWx1V1NqazBOSlJUNXpVeU1oSlRwa3hCMTY1ZHNYVHBVdkI0UEJnWkdXSHIxcTJReStVd056ZEh6Wm8xV2JCV1d3QTlJU0VCZi96eEIxdHUwNlpOaVVISUd6ZHVJQ2JtZjUvOUZoWVdKYjdmenAwN3F6M0lLQ3RqWTJNWUd4dmoyYk5uMkxkdkg0S0NndGp2YXNhTUdYang0Z1YyN2RxRnFLZ29qQnMzRGoxNjlFRFhybDNSdUhIamNvM01KcVE4bENrTy83bDZIWis3MWF2MEZJZDVlWG53OHZKU1d5OFFDR0J1Ymc1M2QzZjA3OThmYmR1MjVXei9XSzZGVlVsOGZEd1NFaElBbFFCb1ZsWVd3c1BEWVdob2lNMmJOd01Bamg0OWlwTW5Ud0lBZnZ2dE54Z2FHZ0lBOXUvZnp6STFyRnUzRGlLUkNGQmNwNVJCVE9YeG9aaTFrcG1aQ1FjSEIwNC83T3pzWUdabUJqTXpNMVNyVmcyV2xwYXdzcktDdGJVMWJHMXRZV3RyaXhvMWFuQm1XZW9pT1RrWkVSRVJnT0w2WDdkdVhaWTJQalEwVk9kZ2FtUmtKS3Y3YW1Sa3BEVnpnNTJkSFN0WElKVktFUndjekVsTkhCWVdWdXBBcGZEd2NBUUhCM01lSEllRmhTRTVPUm5EaHcvbjlGa21rMm5NNkFBdHdXb0hCd2MycUVrb0ZNTFMwaEtwcWFuc3V0VzllM2Q0ZVhsQkxCYkQxdFlXMXRiVzd5eGxQaUdrWkFVRkJRZ09Ec2JmZi8rTlI0OGVJU3NyQ3dZR0JyQ3lza0tqUm8wd1ljSUU5aDA0TkRRVUlTRWhpSXVMUTFwYUdzek56ZUhzN0l5QkF3ZWlmZnYyOU8rMkNucng0Z1hzN094Z2EydUx3WU1IUXlxVnN1dHVUazRPbkp5YzBLOWZQOFRIeDBNc0ZxT2dvSUJ6ajdsMzcxN3MzYnVYYzh5YU5XdXlnVDVuenB4aG4rVTlldlNBaVlrSnhvd1pvOWFQeU1oSWxyYTllZlBtR3RQOGxxZTJlVm1jUEhrUzI3ZHY1OXpmeHNURXNCSUQvdjcrckl5TUpzWEZ4V3JiVlk5RkNDR0VFRUpLbDVLV2hpM2JkK0hGeTVlVFpEemVMUUFVVENWVmwvS2hwTktGQ3hjd1o4NGNqZW5ybmoxN2h0V3JWM1BXSlNRa0lDRWhBYUdob1ZpNmRHbXBLVm1yQWo2ZkQzdDcrd281dHJlM055Y3dtWmVYeDBrLytEWlUrNXlVbEFSdmIyLzJlMUlkMFNzVUNsRy9mbjBBZ0krUEQ1c2hxY3JXMWhaUUJQMGVQbndJS05MUkRobzBDTHQzNzBaaFlTR0tpNHR4K3ZScG5ENTlXbU4vNXMrZnI3V3Z2Ly8rTzJlbVpGbU5HVE9HcGVMZHZuMTdpY0ZVcFlpSUNDeFlzSUE5RURBeU1rSmVYaDZ1WHIyS3ExZXZRaXdXUXl3VzQ5aXhZeEFJQklEaWhsY1pCTzdjdVRNR0RScWs5ZjJvenV4Um5Ua01EYWw4Vldmb1ZQU0RBQURZdG0wYnpwOC9qK2pvYU03Nm9VT0h3cy9QRHpLWkRBVUZCVGh3NEFDS2lvb1FIQnlNNE9CZ2lFUWliTml3UVMwOUZpRVZRWm5pOElkNWkvRHJpaCtyYklwRHFWU0t0TFEwaElXRklTd3NEQk1uVHNUSWtTUFo5by9sV2xpVkhEOStuTlZPVTRxTGk4T2tTWlBnNXVhRzNidDNzd2UrTld2V0JCUnAyWlZCMCtMaVlqYUlxR25UcHVEeitSQUtoWWlKaWNHY09YUFV6cWM4MTVzek93OGVQRmptOUwyNkNBME5aYTlkWEZ6ZzRlSEJncWxuejU3RmQ5OTlwMVBRNGZEaHcreDE5KzdkV1RDNUpBS0JBUDM3OTBkZ1lDQ3JSODdqOFVvTnBqNS8vcHhUU2dBcWYrZGR1M2JsQkZNTEN3czVBNDVLSXhRS2NlREFBWllGaE1majRZc3Z2bUN6aWowOVBVdE0wVWdJcVJnM2J0ekEzTGx6MWJJQjVPVGtJQ2NuQjgrZVBVUGZ2bjFaTURVZ0lJQmxiUUdBbEpRVXBLU2s0TWFORy9EMTlkWDQrVXNxMTdsejUxZ04wMTkrK1lXejdmbno1NWcwYVJKYjNyNTlPN3k4dk1xVUdVRDEyVUx2M3IxaFlHQUFIeDhmSkNjbmM5cGxaV1d4WUtxam82TmF0aU1URXhQVXJsMWI3Zmg2ZW5vYU15T1Y1c21USjBoTVRPU3N5OHpNeE9QSGp6bnJDZ29LMkRyVkdlUUNnVURyTlZmMTN3QWhoQkJDQ0NGdmc0S3BWVmhDUWdJaUl5TUJ4VXpGckt3czVPWGw0ZkxseS9qaWl5ODA3bU5xYW9vdnZ2Z0NqbzZPeU03T3h2SGp4L0hxMVN2STVYTDg4c3N2Nk5hdEc0MUNWdUhsNWNVQ1ZmZnYzOGU1YytmS2ZTd2pJeU1NSFRxVWpRYVd5K1VhYjI3NzkrL1BnbnVOR3pmRzJiTm4xZG9vNjdzMGI5NGNJcEVJVXFrVVAvNzRJOXEwYVFOZlgxL3MzcjBiSVNFaE90ZENVeVVVQ3Q4Nk9OZWlSUXUwYU5FQ04yN2NRR1JrSk1MQ3dqVE9JRk9WbHBiR1pzQjA3ZG9WVTZkT3haUXBVMWl3T0NrcGlhV3QwbVRpeElsYXQwMmJOZzEzN3R4QmFtb3FoZ3dab2xhanpzREFBQjRlSHV6Zms1S0ppUW1hTm0ycTAzdCtHNDZPanB4QWFyVnExVEJseWhUMDd0MGJVQXdnbURWckZ0emMzTEJtelJwa1ptWUNpbFJkbWthQ0UxSVJsQ2tPczNOeXFtU0t3Mm5UcHNIQXdBQXZYcnpBMGFOSDJiK1R6WnMzdzgvUEQ2YW1wcXd0WFF2ZnJ6Ly8vQk1iTjI3a3JIdHorYzMxKy9mdkwvTjVsTmtXU3NMbjg4dWN3azgxeGErbnB5ZWFObTJLQXdjT0FJcmd3NTA3ZDByOUxNN0p5ZUZjei92Mzc2L3orZVZ5T2VkaGI0TUdEY284dTdZa0JnWUdXcStoTzNic1lIWE5WVGs3Tzcrejg1T1BsN0d4RVR4YnRzREowSE9YczNMekVuVFloWlJUV0ZnWXBrK2Z6dmtNTkRFeGdhMnRMZkx6ODVHY25LdzIwMXdvRktKejU4Nm9XN2N1ZUR3ZUxseTRnQWNQSGdDS3dSK0RCZzFDclZxMTN2dDdJZHFKUkNKMkRaUEw1WnhCd0R3ZWp6T2dTRTlQajVOYXZuUG56aXlkYjBoSUNKS1RrNkd2cjgrdVIxRlJVV3lnRUovUGg0dUxDNkM0SHUvWnMwZHJudzRmUHN3WkxBUkZIZFF0Vzdhb3RhMVdyUm9MQnBja0lTR0JsYkV4TkRURW5UdDNTdXhEYVR3OVBiV2V0MzM3OWhSUUpZUlVHVktKRkZFeHNSVXlRSlFRVW40UG9tSlFYRndNa1o2b3NydENxamdLcGxaaHFpTkh1M1hyeGg3c25UcDFTbU13MWNIQkFTRWhJVEEyTm1ick9uYnNpR0hEaGdHS09tVzV1Ymxxcy9RK1pVMmFOTUh3NGNNQkFNSEJ3VzhWVEFXQTc3NzdEcTFhdGNLTkd6ZVFrcExDU1NWa2JtNk9aczJhd2R2Ym02MXpjWEhoUEh5MXRMVEU0TUdEV2RwS0l5TWp0R25UQmoxNzlrU2JObTBBQURZMk5wZytmVHFtVHAyS21KZ1l4TVhGSVNVbEJUazVPWkJJSktYV29MT3hzWGtudFdLV0xsMktRWU1HSVNNakE4dVdMY1ArL2Z0THJHUGJ1WE5uVEp3NEVUZHYzc1NTSlVzZ0ZBcXhhOWN1SERseUJHRmhZWGo1OGlXeXM3TlJVRkNBb3FJaVNDUVM5c0RJM053Y0RSczIxSHBzc1ZpTU5XdldZTzNhdFp3UjI2cFdyVnFGZmZ2MnNkcHcxYXBWUTY5ZXZUai9YaXBLNTg2ZDBiWnRXeng4K0JDOWV2WEMwS0ZEV1NwblZiMTY5VUxIamgxeDRNQUJIRHQyREdQSGpxV0F6d2RJS0JUQXd0d2NmTDRnVlNhWDUrdXdDOUZCdDI3ZDJHd2JUMDlQTmdOZElwRWdOVFdWQlZQcFd2anU5ZWpSQXcwYU5NRE5temZaZ0NFWEZ4ZE1talFKSmlZbW5GVG9CZ1lHV3RPVEs3TXFLRmxaV2JIMGdxZE9uY0x6NTg4QnhheE9lM3Q3dUx1N0l6dzhuTFh2MUtsVHFYMTFjM01yMHdQWjU4K2ZzNGZMVUR4MGRYZDNoNEdCQVJzUUZSb2FXbW93TlNRa2hMWDM4UERRT0dOSGs2S2lJbXpjdUpGbHFUQXdNTkNwOXB5dnJ5OThmSHp3NzcvL3N2WitmbjZZUEhteTJzTVpIbytuZGNZT1hXUEkyN0FWZjRhVlB5N0d5aDhYVCtEeGVOcnpiWksza3BxYWlybHo1N0x2eGRiVzF2amhoeC9RcmwwN2xzMmx1TGdZRnk5ZWhKV1ZGZHR2Ly83OW5MSVhRNFlNUWZmdTNkbGdwUGo0ZUFxbVZqR0RCdy9HNE1HREVSTVRnOFdMRjdPeUpBQlFyMTQ5K1B2N3c4UERBMVpXVm9pS2ltTGZiUUJnMEtCQjdGcWx6RnhnWjJlSElVT0dBQUFPSFRwVTZ2bE5URXpZMzVRbW1nYnlDb1ZDVkt2MnY5SVF5ditYNXViTm02d3VxbGdzaG8rUEQ5dFhXVTVuNE1DQjhQWDFSVTVPRHN1RzBLQkJBMnphdEFrQTNyb01DeUhsUmZkNjVHM2tGeFJnMDladDBCUHA2ZENhRVBLK0ZCY1hJeXM3RzFaVzVTdUpSejRkRkV5dHdrSkNRZ0FBK3ZyNkdETm1ESTRkTzRhQ2dnSmN1WElGMmRuWm5GazRVTG54VUtWYUQ5TFkyUGlEZTNpOGJ0MDZuZG9KaFVLZGI2ajA5ZlhadzFuVkI3NTkrL1pGMzc1OU5lN2o3ZTNOYXBxV0ZvaHMzYnExemlsMFI0d1lnWUVEQjdLVWg1cU8vZU9QUDJvY3RTWVFDT0R1N2c1M2QzZWR6dld1V1Z0Ylk5bXlaU3lkWm1CZ0lFdjlPM0RnUUF3Y09GQnRuNUVqUjJMbzBLSHM1eTRTaWVEbjU4ZHEzK2hxK1BEaExBaXVWSzllUFd6WXNLSEUvazZlUExsTTV5a3ZUWCszQVFFQk1ESXlLblcya2FtcEtVYU5Hb1ZSbzBaVllBOUpSYklWZjRZZmw4ekh1ZzFieHdVZlBINmpzdnZ6TVZJZHVHRmtaQVE3T3p2Tzhwcys5R3RoWlhOeWNvS1RreE9PSFR2RzFrbWxVclJxMVFvaWtZaHovVjJ6WmcyYU5XdW04VGkvL3Zvcko5QnBiVzJOc1dQSFFpS1JJREF3a0szdjJiTW5XclpzQ1FDc3hubEZVVTJWYjI1dXptYUZlbnA2NHVMRmk0QWk3ZUtNR1ROS2ZNQ3NPbXZuemZURWIwcE1URVMvZnYwZ2xVcng2dFVyRkJVVkFZcnIySnc1YzlTeUsyZ2lGQW9oRkFwMXF1bWVuNS9QSGxvVFFqNDhPM2JzUUc1dUxxQUlkdjM1NTU5cUpWRkVJcEZhK20zVlFDb1U5MEJHUmtZc21QbytTbDJRc25uOCtESExRQ1NWU21GcGFjblNPc2ZIeDJQR2pCblExOWZIb0VHRE9JRldLTW9jTkc3Y0dES1pqR1g3VVphT1NVOVBWeXNmcE1tNmRldTAxZ21YU0NUczJxekswOU5UTGUxOFdZMGJOMDZ0VEl0QUlJQkFJR0RYU0dpWW5VdElaYUI3UFZJZVZsYVdFSDlXSFZuWjJaRExnVUtWenpaQ1NOVmdZbUlDbStyV3FGN2RXb2ZXNUZORndkUXFLakl5RWdrSi84dVc1ZW5wQ1FzTEM3UnUzUm9YTGx5QVJDTEJ1WFBudEFiK29IaHc5dlRwVTZ4ZHU1YXQweFRjK2xTVjlTWk1KQktWT091eXZQVDA5RGdQUWpXcHlqZU1yVnExd3NHREI4dTBUMVYrUHhXSmdqZWZEbjE5ZmJqV2NzWnZxd0tpMTZ6K01hT3krL014a2Nsa2lJK1B4NnBWcTlpNjc3Ly9YdXZuS0YwTDM1MnNyQ3lFaFlXeDVhZFBuMkxxMUtscTlXa25UWnFrZGRDSXNuYjRteTVmdm96czdHeTJmT2ZPSFRScjFrd3RlTm1nUVFQd2VEems1K2R6WmxxK2V2VUtMMSsrQkJTcEM4dENOY1d2bDVjWDI3OWR1M1lzbUpxZW5vN2J0MitqZWZQbUdvOXg5KzVkUEhyMENGQjgxcGRXVDFRaWtlRFpNKzRrUGowOVBiaTV1V245R2VrcU16TVQrdnI2T3RWcjFXYjA2TkZxcVgrVndSY29BdVpidDI1VjIwKzE1dDZ4WThjNGZ5K09qbzc0N2JmZnl0MG5RajVscWxsc3Z2cnFLN1ZBYW1tS2k0dVJuSnlNdi83NkN5OWV2QUFBTkd6WUVQWHExWHZuZlNYbEo1VktNWDc4ZUphcHdNWEZCV3ZXckVHdlhyMGdrOGxnWUdBQUN3c0xKQ1FrWU1lT0hXcjdQM2p3QUgzNjlFRjhmRHpMbEtDc1l4NFlHTWdKU21wVDFxdzRNVEV4bURselpobmU1Zis4V2N0WFdmcEVxVWVQSGl4emhTWnZ2aGU1WFA3VzEwOUNkUFV4M09zVjg2WDVlaERHT2Rlc0tYNmI3NHhFZC9aMk5mRHpza1Y0bFpKYTJWMGhoSlRBMnNvU3pqVWRLN3NicEFxallHb1ZwVHB5VkpuV3JuUG56bXpVNTZsVHB6UUdVeU1qSS9IMTExOXoxbGxaV1dIUW9FSDQ1cHR2S3J6ZmhCQkNTRVZRMXBKV2NuWjJ4dlRwMCtHWnM1UXZBQUFnQUVsRVFWVHA2YW5XbHE2Rjc5NkpFeWZVNnZGZHUzWU5VNlpNNGN4aWNYTnowenI0Nk5HalIyeWdtS28zNjZmKzhjY2ZPSFBtRENaTW1NQkpsNzlwMHliRXhNUmc0Y0tGMkwxN044dHk4TU1QUDdCZ3FyWVpOWm84ZlBnUVQ1NDhZY3Z0MjdkbnI5dTFhd2NlajhkUzU0ZUdobW9OcHFyT1N1M1pzMmU1VXVrWEZSVWhPRGdZUjQ0Y3dhUkprekJpeEloUzk1SEw1WnlnNTlHalJ4RVlHSWc5ZS9iQXpjME5JU0VocGFiK1YxSjllUDc4K1hPV0VsK1QxTlJVOXJCZm02eXNMR1JsWmJIbGttYjFrZytYUkNMQjY2d3NCQjgvYnUzazVKVDg5T25UZ3NydTA4Zm0xYXRYbkg5dlhsNWVaZHEvVmF0V25NOXVBd01EZE9uU0JkT25UMytuL1NSdlR5QVF3TS9QRHhzM2JvU3ZyeS82OXUyTE0yZk9zTTl4R3hzYmJOdTJEVHQzN3NTT0hUdFlCZ1doVUFpSlJJTGJ0MjhEQUc3ZHVzV08rZm5ubndNQTUxcFhFdFVhcmJvb0tpclNlRjB2QzZsVXFuYU1qSXovajArcDl1bnAwNmNZTW1RSVVsTlRzV2pSSXJiK3lwVXJHbWZORWtJMGsrZGt4RXFOcW85YnZtemhQZnNhTlNxN081OEVQcCtQV3M1T3FPWHNWTmxkSVlRUThoWW9tRm9GU1NRU2hJYUdBb3FVYmUzYXRRTUF0RzNiRmlLUkNNWEZ4Ymg5K3paZXZYb0ZHeHViVW85bmFXa0pxVlNLNHVMaVVtZEJFa0lJSVIrQ0owK2VZTjI2ZFRBeE1kRXBnRWJYd3ZJcktDaFFtd1ZqYkd5TTNOeGMzTHAxQzY5ZXZXTHJSNDBhcGJXKzZQcjE2L0hYWDM5eDF0MjVjNGZ6NEZmcDJiTm4yTGR2SDB0dHFXdzdiZG8wRkJZV0lqdzhITzNhdFVOUlVSR3VYTG5DMm5UbzBFSG45NlU2SzFWUFR3K3RXclZpeThwYTNYZnUzQUVVOWVkbXpacWxWZzgyS3l1TFUyL2QxOWUzMVBQV3JGa1RRVUZCZ0dMRzU4MmJON0ZpeFFxa3A2ZERMcGRqN2RxMWFOQ2dRWWwxV29PQ2d2RGJiNzl4Zmo1NWVYbUE0dWZrNysrdjQwK0I2L2p4NCtYYWozeWFYaVlsWThHU0gzSDErcTFOY2ozVGhRQkt6eU5LeWtRMXFBVEZ3S0MzWVdwcUNxRlFpUHo4Zk1xYVVnWDUrUGlnV2JObWFOU29FVmF1WE1tdW1WT21UTUdBQVFPZ3A2ZUgwYU5IWTlDZ1FUQXlNc0tDQlF2ZzR1S0M5ZXZYNDhtVEowaElTTUNsUzVmWThaVGZqK3JVcWNPeUxaVGtwNTkrUXAwNmRUUnVrMHFsR0RCZ3dEdDdyNlg1ODg4L2NmTGtTVTRtaDlldlgrUDE2OWNRaThXc2hqQWhwT3hldkhpUkI3eTRYNjlPN2NydUNpR0VFUEpCb1dDcWpxUXltVlFnNE9jYUdScVdPWVZjV1lXSGg3TjBhaTFidG1RM3VzYkd4bWpWcWhYQ3dzSWdsOHR4K3ZScHRicVJkbloybUQxN05nb0tDcENZbUlqUTBGREV4c1lpTmpZV1Y2OWV4Wll0VzJoMkFDR0VWS0RjM0R4RTNuK0ExV3ZXdGJldlUrZDh3c09IaVpYZHA0L0J4SWtUWVd4c2pOZXZYeU1zTEF3UEhqeEFkSFEwUm84ZWpjREFRRGc3TzdPMmRDMTh0dzRlUElpMHREVHcrWHpJNVhMSTVYTFVyVnNYWXJFWXRyYTIwTlBUdzhhTkd3R2d6TFdwTmRXWXJsR2pCbDY4ZUlFcFU2Wmc1TWlSZ0NMWWFXcHF5bWFvSER4NEVPM2F0Y09aTTJkWUVOSE96azVydlZaTlZJT3BSVVZGYU51MnJkYTJ5cURubXpPaFQ1dzR3ZnJVdUhGajFLcFZTK2Z6UXhHMC9lS0xMOERuOHptcEVrK2VQRmxpTURVdkw0OFRTRlVTaThYUTE5ZG5LUjdMU2lhVDRjaVJJNXdad1RLWkRON2UzdXpCZFVCQUFCdm9wMnI2OU9tNGNlTi9wY01HRFJxRWlSTW5zbTBWL2QyWlZJN0N3aUxFUG5xTW91TENlbktlM0xLeSsvTTIzdWU5WGxtSVJDTE9jbloydGxvdDFKTE1talVMaFlXRlNFbEp3YVZMbC9EMDZWTUVCUVhod29VTDJMZHZIejc3N0xNSzZEVXByODJiTnlNOFBCeDRJNUMrZS9kdTdOdTNqOU4yeFlvVkNBZ0lRR3hzTE5hdlg4LzJ2M2J0R2dEQTFkVVZOUlF6em1yWHJnMDdPenNZR1JraE5qWlc2L21UazVPMXBvbFh2UzRvMWE5Zm41UFMvY0dEQjVneFl3Wm16SmdCYjI5dnJlYzVjZUlFZnY3NVowQngzWHF6Ykl4SUpNS1NKVXZ3OU9sVGpmdUx4V0pPZVFCVFUxT3Q2YTlqWW1JMDlwMlE4cUo3UFVJSUllVFRSY0ZVSFVselV2K1ZHMXAwMjdGbGZleG5OdFVyOUZ5cUtYNnZYTG1DcGsyYmFteW5LWmhxYVdtSi92MzdzK1V4WThaZzZOQ2hTRTVPeHQyN2QzSHUzRG0xVkltRUVFTGVuWmRKeVppLzVFYzhldng0UForbk54N0Fuc3J1MDhlZ1Y2OWU3QUh5cUZHak1HclVLRVJHUnFLNHVCaTdkdTNDd29VTFdWdTZGcjViRHg0OEFCVHBKY1BEdzFuS3lQbno1ME5QVHcrQmdZR29YcDM3M1Nnakk0UFZMM3R6R3hTWk42NWR1NGFJaUFoQWtYcFNHUUNjTjI4ZWhFSWhld2dNQUdabVpuQjNkNGVMaXdzZVBYcUU4UEJ3M0x4NUU1czJiV0p0L1B6OGRLNzE5dDkvLzdIVXdMb0tEUTFWQzZZR0J3ZXoxLzM2OVN2VDhWUzV1N3R6bHBPU2trcHNiMlptcHJhdWI5KyttRGR2SHVMajR6Rmd3QURJWkRKT1VPakJnd2U0ZCs4ZUFNRFQweE1PRGc1cXh6QTBORlJMVTV5UWtNQ1pBVlNqUmcwWUdSbXA3YXM2UUVFb0ZHcHNRMGhWOVQ3djljckN4c2FHazNMOHhvMGJuTUZEcFZFdEN6Tmh3Z1I4OTkxMytPZWZmNUNabVltdFc3ZGk3dHk1RmRKdlVqNlptWmthMDZ5bnA2ZXJyVlBXRGExZHV6WWJoS1NwVkJBVXBSRW1USmlBUFh0Sy9rcGExdHJXZkQ2ZmZkYW5wNmRqd1lJRnlNN094c0tGQ3hFWkdZbnAwNmRyekFieTVpQUJUZGNMVFlNR1hGeGNzRzdkT3RqWTJDQXdNSkN0LytLTEw3VCtMYmR2MzU1VG81V1F0MFgzZW9RUVFzaW5pNEtwT2xLa3dZaHpxdUFpeERrNU9iaDgrYkpPYldOaVl2RDA2Vk00T1duUHVXOWhZWUdtVFp1eUc2dTR1RGg2Z1B5UmV2YnNHVXQxK1Bubm42TkJnd2JsT2s1ZVhoNDlBQ1dFVkdrQ2dRQU5HelpFWkdRa0FDQStQcjdFOW5RdGZEdDE2dFJCYUdnb0Jnd1l3R2JNUURGYlZDYVR3Yy9QRDM1K2ZweDkrdlhyaDhURVJCZ1pHZUhFaVJOcXgrVHhlTWpQendjVWdjRzJiZHR5SGdJM2Jkb1VmLy85TjF1MnRQemZwTGNCQXdiZ3A1OStBZ0I4OTkxM2JGYXFwYVdsV2g5S29qb3JGUUNxVmF1bXNWMXViaTRMQ2wrOGVCRno1ODVscVg0aklpTHcrUEZqdG4vbnpwMTFQditibE1jcHJUOUs3dTd1Q0FnSWdFZ2tZak5hbFVGUVIwZEh6Sm8xQzk5Ly96MWV2SGlCbGkxYll2TGt5ZGk2ZFNzTHB2YnAwMGZuL2lycjhDbVZKWkJEeUlmaWZkM3JsWldKaVFuYzNkMXgvLzU5QU1DT0hUdlF0V3RYcmJXcFN5SVFDTkN4WTBmODg4OC9nT0phU0txV29VT0hva1dMRmxpMWFoWGtjam1jbkp3d2F0UW9BRUIrZmo1V3JGZ0JpVVFDUTBORHpqT0FmdjM2Y1RJOUNJVkNUaURkMGRFUk5XdldMRFdZNnVEZ1VHTGQ3NUptdFY2NWNnWEp5Y2xzK2RDaFE3aDM3eDVXckZnQk96czdIZDQ5Vjd0MjdlRHU3bzY2ZGV1eTkySmlZc0xLSEQxLy9weTFMV21HOWZMbHk5bDFYRjlmdjh6OUlPUmo1RkMzYmcyKzNLRGZuenYzNEF2dkRuQjAwRHl6bXhCQ0NERXlOSVJIZlhla3BtVkU1T1hscFZaMmZ5b2JCVk9ybUFzWExyQjBjV0t4bURPelJ1bkVpUk1zNWMzSmt5Y3hZY0lFUUJGY3JWdTNMcWR0Zm40Ky92dnZQN1pjbmh0djhtR0lqbzdHNnRXckFRQWpSNDdrQkZNbEVnbHljM09SbTV1THJLd3NaR1ptSWlNakF4a1pHVWhPVHNhclY2L3c4dVZMUEhueUJBWUdCamg5K3JUT3Mzc0lJUitIcXByaVVCT3BWSXAvLy8yWExTc0RiYUJyWVlXb1U2Y08zTjNkT1RWRmxlYk9uY3Zxdkd1U2w1ZUhsaTFicXEwWGlVVDQ1NTkvb0tlbmh5RkRobkRxcmlvcGd3ZFFtYm5acDA4ZjdONjlHd2tKQ1N5UUNnRGZmdnR0aVErQVZjbGtNcHc5ZTVZdGk4VmloSVNFYUd5N1lzVUs3TisvSDFDazE3eDY5U3E4dkx3QVJkMVNKUjhmbjNMWDRvMk5qY1hLbFNzNTY1bzBhVkxpUHE2dXJuQjFkY1gxNjllMXRvbUtpc0xMbHk4aGw4dlYwaS9QbnorZk01c2JBSllzV2NLWnlhU2tHdVN1VmFzV1RFMU5TMzFQaEpCM1ovRGd3WmczYng0QTROV3JWL0QzOThmY3VYTTVxY0J6YzNOeDh1Ukp0R3JWQ2c0T0RuajgrREVjSEJ6VVpnQXFVM0dEcm9WVlV0T21UWEg2OUdrMkU5bkR3d050MnJSQnRXclZzR2pSSWhZVUhEbHlKR2ZtcHJlM055ZVkycmx6WjA1V0NGMi8xMDJZTUtIY05WTjlmSHhnWm1hR0JRc1dzSm1nMGRIUkdESmtDUDc2NnkvWTJ0cnExQWNsNWQrM2FqcGZWY3FzR1ZDaytkZm16WXdTaEJCQUlOVjNoQWh6MTI3WUROZGF6aFJNSllRUW9sVk5Sd2RzWExzYUFMN2k4WGpQU3QvajQwYkIxQ3BHOVdGZWx5NWQ4TTAzMzZpMUVRZ0VXTE5tRGFDWVdhRU1wcTVhdFFyWjJkbG8zYm8xYkd4c2tKR1JnVE5uemlBaElRRlFQTGpzMkxIamUzc3ZwR3BZdW5RcGpodzVvblA3bkp3YzNMbHpCNDBiTjhiVHAwOHhaTWdRRkJZV3dzM05EZHUyYlN2M3cySkNTTldtVEhHNGI4ZVdXUEZuTnBYZEhUV25UNStHc2JFeHNyS3ljUEhpUlVSRlJiRnRYYnAwWWEvcFd2anVPVHM3YytwZnZpdENvUkN0VzdmR3NHSEQ4TXN2djNDMnllVnl6dXpSaGcwYnNuMTY5T2lCelpzM3MyME9EZzd3OGZIUitieTNidDFDV2xvYVc5WlUvMU9wWThlT0xKZ0tSYXBmTHk4dnZINzlHdWZPbldQcmZYMTlkVDUvWW1JaW0wV2JsWldGMUZUdTRFNnhXSXp1M2J2cmZEeE5uajU5eXRJWWE3cHVLOU5EcWxJK3BGZDErL1p0M0x4NWt5M1R2eDFDM3I5dTNicmg3Tm16YkxiK2t5ZFA0Ty92RDB0TFMzYWRlL1hxRmVSeU9YYnMyQUVIQndlY1BYc1dRVUZCNk5DaEEycldySW5Dd2tKY3ZYcVZNeENwVzdkdWxmaXVpQ1k1T1Rrcy9UMEFIRDkrSEtkUG40YXJxeXY3M3RPMGFWTk9xWi9NekV6ODhNTVBuT05jdkhnUlY2OWVMWE1nY2ZiczJXL1YvL2J0MjJQbnpwMzQ5dHR2MlRYSTA5TlRMWkNxREJhWFYxWldGcUtqbzlteThqc0NJWVFRUWdnaEZZbUNxVHF5ZDZudktoQUtoNjllc3g2K2ZYeFFFU21nWHIxNnhibkI3ZENoZzhaMkhUdDJaTUhVaElRRVJFWkd3c1BEQTFETWJ0Q1Vma2NvRkdMKy9QbWMrbVBrMDZEcDRXaEorSHcrSWlJaTBMaHhZemc1T1dIeTVNbFl1WElsb3FLaXNIcjE2cmUreVNhRVZFM0tGSWZPVGpVcnV5c2EvZnJycnhyWDkrN2RHMTk4OFFWbkhWMEwzNjBhTldwby9abk5uRGtUa3laTllzc0hEeDdFcmwyN0FNWFBXM2tONnRhdEcwYVBIczBDZThyc0IvUG16WU9ob2FIYWNXL2R1c1VDNER3ZUR5MWF0QUFBN055NUUxdTJiT0cwZmY3OE9TWk9uSWpGaXhlejlIOGxlVFBGYi92MjdiVzJiZEtrQ2N6TXpKQ1ZsUVVBK1B2dnYxRlVWSVFUSjA2d2dHVHo1czNoNktqNzkwS0pSS0tXMWxkSkxCWmo3ZHExT3MreTFVWjFjRjVrWkNTT0hUdkcyZTdqNDZNMis2aGV2WHFjNWN6TVRDeGF0SWd0Q3dTQ3Q2b0xTMGhWOWo3dTljcUx4K1BoeHg5L3hOS2xTM0g2OUdtMlBqMDlYV010VGFYVTFGUWNPblJJNHpaZlgxOUtkMThGbVppWTROQ2hRN2grL1RyMjd0MkxLMWV1b0xpNG1ET0F6TW5KQ1NrcEtiQzF0Y1dqUjQ4d2E5WXNQSG55aEhPY3dzSkNUSnMyRFRObnppelQ1N2Erdm42SjJZbVV0YzFMNHVUa2hCMDdkdURiYjc5RlhsNGVtMVd0U2pVYlJYbXlJWVdFaExENjdXS3htTDdYRVVJSUlZU1E5NEtDcVRvU2lrVDI0TWxIN3o4VWpEYWVMU3ZrQnZ2VXFWTnNsS2FGaFFVTGtMN0p3Y0VCdFdyVllnL2lUcDA2QlE4UEQ0d2NPUkxWcWxWRGRIUTAwdFBUSVpQSklCYUwwYng1Y3d3ZVBCaTFhdFY2NTMwbWxlL0NoUXNvTGk3bXBMQjg4dVFKenB3NUEyTmpZMDViS3lzcldGcGF3c3pNREdabVpyQzB0SVNWbFJXc3JhM3gyV2Vmd2RiV0ZnNE9EcHhaTEFNSERzUzVjK2NRRVJHQlE0Y09vWDM3OW1qZHV2VjdmWStFRUtMRTQvRmdabVlHTnpjMzlPM2JWNjN1STEwTDN5OExDd3RZV0ZqZzl1M2IrUFBQUDNIdDJqVkFNUU40eTVZdFdMTm1EU0lpSW5ENjlHbmN1SEVEdnI2KzZOU3BFMXhkWGRuK2I1SktwVmk3ZGkxYmJ0dTJMYkt6czdGbzBTTE9MRWxWTjI3Y1FKOCtmZENwVXljTUhqeVlwUVYrazBRaXdmbno1OW15c2JFeG1qVnJwdlg5Q1FRQ3RHdlhqdFY5emMzTnhaVXJWemdwZnNzeUsxVVRFeE1UT0RzN28zMzc5dkR6ODRPSmlZbk8reXBUS2FyS3pNemt6S1lGZ0lDQUFFN3d0RVdMRnZEMjltYkxVcWtVVXFrVUVva0VRcUVRYVdscG1ESmxDaElURTFtYi92MzdReXdXbCtNZEVsTDF2WTk3dmJkaFlHQ0FnSUFBK1ByNjRzaVJJN2h6NXc1U1UxUEI0L0ZnYm00T0J3Y0hkT2pRQVM0dUxvQWlZME5hV2hxYmlWOVFVQUJ6YzNONGVIakExOWVYVXA5V1FYSzVITmV1WGNPVEowOFFHUm1KdTNmdmFteDMrUEJoSERseUJIMzY5TUhSbzBjNUEyZVZOWEdMaTR0UlhGeU1nSUFBUkVaR3FxVjExMmJ6NXMxYW4wRklKQktOYWZzMXNiYTJ4dGF0VzVHY25Jek16RXlrcGFXeCs4dVltQmdjUEhpUXRUVXlNaXJ4V0VsSlNaemx2THc4VHUxWDFld2toQkJDQ0NIazNaSklwTWpKemNISjBGQUx3UDBsOEVBOXpkVW5oSUtwVmNpSUVTTXdZc1FJbmRxcTNvQW9lWHA2MG8zeEoyang0c1ZxRDFNdlhyeUlpeGN2b21iTm1wd2I0a1dMRnBVNUVNcmo4VEI2OUdpV1RuckRoZzBVVENXRVZEZ2pJeU5PdGdaZDBiWHcvY25QejhmcTFhdHg3ZG8xbHM0UGlrRHEwcVZMNGVIaGdWV3JWbUg2OU9tNGMrY08wdFBUc1dYTEZtelpzZ1dXbHBZSURnN1dHRGc4Y2VJRUozMWZxMWF0TUdUSUVNaGtNcmJ1czg4K3crTEZpN0YrL1hwRVJrWUNpcGs0SjArZUxERjFwVkFveEtWTGw4cjBQaGN2WG96Rml4ZXo1ZHUzYjdQYTlSWVdGanFsdnQyNWMyZVp6bG1hME5CUXJGKy9ucE1pV1BtZ2V1WEtsY2pOelFVVU5lZFNVMVB4L1BselRuMjUrZlBuWS83OCtXckhQWC8rUEI0K2ZJajU4K2R6anUzZzRNQytCeEJDS2srVEprMUtyYWtNUlhyMk9YUG12SmMra1hlRHgrTmh4NDRkdUhYckZtZTl0YlUxdnY3NmE4VEh4eU1vS0FnU2lRUjE2dFRCNGNPSE9lMkdEQm1DNmRPbjQvejU4NWcxYXhZYnBLMHRiWHhLU2dwT25EakJxVThlRWhLaWRuNGwxZFM4U1VsSjJMNTlPNzc0NGd2WTIydXV0V2hpWWdJVEV4TUVCQVJ3QmlDOVNUa0E0RTFCUVVGWXMyWU5wejY2c2JFeERoMDZ4QW13VXNZRVFnZ2hoSkNLOCtKbEV0YXMzNGd6Wnk4c3IxbVB2K1JaTk1JcnUwK1ZpWUtwaEh4Q0Nnc0xPVGVrMnJ3NVFyaGx5NWFvWDc4Kzd0Ky9qNmlvS0lTRmhjSEx5NnNDZTBvSWVkK1VLUTUvL21VdEJ2cjJxWEt6Y2tqVlkyaG9DSkZJeEFta09qczdZOEdDQldqUW9BRUF3TnpjSEpzMmJjTDY5ZXNSR0JqSVNmdXJiUVptMTY1ZGtaQ1FnUHYzNzZOMTY5WVlOR2dRb3FLaTJPeFFaWkRXMnRvYW16WnR3dHk1YzFtQXRGdTNibWpUcGsyRnZtL1ZCOWk5ZS9lR1VQait2MDdiMjl1ek5NaEtkZXJVUVdSa0pFSkRROW02NmRPbnc4YkdCai85OUJNdVhyeFk0akdkbkp4Z2JtNE9PenM3em5zeU56ZkhyNy8rV3FZWnM0UVFRc3B1MkxCaExKaFp1M1p0OU9qUkEzNStmaXoxKzdCaHd4QVlHSWhKa3lZaElDQUFJU0VoRUFxRkdEZHVITDc1NWhzQVFLZE9uYkJ5NVVvc1dMQUFYYnAwUWZQbXpUV2VLeWtwQ2V2V3JlT3MwelJnVzVNWEwxNWczYnAxY0hWMTFScE1WV3JXckpuV1lDcVB4OE9BQVFNMGJtdlNwSW5hZ09GbXpacGg0TUNCdUg3OU9xNWR1NFl1WGJyQXdjRkJwejRUUWdnaGhKQ3l5ODNMeGZXYi95SXZQNjhOSVBqa1UxVlJNSldRRDl6WFgzK05vcUlpM0wxN0Y5ZXZYd2NVTTFHYU4yOE9jM056emt5VUdUTm02SFRNc0xBd3RZQnF6NTQ5MmNqbDA2ZFBVekNWa0krTU1zWGh2djBIMGI1dGF3cW1FcDFNbWpRSkZ5NWNnTFcxTlh4OWZkR3JWeSsxNEtKSUpNTFVxVlBScjE4L0JBWUc0dUxGaXlWbTRqQXdNTUNhTldzd2NlSkV6SjA3RndBd1pjb1UzTHg1RXlOR2pJQ2ZueC80ZkQ1cnUzcjFhaHcvZmh6cjE2L24xRyt0S0s2dXJoZ3paZ3dBb0UrZlBoVitQazFjWEZ3Z0Vva2dFQWhRdlhwMWVIbDVvWFBuemhBS2hkaTFheGZtejUrUDFxMWJ3ODNORFFDd2F0VXFKQ1FrSUNJaUFpa3BLY2pQejRkRUlvRk1KZ09QeHdPUHgyTnBnTzNzN0xCNTgyYU1IajBhSXBFSXYvMzJHNXlkblN2bGZaS3FqY2Y3WHlwc3lIbFNIbzhuMDJFWFFrZ0pXcmR1alFVTEZzRFQwMU5qRFhBN096dDJQemR2M2p3SWhVSU1IandZdFd2WDVyVHIyTEVqZHUzYUJYTno4L2ZXZDIwYU5teklXZWJ4ZURBeE1VSHQyclV4YnR3NE5HN2NXT04rVGs1T3NMUzBSSDUrUG1yVXFBRlBUMDhNSERnUSt2cjZXTFZxRmI3OTlsdE1uVHIxUGIwTFFnZ2hoQkJDS0poS3lBZFBPUXBaOVdheWNlUEdHRHQyTEFEb1hDT25OSzFhdFdLdnIxMjdCcmxjRGg2UDkwNk9UUWdoNU1PZ3JJbXFaR1JraEVPSERzSFUxTFRVZlIwZEhURnIxaXpNbkRsVDdmb3hkKzVjRmpoVjJyVnJGd3ZNV2xwYTR0aXhZMXBuZ2ZyNCtLQmJ0MjRRaVVUbGVGZGxvN3p1VmlaOWZYMjEzNFdTbTVzYjl1N2R5d0xPU3ZiMjlxWE9JRkp0KytlZmY4TFUxRlNuM3kwQXRSbE81T05uYVdrQi82K0g0NDgvZC80ZUg1K291Y0FqSVVSbkFvRUF2WHYzMXFtdG5wNGVGaXhZb0hXN3BrRXdxclZHQVpTcm5FSlppY1ZpWExwMENVS2hFQ0tScUV6WkhNNmVQYXR4dmFHaElmNzQ0NC8vRGVZZ2hCQkNDQ0hrUGFGZ0tpRWZnYlMwTkZ5OWVwVXR4OGJHSWljblJ5MGxYNjFhdFdCcWFvcjgvSHdZR2hxeTlYbDVlWWlOaldYTGJ6NkFoZUlodUZnc1JsSlNFakl6TXhFWEY2YzJDcG9RQXVqcjY2R1dzeE9lUFUrTWtSWGtwMWQyZndpcGFMb0cyNVIwSFlqejVnUFgwaDdBdm85QTZvZENYMS8vclk5Um8wYU5kOUlYOHZHeU1EZkhWME1HNEtzaEE3YnllTHhubGQwZlFralZWTmJ2Q2JxZ1FDcXBMSFN2UndnaGhIeTZLSmhLeUVmZzhPSERyQTRkRkdsNmZYeDg4UFhYWHlNL1A1K3Ruelp0R3VyVXFZUEpreWZqKysrL1orbi9EaDQ4aU9YTGx3T0sranpLdWp4dnFsR2pCcEtTa2dCRm5SMEtwaEtpenNIZURwdC8vd1VBZk9uaE1pR0VFRUlJSVlSOEhPaGVqeEJDQ1BsMHFVOC9JNFI4VUhKemN4RVlHS2kyUGlzckM5dTJiVU5LU2dwYmw1bVppYSsvL2hveE1URTRkZW9VVzMvaHdnWDJ1a09IRGxyUFpXbHB5VjZucDlNZ1RFSUlJWVFRUWdnaGhKQVBSYkdRbHc0NVRuZHM1d1VySzBzZDlpQ0VFRUlJS0poS3lJZHY1ODZkeU1ySzRxd1RpOFdBb3E2YmFnb2tXMXRiNU9ibUFnQkNRa0tRbjUrUDU4K2ZzM281UEI0UFBqNCtXcytsbXFJcEp5Zm5uYjhYUWdnaGhCRHlZU2dzTEVSczNDTk1uVEczbnFPam8wVmw5NGNRUWdnaHBVdU12aHY3VkpJNzd1ZGxDK0ZlcjI1bGQ0Y1FRZ2o1WUZDYVgwSStZRGs1T2RpOWV6Y0F3TURBQUFVRkJRQ0E3dDI3bzEyN2RxaFRwdzZPSERuQzJsdFpXYUZidDI0NGNPQUFNak16c1cvZlBzVEd4a0lxbFFJQTJyWnRDenM3TzYzbmUvMzZOWHRkRWJWdkNQa1l5T1Z5eUdReXBLV2xDUUR3QU1ncnUwK0VFRUxJdS9ZODRRVytHZnN0WHJ4OGVRaUdadU1CN0tuc1BoRkNDQ0VWNlNPNTE1TWpMcTVRWDErL3N2dEJDQ0dFZkZCb1pxcU9aQko1aWx6R08rSGR3UXVXRmpUd21sUU54c2JHME5QVEF3RDA3ZHVYczgzRHd3UEZ4Y1Y0L3Z3NVcyZHBhWW4rL2Z1RHgrTUJBTFp0MjRhelo4K3k3V1BIamkzeGZCa1pHWnhqRVVMVXBhYWxZY01mMjlDOTc2QWZIT3JVYjFiWi9TR0VFRUpJeWVoZWp4QkNpQzdvWG84UVFnajVkRkV3VlVmeGNYZGpzcVU1MCtmT25JNWF6alVydXp1RUFJcTB2RzV1Ym1qZXZEazhQRHpVdGo5NDhJQzl0cmUzaDRtSkNWeGNYTkM5ZTNjQVlETlpvWmpONnVibVZ1TDVWQU96dHJhMjcraGRFUEp4ZWYwNkc4ZENUaUU5STMwd2o4ZWp2RW1FRUVKSUZVZjNlb1FRUW5SQjkzcUVFRUxJcDR1Q3FicVRwTWZGWlptYW1rQW9wT3pJcE9xb1g3OCtwa3lab25IYjZkT24yZXRHalJxeDE3MTc5K2EwNC9QNUdEOStmSW5uZWZUb0VWSlRVd0ZGdW1BWEY1ZTM3RGtoaEJCQ0NDRlZBdDNyRVVJSStTVFl1OVIzZFhKcnVISG0zRVY0RUIxVDJkMGhoQkJTaFZsYldXTDQwRUdvYm0zemgxd2lpYTdzL2xRMkNxWVM4b0ViTm15WXhobWx1Ym01Q0EwTlpjc3RXN1lFQUZ5OWVoVXpac3pndEpYSlpCZzNiaHorKys4L3JlZTVldlVxZSszcDZmbU9lazhJcVNxVUtRNDdkK3hBS1E0SklZUVFRZ2doNUNNazVBbXNBZlE1Yys0OFVsSlNLN3M3aEJCQ3FyRHExdFlZTTNJRXJsOE9YUnNmZC8rQkRydDgxQ2lZU3NnSHprSkwwR1A5K3ZYSXo4OEhBSmlibTZOSmt5WUlDQWpBcEVtVGtKV1ZwZFkrTVRFUjMzenpEY2FQSDQvejU4OXp0c25sY2h3NWNvUXQ5K3paODUyL0QwSkk1VkttT0Z3NGR5YWxPQ1NFRUVJSUlZUVFRZ2doaEJBRkNxYnFxS1pydzhaT2RSc2Q5Wjh3QmZjZmZQSXpta2tWbDVDUWdBTUhEckJsSHg4ZmpCNDlHa0ZCUVpETDVRQUFrVWlFcFV1WHd0ZlhsN1B2alJzM2NQLytmYzY2OCtmUDQ4bVRKd0NBcGsyYm9ubno1dS9sZlJCQzNpdEplbHhjbHBtcEthVTRKSVFROGttaGV6MUNDQ0dFRUVJSUlTV2hZS3FPZUVKZU5mRGxMZjZMdkkvc25Keks3ZzRoSmJLM3Q0ZWZueDhBd05yYUdxTkdqY0xvMGFQWmRtdHJhL3p4eHgvbzNyMDc1c3laZy9Iang0UEg0d0VBN096c01IYnNXTlpXSXBGZ3k1WXRBQUFlajRlSkV5ZSs5L2REQ0NHRUVFSklSYUY3UFVJSUlZUVFRZ2poS2l3c3dyUDQ1NWkvZUpsejllcnVKcFhkbjhwR1UwOEkrVWg5Ly8zM1NFbEpRWThlUFdCcWFnb2ZIeDhjUFhvVWRlclV3Y1NKRTJGaTh2K2ZmLzcrL21qWnNpV1dMRm1DTVdQR1FGOWZuMjFidjM0OTR1TGlBQUFUSmt4QXc0WU5LK1g5RUVJSUlZUVFRZ2doaEJCQ0NDR2s0ajE5Rm85dnY1dUp4MCtlN2pleEZJNU9TY0d4eXU1VFphSmdLaUVmaWE1ZHU2SnIxNjZjZGN1WEwyZnBPbms4SGpadjNxdzFmYWVIaHdjQ0F3TTUyNTg4ZVlLclY2K2lWcTFhY0hkM3h6ZmZmRlBCNzRJUVVsbHF1alpzekJQd0ZvMFlQUUV6cDAxR2ZmZDZsZDBsOG4vczNYdDh6M1gveC9IbjkvdmRkK2ZaYkdNek0zTStpeEFwbCtxNktxbHdTYnF1a2txbFMxU2tsQ1FWRmNKVkl1b3FTYUpMcDZ2RTFVRUhEU1VobE0wYzU3QURNenZaOFh2NC9mR3p6N1d4OGNYbXM4M2pmcnQxNjNONmY3N1B6OWozKzNsN2ZkL3ZEd0FBQUFBQUFHQUNsOXVsL1B4OHVkMHVmNWZGY3RIWEVpLzZId0JRbTUxY09EM1RjeEJQM3Qra1NSTjk4TUVIVlpJTlFQVmk4YklFeStLKzdMZXQyNWppRUFCd1JsNWVOdFVMRDFkYTJwRTBsME41WnVjQkFBQUFBS0NxOE14VUFBQUFBTUJaYVJBWm9la3ZQS3NiKzF3LzBsM28rdDdzUEFBQUFBQUFWQldLcVFBQVZLS0FBSDlkMXJXTC9Qd0RmblJadkE2YW5RY0FnS3JnNCtPakZzMmI2WlVaTHlUczM3L3RtTmw1QUFDb2F2VDFBQUM0ZUZGTUJRQ2dFaldJak5BTHowN1FINyt1ZmZCZ3dtOC9tSjBIQUFBQUFIRCs2T3NCQUhEeG9wZ0tBQUFBQUFBQUFMVmNrZHQxeU8yeXpMbm56anZVS0xxaDJYRUFBS2d4S0tZQ0FBQUFBTTdLOGVONVd2dlRlajQxSVVFQUFDQUFTVVJCVk4xNng5MjlvMXUyNUY5akFRQ29BWkozLzM0Z2FjZHZMNHdlOVE4MWJSSnJkaHdBQUdvTUw3TURBQUJRbXpnY0RoM0x6TlFISDMwV0VSVVZkU1E1T1RuUDdFd0FBRlMybE5RMFBmSDBzMHBPU1pscnRYaVBrTFRZN0V3QUFGUWwrbm80VjZscGFkcVhkTURzR0FCT0k2WlJ0S0lhUkpvZEE5VVl4VlFQRlR0Y3UyeGUxbWZHUERUaXpjWXhqY3lPQXdDb3BsSlMwL1RDdEpuNjRjZTFjKzJCWVpPazVKVm1ad0lBQUJXanJ3Y0E4QVI5UFp5TGxOUTBUWmcwUmIvSHg1c2RCY0JwTkdzU3E1ZGZlRjdSMFZGbVIwRTFSVEhWUTRkMmJUMG82VjkvSDN6TG0yWm5BUUJVWDRXRlJkcTlkNStLaWd0YnV5M3VVTFB6QUFDQTA2T3ZCd0R3UkszbzZ6VnY3aFBsOXExL0tEbEZZYUYxNWV2cmEzYWlXaTgxTlUwN2QrOVJldnBSK2ZuNXljdkxabllrQUtVNEhVN2xGeFJJa2c0bUoxTk1MY1ZtdFNvd01GQVdpelhIN1hZVm1aM0hiQlJUQVFBQUFBQUFBS0NXaS9ieWEybVhiZGFZY1JNMDd0R0gxZlhTVG1aSHVtajQrL2xwMUlqaDZ0U3h2ZGxSQUpTeVBYNkhYcHZIZHlyTEV4WFZRTTlPZUVLdnZEYnY4ZS9YL3JMQjdEeG1vNWdLQUFDTUtRNGZILzBRVXh3Q0FBQUFRQzNrNWJBRXVPM3U5anQyN3RUeDQ4Zk5qbk5Sc1huWjFLWlZDL1c0ckt2WlVRQ2N4RzYzbXgyaFdnb01DRkNQeTdycWcvZmVYbU94V05MTXptTTJpcW1lczBWRmRmSEp5OHVYajQrM2JEYW1aQUFBMUI0bFV4d08rZnRndm80SEFMalkwTmNEQUFBQUFGU0lZcXFIb2x0MDdPcGxjN3d5Wk5nRG1qaitjWFcrcElQWmthb2RwOE9wK0IwNzVlUGpZM1lVQUtWc2o5K2g0dUppMmIzNWxoVndvVGdkVG0yUDMyRjJEQUNWNlBqeFBPWG41MHVTTEJhTDJYRlFpZWpyZVk0K0g0QVNPYm01eHVjaUFBQkFiVWN4MVVOZU5xdWZMTzdZZzRlU1ZWaFlhSGFjYWltL29FRHozMW9nYjd1MzJWRUFsRkpjWEt6c25CeUZoWVdhSFFXNGFPUVhGT2kxZVc4eVZReFFpN2pkYm1WbVpjbGlzY2p0ZHBzZEI1V0l2cDduNlBNQktPRjJ1NVNabGMwWGpBQUFxS1h5OHZLMWMvY2V6WDU5M3FVTkc3Yk9QWFFvNGFqWm1jeEVNUlhuTFN3c1ZKRVI5WlNka3lPM1d5b3NLakk3RW9DVEJBWUdxbjY5Y05XckYyNTJGRlJmSjZZNHpKT1BqdzlUSEo2amV2WENWYjlldUFvTGkrUnl1L2xNQkdvWmYzOS8rZnY1S3JwaEE3T2pBQmRVV0ZpbzhmbEdudzlBaVpMUHhjaUkrbVpIQVFBQWxTenB3QUdOSFAyWWtsTlNGbmtGK2R3bDZST3pNNW1KWWlyT1czVERLRTJiOHF3T0gwazNPd3FBMHdnUEMxV1R4akZteDBBMVZUTEY0ZUFod3pSNTBnU21PRHhIVFJySDZKL1RYdERSakdObVJ3RlFSWHg5ZmRXcVJUT3pZd0FYVkhUREtEN2ZBSlRMMTlkWHJWczJOenNHQUFCQWxhS1lpdk5tdFZyVnRFbXNtamFKTlRzS0FPQWNsVXh4ZU9EUUlhWTRQQTlXcTFVdG1qZFRDN09EQUVBVjgvSHhWdk5tVFhVNFBXT0hxeUEvdyt3OHFGcDh2Z0VBQUFDNG1GRk1CUUNnRWxrc2tzMXFsZHdXcDhWaWNabWRCd0NBcXRBb3VxRVd2amxYa202eFdDeEpadWNCQUtDcTBkY0RBT0RpWlRVN0FBQUF0VWw0V0pqK2NmOHd4Y2JHVEhQSStxdlplUUFBQUFBQTU0KytIZ0FBRnk5R3BnSUFVSW1DZyt0b3dNMTlOZURtdmtzWXFRTUFBQUFBdFFOOVBRQUFMbDZNVEFVQUFBQUFuQlczMnkySDA2bkRody9iSkZuTXpnTUFBTTZzUUhtN25VNk5mbjdpZUxWcXlaT3dBUUR3Rk1WVUFBQUFBTUJaU1Q5NlZMUG52cUcrZi8zYms0MWF0dXRxZGg0QUFIQm1xYnQySFRtUXVPWGYvVy9xcThpSSttYkhBUUNneHFDWUNnQkFKU29zTE5TdTNYczErckVKcldOaVl1cWFuUWNBZ0txUWxaV2pUejVicm94akdYKzNXQ3l0ek00REFFQlZvNjhIQU1ERmkyS3FoN0tLc2pjN25Pci81dHgvcW0wYi9xMEFBRkMrQXdlVE5lS1JzZnA4NVlxUDVGZm5SclB6QUFDQTA2T3ZCd0R3QkgwOUFBQXVYbDVtQjZncGp1M1prM1ZNK3FWVHh3NW1Sd0VBQUFBQVZCTDZlZ0NBaTBYZHBrMkQ2OWlETGwzejAzcTFiZFZTb2FFTXNFWHQ0WFE2ZGYvOTk4dmYzMStOR2pYU1BmZmNvL3IxejIwNjYwMmJOcWxUcDA2eVdxdG1MSnJMNVZKS1NvcjI3dDJydkx3OFhYZmRkY2Erb3FJaVRaOCtYY2VQSDVmRll0R2pqejZxOFBEd0tza0JuSTYzM2E2R1VWRTZmUGpJZ1FLSEk5ZnNQR2FqbUFvQUFBQUFBQUFBdFZ5QVYxQXJpOFd5NE5GeFQybkcxQ242MHhXWG14MEpxRFEvL3ZpanRtelpJa25LemMxVnZYcjF6dm9jQnc0YzBNeVpNeFVYRjZjSEhuaEF3NGNQTDdQZjRYQW9MeTlQZVhsNU9uNzh1UEx5OHBTVGs2UE16RXhsWm1icTJMRmp4bkptWnFZbVRacWs2T2hvTFZ1MlRCczJiTkN4WThkMDlPaFJwYWFtcXFpb1NKTGs1K2VuUC8vNXo3TFpiSktrV2JObTZkTlBQNVVrRFIwNmxFSXFUTk1rdHJIZWVYT09mdDJ3NVpiZXZTOVBORHVQMlNpbUFnQUFaVHR5TndYSi84YjMzcHEvc1VtVHhtYkhBUUFBQUFCVU1pK1gyeXFiZkF1TGl1UjJ1Y3lPQTV5WFNaTW1hZFdxVmNhNncrRXdsdVBqNDNYbGxWZWV0djBsbDF5aTExOS92Y3kyelpzM0t5NHVUcEwwNXB0dnFsT25UcnJzc3N1MGR1MWFQZmJZWTBZQjFGT2JObTFTZEhTMDl1M2JwKysrKzY3Y1kvTHo4NVdZbUtnMmJkcG8wYUpGK3ZEREQ0MTl5NVl0MDdKbHk4cHR0M2p4WWpWcDB1U3M4Z0JudzJxMXl0L1BUMy82VTQ4OFNVNno4NWlOWXFxSElwczNyK2R0Q2VqKzdmYy9xdE1sN1JVV0dtcDJKQUFBS2szR3JsM1pHZEttamgzYW1SMEZBSUFMaXI0ZUFBQkF6Vk5VVktTQ2dvSnk5emtjampMRjFmSjRlM3Vmc3ExZnYzNzY4Y2NmOWYzMzM4dnRkbXZDaEFsYXVuU3AyclZyZDlhRlZFbmFzbVdMK3ZYcnA0WU5HNTZ5THpBd1VJTUhEMWJMbGkwVkZSV2xoUXNYNnJYWFhpdHpURVhYcHhQVEdnTzRjQ2ltZXNqYkd0REthdFdNRjZiUDFMUXB6OUxCQmdBQUFJQmFnTDRlQUFCQXpkYS9mMzkxNnRSSk9UazU4dkx5a3ArZlg3bkhKU1ltYXVuU3BaS2tPblhxbEh2TTAwOC9yYzJiTnlzek0xTVpHUmw2N2JYWDlOeHp6NmxkdTNiS3lNaFFZR0NnQWdJQzVPL3ZyODJiTnlzL1AxK1NOR2pRSUxWcjEwNTE2OVpWY0hDd1FrSkNGSHJpdnZLdmYvMnIrdmJ0cTZDZ0lQWHYzMStwcWFtcVg3KytSbzRjS1lmRG9WbXpadW5mLy82M0pLbCsvZm9hTldxVXZMektsbTVXclZwbGpHNk5qWTB0dDBBTG9PcFFUUFdRMVdyeGtzVWRuSnQ3bkc5OUFBQUFBRUF0UVY4UEFBQ2dadXZVcVpQNjlldW41NTU3VHQ5OTk1MzY5ZXVud1lNSHExR2pSbVdPKy96eno0M2xrSkNRY3M4VkVoS2lKNTU0UXM4Ly83eUdEUnVtSVVPR1NKSVdMVnAweXJFREJ3NVVVbEtTSk9tYWE2NVI5KzdkeXoybnY3Ky8vUDM5eTkzMzVaZGZHb1hVcUtnb1BmdnNzL3JzczgvMHlDT1BLQ3dzVEpMMDNYZmZhZlhxMVpLa2dJQUF6Wnc1czhLQ01WQlpNaktPYWRYM3F6WHZ6YmZ2Yk5TOC9kSUR1MzdmYlhZbU0xRk1CUUFBeGhTSDMzejdneTd0M0pGUk9RQUFBQUFBb01aSVNVblJGMTk4SVpmTHBTVkxsbWpKa2lXNjY2Njc5TkJERDhsaXNhaTR1TGpNYzB2cjE2OWY0Ym11dSs0NlhYYlpaUlVXWE0vVzRzV0xsWnFhS2tuS3pzNldKQjA5ZWxRelpzeVFKQTBlUEZqcjE2L1h4SWtUOWVTVFR5bzlQVjBiTm16UTlPblR0WHIxYXIzenpqdlNpYUxzbkRsekZCc2JXeW01Z05OSk8zSkVzMTkvUThrcEtVOVl2V3piSlZGTUJRQUFGN2VTS1E2ZmUzR2Evam45UllxcEFBQUFBQUNneG1qUW9JSGVmZmRkTFZpd1FOOS8vNzBrYWZ2MjdlcldyWnQ4Zkh4T2VZN3F5YU5JWFM2WGZ2NzU1MVBPMjdWcjEzS2ZyM28ydnZ6eVM4WEh4NWZabHBXVlpVdzUvUEhISCt1UlJ4NlJ0N2UzYnJycEppMWN1RkNIRHgvVzNYZmZiUndmSGg2dW1UTm5xbjM3OXVlVkJjQzVvWmdLQUFDTUtRNXpjbk9aNGhBQWNFWkJnUUc2NXFvLzZUK2ZyL3d5S3p0bm45bDVBQUFBZ0xadDIyckdqQm5hdTNldi92T2YvK2l5eXk3VGhnMGJWRkJRWUJ6ajdlMnR4eDU3VEMxYXRDalR0cmk0V0E4OTlOQXA1MXk1Y3FXKyt1b3I3ZDU5NnFDODlQUjBZM25Sb2tWYXVYTGxLY2M4OE1BREhtWDM5ZlhWNGNPSEZSb2FxcENRRUdWbVpocjd1blhycHNtVEo2dGV2WG9lblF0QTVhT1lDZ0JBSmZMeXNpazhMRlQ3OXUxUGN6bVVaM1llQUFDcVFrUkVmVDAvY2J5ZW56aitNWXZGa21SMkhnQUFxaHA5UGFEbWFOS2tpY2FNR2FQczdHeU5IejllVHFkVGRydGQ0ZUhoNnR5NXM0S0NnczdxZk92V3JkT0dEUnRPZTB4NW8xb2w2YmJiYnROYmI3MGxsOHVsT1hQbUdNOUhqWTJOMVh2dnZhZnM3R3d0WExoUW16ZHYxcTVkdTA1cDM3bHpaL1h0MjdmQ1o2NEN1REFvcGdJQVVJa2FSRVpvOHFRSm12UDZXeU0vL1hENUwyYm5BUUFBQUFDY1AvcDZRUFgxNG9zdmF0cTBhZWZVdGtPSERwby9mNzVzTnB1R0RCa2lTVnErZkxteXNySXFMWit2cjYveTgvUExqRnpOek16VTExOS9yUUVEQmlnaElhRk1JVFV5TWxMSGp4OVhUazZPTm0vZXJDWk5tcWhmdjM2VmxnZkEyYU9ZQ2dCQUpmTHg4Vkh6cGszMHlvd1hFbDZkK2VJeHMvTUFBQUFBQU01ZmJlanJ1V1VwdExndEI2SWFOSWowOGZFeE93NVFhWXFMaTFWY1hIeGU1L0R5OHRLWU1XT2tFeU5SU3hkVG4zNzZhUjAvZnZ5VU5tUEhqbFZLU29vazZhbW5uaXIzZWFhTkd6ZVdKSDN4eFJmS3lja3h0bWRtWm1yeTVNazZkT2lReG93Wm84Y2VlMHhYWG5tbHJybm1HcTFidDA3TGxpMHpqbDJ4WXNVcFV3aGZmLzMxZXVhWlo4N3JtZ0Y0am1JcUFBQUFBT0NzT0J3T1pSdzdwbjkvL0hsRVZGVFVrZVRrWktZN0JBQ2dtc3ZMS3Q3cEgrejFqMm1USjIyTWJSeGpkaHpndkF3YU5FaVhYMzY1c1Y1VVZLU2pSNDlLa29LQ2doUVlHRmhoMncwYk5oakZTVjlmM3pPK1ZuUjBkTG5idmIyOXl4elRxbFdyY28vTHk4dlRXMis5VmU2K0JRc1dLRFkyVmw5Ly9iV09IVHVtQ1JNbTZKZGZ5ZzUrTHl3c1BLVmRVVkhSR1hNRHFEd1VVd0VBQUFBQVp5VWxOVTNQUFAraWZsci82MXg3WU5na0tYbWxCODBBQUlDSmpoelpucXNqMnRTeFF6dXpvd0RuNWZQUFAxZG1acVpDUWtLTTZXL1hyMSt2bDE1NlNaSTBZc1FJM1g3NzdSVWVtNTJkZlZiRjFQUDE5dHR2S3owOVhhR2hvYkxaYkRweTVJaGlZbUtNOVd1dnZWWXJWcXpRckZtempCR3hYYnQyMWNDQkEwODV6KzdkdXlWSkxWdTJyUExjQVA2SFlxcUgzSElVV2R4ZWg4UEM2a2JhN2Z6WUFBRGx5OG5OMWE4Yk4ydldxNi9mMEtCSm0vK203STFQTWpzVEFBQ1ZyYkN3U0R0MzcxRlJjV0ZydDhVZGFuYWU4MEZmRHdEZ0NmcDZRUFd4Y09GQ0pTVWxxWEhqeG1kOGx1aDc3NzJuUFh2MmxEbTI5RWpQQzFGTS9lS0xMeVJKTjl4d2c3Nzk5bHZweExUQzA2Wk4wL2J0MnpWczJEREZ4OGNieHc4Y09GRGR1blhUZGRkZFoyejc1Sk5QakVKcTgrYk5qV0l4Z0F2RGFuYUFtc0tabTdsWlV2ODM1N3lpZG0xYW14MEhBRkJOcGFVZDBZc3YvMU4vSk1TL2JQZTI5VEk3RHdBQU9EMzZlZ0FBVDlEWEEycVBnb0lDWS9sQ0ZGTXZ1K3d5U1ZMLy92M0xiQThQRDFkZ1lLQjI3TmdoU1FvSkNkRzRjZU4wOE9CQmpSOC9YazgrK2FUeTgvTzFiTmt5WTlTdHY3Ky9YbnJwSlhsNThTVkE0RUxpTjg1REJ3OGV6SmNPN21zVTNkRHNLQUFBQUFDQVNrSmZEd0J3c1dqVXFsV1UxZTA3OE8xM0YrdmFhNjVTVEtQeW53TUoxQlJKU1VtNjRvb3JKRWt1bDh2WS9xOS8vVXZ2dlBPT1ZNSHpSbzhmUDI0c24xeE0zYmR2bjlMVDA0MzF0TFEwUlVSRW5GZk9uajE3S2pNelU4MmFOVHRsMzZXWFhxb0hIM3hReWNuSkdqVnFsREl6TTdWa3lSSkowamZmZktOTm16WVp6NEwxOHZMU2l5KytxS1pObTU1WEhzQVQvbjUrNnRDdXJkS1BIdHVjbDVlWDdrR1RXbzFpS2dBQU1LWTREQThMWTRwREFBQUFBS2lGYkU2ZkdOazFZZmJyYjZoNTB5WVVVMUVybEI1bFdzTGhjTWpoY0ZUWTV0aXhZOFp5WUdDZ3NieHg0MGFOSFR0V09UazV4cllISG5oQWYvdmIzelJnd0FBMWJ0eTR6SGs2ZCs2c3FLZ282Y1NvMG9wMDZkSkY5ZXZYcjNEL1BmZmNZeXdIQndkcnpwdzVHanAwcUxLenM0MUNxcmUzdDZaUG42NWV2UmdZand1amNVd2p6WnM5VTVMdXRGZ3NGLzNVOXZ4cktRQUFrRE0zYzdOWFlIai9kOTZZczdkK3ZYQ3o0d0FBQUFBQUFKVHJ0dHR1VTJabTVsbTFLU2wyT2h3T2JkdTJ6ZGhlVWd4TlNrclN5SkVqVlZ4Y0xFbXkyKzBxTGk1V1VWR1JGaTFhcEVXTEZpazBORlJObWpSUlVGQ1F2TDI5SlVsQlFVR1NwQVVMRnNqbGNzbmxjc25wZE1yaGNLaW9xRWhEaGd6Um4vNzBwOU1XVXlWcC8vNzkycng1cytMaTRyUm16Um9qaHlSRlIwZHIyclJwYXQyYVIxSUFacUdZNnFIb1p1MmEyN3k4aHM1OGRhNXVHWEN6WWh2SG1CMEpBSUJLVXpMRklkOU1CZ0JjYk9qckFRQUExQ3kzM1hiYkdZOXh1VnlhUDMrK0FnSUM1T2ZuSjE5ZlgzMysrZWRhdlhxMVVsSlNwQlBUNW5idjNsMlMxTEJoUXdVSEJ5czlQVjBoSVNGNisrMjM5ZkhISHh0VDdrcFNSa2FHTWpJeVBNNXBzOWswYmRxMDB4N3p6RFBQYVBYcTFjck56VDFsbjdlM3Q0WU1HYUpodzRiSno4L1A0OWNGVVBrb3Buckl5MjZQbHNWOS83OC8rbFJYWE42ZERqWUFBQUFBMUFMMDlRQUFBR29mcTlXcUR6LzhVTm5aMlJVZU0zejRjSVdGaFVrbkNxdjkrdlhUMHFWTDlkcHJyeWsyTmxaang0N1ZUVGZkcEdYTGx1bVhYMzVSY25MeVdXVzQvUExMVmJkdTNkTWVjKzIxMTJyRmloVmx0b1dHaG1yQWdBRWFQSGl3NnRXcmQxYXZDVlFXcDlPcHZQeDgvYmg2WFpBa3U2UmlENXJWV2hSVEFRQUFBQUFBQUFEVnhqLy8rVTh0WHJ6NGxPMkJnWUVLQ3d0VG16WnQ5T2MvLzFtOWUvZVd6V1k3NWJnVksxYm9tV2VlcWZEOEkwYU0wSDMzM1ZmcHVWRzlSRVpHbmxKTTlmUHpVOHVXTFRWNDhHRDE2ZE9uekw2QkF3ZnEwa3N2VmR1MmJZMXRyVnExMHNTSkV5Vkp4Y1hGT25ic21QTHk4dVIwT28xcGZWMHVsOXh1dC9IL0VoRVJFV2ZNMkt0WEwzWHIxazJTMUtGREIvWHMyVk9YWEhLSnJGYnJlVjgvY0Q1U1V0TTAvNjEzOVBtS0w1K1BiZEYyMnI2ZDI5ZWJuY2xNRkZNQkFJQXh4ZUcwV2JOMTJ5MERHSlVEQUFBQUFLaDJjbk56bFp1YnE2U2tKSDM1NVpkcTBhS0ZwazZkcXRqWTJETEhuVzQwSWk0ZVM1Y3VQYXZqR3pSb29BWU5HbFM0MzI2M24vSFpwMmR5OGloVVNaby9mLzU1blJPb0NqbTV1ZnJoeHpYS3pjMjUxbTJ6bi9ydGxvc014VlFBQUdCTWNiamszeCtxOTVVOUthWUNBRTdMWXJISTI5dGJrcVhJYXJFNnpjNERBQUJxcjVpWUdIWHMyRkZPcDFPcHFhbmF0bTJiSEE2SEpHbm56cDE2NElFSDlQNzc3eXM4UE54b2s1T1RZeXozN2R0WGdZR0JaYzdacmwyN0MzZ0ZBSUNham1JcUFBQUFBT0NzaEllRjZzSGg5K3IxTjkrZWtiZ3ZhYVBaZVFBQVFPM1Z0V3RYVFpnd3dWaFBUMC9YdEduVDlOMTMzeG5ycjcvK2VwbHBmVXVQVEIwOWVyVHhYRXdBQU00RkUyOERBRkNKZkh5ODFiUkpyTHpzUGpzc2JrdUcyWGtBQUtnS3djRjFOT2l2L2ZUZGZ6OWJjaWhoUzZMWmVRQUFxR3IwOWFxUDhQQndUWnMyVFpkZGRwbXhiZVhLbFNvb0tERFdTeGRUNjlTcGM4RXpBZ0JxRjBhbUFnQlFpUnBGTjlRYnI4MlNwRnNzRmt1UzJYa0FBQUFBQU9lUHZsNzFZclZhTldMRUNQM3l5eStTcE9MaVlzWEh4NnR6NTg1U3FXS3F6V2JUOHVYTDVYQTRGQm9hcWk1ZHVxaHUzYnFtWmdjQTFEd1VVd0VBQUFBQUFBQ2d0ck82TStXMmZ0K3pSL2UvMTYwYlluYWE4OWErZlh0NWVYa1p6MDg5ZlBpd3NhL2ttYWxPcDFNdnZQQ0NzZDF1dCt2ZWUrL1YvZmZmYjBKaUFFQk5SVEVWQUFBQUFIQldDZ3NMdGYvQVFjMmR2NkIxVEV4TTl2NzkrNCtablFrQUFKemV2c1J0TzBPYk4vL0h0Q21UL3U3djUyZDJuUE5tdFZybDcrOXZqRUl0TEN3MDltVmxaWlhicHJpNFdQUG56MWZkdW5VMWFOQ2dDNWExcGpwNjlLaEdqeDZ0NHVKaVNkS0VDUlBVb1VNSHMyTlZpYlZyMThyaGNLaDc5Kzd5OWZVMXRzZkh4MnZuenAyU3BCWXRXcWhObXphU3BOOS8vMTN0MjdldjhId09oMFBidG0welJrdlhKRTZuVTFPblRsV1hMbDEwK2VXWEt6ZzRXSkwwNFljZjZ2ZmZmNWNrM1hISEhXclpzcVVrNmJmZmZsUDkrdlVWRlJWbGFtNmdLbEZNQlFDZ0VybGNMamtjRHNYSHgvdWNlRGE1eSt4TUFBQlV0Z01IazNYUEE2T1VuSkx5a2Z6cWpKQzAyT3hNQUFCVXBWclMxM05tN05xVlhTY295T3djbGFLb3FFaTV1Ym5HZWtuQlI1TG16Sm1qb0tBZytmcjZLaWNuUjMvODhZZG16SmloL2Z2M1M1SVdMVnBFTVZWU2JtNnVicjMxVmgwK2ZGZ2hJU0g2OU5OUHl6eGo5cFZYWHRIMjdkc2xTWUdCZ2RxeFk0ZDI3Tmh4MXE5ejg4MDN5OGZIcDFLelY3WlhYMzFWdTNmdmxxK3ZyeVpPbktnK2ZmcElrdUxpNHZUR0cyOUlKd3FJYmRxMDBTZWZmS0lYWG5oQjExMTNuU1pObWxTbStDcEpHelpzMFBUcDA3VjM3MTdObXpkUDNicDFLN08vcUtoSWVYbDVPbjc4dVBILzdPeHNaV1ptS2pNelU4ZU9IVE9XWFM2WFhuMzExVEx0SjA2Y3FHKysrZWFjcjlYSHgwZXJWNit1Y1AvUFAvK3NUejc1Uko5ODhvbnNkcnRXclZxbHdNQkFiZGl3UWQ5Kys2MGs2YnJycmxQTGxpMjFhOWN1UGZ6d3czSTZuWHJ3d1FkMSsrMjN5Mkt4U0NlKzFEQnc0RUJsWm1ZcVBEeGNIMzc0SWM4d1JvMUZNZFZETG9mN2lNVm0rZUthcTNyZEY4cTgrZ0NBQ2h6TnlOQUhIMzZxZHhjdmZheFJ5M2IvT3BENHh3YXpNd0VBZ0lyUjF3TUFlSUsrWHZXemNlTkd1VnovcTJtM2F0WEtXSTZNakRTV1EwSkNkTVVWVjhqZjMxLzMzWGVmSk9uUW9VTXFLQ2c0cFFoMnNYbjU1WmVONlpISGpoMWJwdEQxN2JmZmF1WEtsY1o2Ym02dVhucnBwWE42bmIvODVTL1Z1cGdhSHgrdjNidDNTNUlLQ2dxTTBhZVM1RmRxRkhkeGNiRXlNakkwZS9ac1NkTFhYMyt0dlh2M2FzYU1HWXFPamphT1c3NTh1ZmJzMlNOSmV1cXBwN1IwNlZLRmg0ZHJ6cHc1ZXUrOTk0eXBxVDJWbkp4Y1p0U253K0V3UmdzM2FOQkFJU0ZubnJiYjZYUXFNVEhSbzlmNzRvc3ZqT1dlUFhzcU1EQlFPdkdsa2hKV3ExV1M5UDc3Nyt2NDhlT1NwRm16WnVtbm4zN1M1TW1UVmJkdVhRVUhCMnZzMkxHYU9IR2kwdFBUOWZMTEwydnk1TWtlWHpkUW5WQk05ZEQrWFZ0MmhEWnZQbmJDdUxIMytmbGQzQit5QUlDS1pXWGw2UE1WLzFYR3NZeS9XeXlXSHlYUndRWUFvQnFqcndjQThBUjl2ZXJGNFhBWW93VjFvcEJhdW9CYW5wUDNseFNETGxicjE2ODNpbWFkTzNkVzM3NTlqWDI3ZCsvVzg4OC9iMks2Qyt1amp6NHlsanQwNktER2pSc2I2NldMcVE2SFE2R2hvVnE0Y0tIR2pCbWovZnYzYStmT25icnp6anUxYk5reTFhdFhUNUkwYnR3NGJkeTRVYW1wcWNySXlOQ0VDUk0wYjk0OHRXM2I5cXdMcVRveGpXNUZVK2plYzg4OXV1R0dHODU0anR6Y1hJK09PM3IwcUw3Ly9udGovZWFiYnphVzNXNjNzV3l6MmFRVG8yVER3OE8xWU1FQ1NkSlBQLzJrVmF0VzZkWmJiNVVrOWUzYlY1OSsrcWsyYmRxa2xTdFg2b1liYmxEUG5qM1BtQU9vYmlpbWVzNlJzV3RYZGxCUW9OazVBQUFBQUFDVmg3NGVBT0NpMEtoNSsyWTJtOWRERTU5N1VYZjgvVmExYnRuQzdFam5KRDA5WFZPbVRORzJiZHVNYlNOR2pEQ1dDd3NMZGZ6NGNZV0docFpwOTlWWFh4bkxUWm8wa2JlMzl3VktYRDI5ODg0N3h2S1FJVU9NNVlNSEQyclVxRkhHRk1vdFdyVFEyMisvcllDQUFGTnlWclgwOUhTdFdMSENXTC90dHR2SzdDOTkzU1VqTUdOalk3Vmd3UUk5K09DRFNreE0xUDMzMzI4VVVuVmlTdVRubm50T0R6endnQ1RwMTE5LzFSZGZmS0dlUFh1cWJ0MjZDZ2dJTVA3ejl2Yld6ei8vYkxRZE8zYXNRa0pDakpHZElTRWhDZ3NMcXpEL2l5KytxQmRmZkxHU2ZoclNCeDk4WUl4NmpZeU1WSzlldll4OTVZMU10VnF0R2pseXBOcTNiMjlNajF4U1NDMHhkT2hRYmRxMFNaSzBZTUVDaXFrMVJHamR1cnAxNEFDOXQzVFo0clQwdzd2TXptTTJpcWtBQU1DWTR2QXZWMS9GRkljQUFBQUFVQXZaWkswbnEvdTJ6MWYrVjMrNXBuZU5LYWIrK3V1dm1qUnBrcHhPcDFKVFU3VnQyN1l5by91R0RoMWFwdUNUbVptcC92MzdxM2Z2M21yV3JKbDhmWDIxZGV2V01xUHRici85OWd0K0hkVkpZbUtpTm16NC84SFZrWkdSK3RPZi9pU2RLQ3plYzg4OXlzaklNSTdkdjM5L21WR3JaMlB5NU1uR3VhdXI5OTkvM3lnZTFxOWZYOWRlZTIyWi9hV25QczdPemphVzY5YXRxemZlZUVQcjFxMVRuejU5VHBrMnVtdlhycnJsbGx1MGJ0MDZQZkxJSThaNVY2MWFWZWI4NmVucHV2NzY2NDMxd1lNSHk4dkw4N0pONzk2OXkweHhYWkhDd2tLOSsrNjdwejNtK1BIait2ampqNDMxMjIrL1hVVkZSU29xS3BKT2pNd3RVVnhjckx5OFBHTzlXN2R1ZXZ2dHR4VVpHYW04dkR4WkxCWmpWTzhWVjF5aDZPaG9IVHg0VUpzM2I5YnZ2Lyt1OXUzYmUzeU5NRWRFL1hwNlpPUURlbVRrQTFNdEZrdVMyWG5NUmpFVkFBQVlVeHhPbWpEdVB2OVNVOWdBQUFBQUFHQ20vZnYzYS8vKy9hZHN0OXZ0R2pseXBPNjg4ODVUOWhVWEYydlZxbFduRks0a2FlREFnUm80Y0dDVjVhMEpsaTlmYml6MzdkdlhHR1VZRWhKeVNpR3ZzTEJRaFlXRjUvUTZaMU1VZlBycHAvWGYvLzVYa2hRYUdxcHZ2dmxHY1hGeFdyUm9rZUxqNCtYajQ2TWVQWHBvekpneENnOFBWMVpXbHQ1NDR3MnRYcjFhNmVucHFsKy92dnIzNzY5aHc0WjVQSVZ6Y25LeVB2amdBMk85VjY5ZXAyUXVYVXhOUzB2VE45OThvOVRVVktXbXBpb2xKVVdwcWFtYU5tMmFDZ3NMdFc3ZHVqSnRIMzMwVVkwZE83WktueGVibloydHRMUzBNeDVYVWpBK25RVUxGaWdySzBzNk1icld6OCt2ekJjVlNoczFhdFJwejJXMzI0MFJ0MWFyVlRmZWVLTXhOZmZ5NWNzcHBxTEdvWmpxb2NiTk8xNHFteWJmODhBb2pYMTRwTnEzYStOQkt3QUFhZ3hIeHE1ZDJYV0Nnc3pPQVFEQUJVVmZEd0NBbXNGaXNTZ29LRWlOR2pWU2p4NDlOR2pRSU5XdlgvK1U0NEtEZzNYWFhYZnA1NTkvVm1wcXFuSnpjeFVVRktTMmJkdHEwS0JCNnQyN3R5bjVxNU5mZi8zVldMNzAwa3VOWlM4dkw5MTY2NjJhTjIrZTdyNzdidU01bUpHUmticmpqanVNNDk1OTkxMmxwNmRyd0lBQmF0YXNXWmx6Ly92Zi85YkJnd2VsazU0M2VyWVdMVnFrVjE5OTFWalB6OC9YbDE5K3FZU0VCTTJkTzFmMzMzKy9rcE9UamYzSnljbWFOMitlY25Oek5YcjBhSTllWS9iczJjYW9TNTE0RHVqR2pSdU41NTJtcEtRWTF5SkplL2JzMFpOUFBsbmgrWEp6YytWd09MUjkrL1l5Mi8zOC9OUzVjMmVQci8xc2JONjhXWnMzYno3djh4dzZkRWhMbGl3eDFzUEN3c3FNdEQxZlhicDBNWlpMLy8wRGFncUtxUjZ5ZUZucnlPSys5SS90Q2NvOU1UYzZBQUFBQUtCbW82OEhBRUQxTTJiTUdJMFpNK2FjMnZyNit1cmhoeC9Xd3c4L1hPbTVhb1BzN0d6dDNMbFRPakZpc0dQSGptWDJEeHc0VUZGUlVXVkdVN1p1M2RxWVJVa00rUUFBSUFCSlJFRlVHbm5od29WS1QwK1hKSDM1NVpkNit1bW5kY01OTnhqSGZ2WFZWMFlCOGx5TGNWbFpXWm85ZTdaOGZIems2K3RyakphVXBIMzc5dW1PTys1UVptYW1nb0tDVkZSVVZHYms3TktsUzNYdnZmY3E2QXhmRnYvaGh4LzB6VGZmbkxKOTdkcTFaNXdPdHpTNzNhN0l5RWhGUlVXcHNMQlFPM2JzMEVNUFBWVG1tT2pvYUgzMjJXZDY3cm5ueWp4M1ZDZEcvcGIyL1BQUHkyS3hsTm5tN2UydDhlUEhHNk5MSjB5WW9DZWVlTUxqak9VcGVWMmJ6U2FMeGFLSkV5ZVdLU3hMVWxCUWtKbzJiV3FzSHpwMHlHZ1hGUldsSTBlT0dKa2FOMjRzbTgxV0puTnA3ZHUzbDkxdVYzRnhzZmJ0MjZmMDlIU0ZoNGVmMXpXZ2FoVVZGZW53a1hTOXMrajltSWlJaVBTMHRMU0x1ck5FTVJVQUFBQUFBQUFBZ0l0QVVsS1MzRzYzSkNraUlrSUJBUUZsOW9lRWhLaFBuejU2NzczM2pHMVJVVkhHOG9BQkE3Um16UnB0M3J4WkJRVUZtakpsaWpwMzdxekl5RWpweEFqU0V1YzZNdFhwZE9xS0s2N1E5T25UNWV2cnE3bHo1eHFqWkhYaXViaERoZ3pSSTQ4OG9xS2lJbzBlUGRwNEJxekQ0ZEMyYmR2VXMyZlBDcytmbVptcEtWT21sTHV2WWNPR1pkYTl2THprY3JtTUl1alFvVVBWb2tVTFJVVkZLU29xU3ZYcTFUdWwrRm1STDc3NDRwUmk2c2xXckZoeHlqWmZYMS85NVM5LzBZTVBQdWpSNjV5TndZTUhxM1hyMXRxeVpjc3ArM3IxNmxWbW10LysvZnNiaGZKcDA2WnAwcVJKMnJObmp5UnAzcng1aW9pSXFQQjFmSHg4RkIwZHJiMTc5MG9uaXVJVVU2dTNwUDBITlhiODA5b2V2Mk9SYjNEOWtVcExXMmwySmpOUlRBVUFBTVlVaDBPR1BhQW54NDVtaWtNQUFBQUFBR3Foek14TVl6a2tKS1RNdm95TURLMVpzMGFTdEg3OWVtTjdlbnE2UHYvOGMyTzliOSsrT25EZ2dOTFQwOVc3ZDIvOThzc3ZaYzVSSWk0dVRsdTNibFdUSmszVW9VT0hzOHI1MkdPUEdTTmI3NzMzWGkxY3VOQW9SSWFGaFduVXFGR3lXcTN5OWZYVlhYZmRaUlJUSmVudzRjT25QWGRXVnBhT0hUdFc3cjd1M2J0cjh1VEphdENnZ1ZFc0hUWnNtTFp0MnlaSjZ0bXpwN3AxNjFiaHVhT2lvalJreUJBVkZoYnF3dzgvUEt0ck5rdG9hT2daajNFNm5VcE5UVFhXU3o5TDFsT2wvNzVWOVBOSDllRndPcFNSY1V3dWx6TmNWbXZsemZsY1ExRk1CUUFBeGhTSDIvN1l6aFNIQUlBejh2S3lxVjU0dU5MU2pxUzVITW96T3c4QUFBQThVM3JLM0pPTHFVbEpTWHJ1dWVkT2FmUDExMS9yNjYrL0x2ZDhYMzMxbGI3NjZxdHk5NzN5eWl2U2lkR1BaMU5NOWZYMVZVeE1USm4xME5CUVkzcmgxcTFieTI2M0cvc2JOV3BVcHYzSjA5V2VMQ1ltUm41K2ZzclB6OWVWVjE1cEZKQjFZa3JlNk9qb01zZkh4c1lheGRROWUvYWN0cGdhR3h1ck1XUEdLRE16ODVSaTZ2dnZ2MitNQ2k2UmxaV2xFU05HR091TEZ5K1cxV290YzR6VmFsVk1USXlXTDErdXp6NzdURys5OVpaMFluUm8yN1p0SlVrSER4NDB6blBMTGJmbzdydnZQdTNQb0VSQVFJQWNEb2NrS1R3ODNQZ1pueXcxTmRVNHptS3hxRjY5ZWg2ZHZ6U0txYWpKS0tZQ0FBQUFBTTVLZzhnSVRYL2hXYzJkdjJEa3B4OHUvOFdESmdBQUFLaG16alRsckZuOC9mMVAyZWJsOWI5U3hzbFRFNWN1ckVvNnBXQjVNb3ZGb3BZdFc2cEJnd2JxMDZkUG1XSnFlUm8zYm13c0p5UWtuREYvUlZxMmJIbkt0cE9MbHkxYXRDaHpyYVZGUlVVcE9EallXUC9zczg4VUZ4Y25TY3JOelRXMkJ3WUdhc0dDQlRweTVNaHA4M1R0MmxWMzNubW5KS2xwMDZaNjhza25OWHo0OEhLUDNicDFxN0VjRVJGUjVwbTZuaXI5NStMcDFNaEFkVUV4RlFDQVNoUVVHS0RldmE1UVd0cVJMN095Yy9hWm5RY0FnS3JnNCtPakZzMmI2WlVaTHlTOE92TkZ2bFlPQUtqMTZPdWh0aWhkakNzOTVhOGtkZXJVU2V2V3JaUEw1ZEpWVjEwbGg4TWh1OTJ1SDM3NHdTaCt2ZkxLSzFxMmJKbWFOMit1S1ZPbWxCbEI2bmE3ZGNVVlYwZ25pcDgvL3ZpakpNbG1zMTJncS9OYzM3NTlkZU9OTityWFgzODk0N0Z0MnZ6dlVVaWxpNHBtVzdkdVhZWDdObXpZWUR6ZnRDSkJRVUhHOHB3NWMwNzc1L1R0dDk4YXk2Vi9IbWZqZEZOTUE5V2QxWU5qQUFDQWh5SWk2dXZwSjhacTY0YTR4L1luYmpuOVZ4c0JBQUFBQURVQ2ZUM1VGcVdMV0NjWFV5MFdpM3g4ZkpTUmtXRk02ZHF3WVVQNSt2ckt4OGRIdWJtNXhyTlVkKzNhcGJ2dnZsdXJWcTJTajQrUGZIeDg1SFE2alhNRkJBUVkyeXNhYVdtbVFZTUd5Yy9QejZOajI3ZHZieFNUOSszYlYyWTA2WmxHd1ZhbHVYUG5LaTR1VG5GeGNWcThlSEdaZmNPSEQxZUhEaDFrdDl2MTBFTVBhZHk0Y1JvM2JwejY5dTFySEJNUkVWSHU4c255OC9QMTAwOC9HZXRkdW5TcDhOamx5NWZyelRmZkxIZFViT20vYjNYcjF2WHdLb0hxZ1dJcUFBQUFBQUFBQU5SeWhjN2lGTGRMLzdyanRsdlZNQ3JLN0Rnd1NlUEdqWTNDWUZwYW1yS3pzMDg1cHZTSXh0TFBJdzBMQzlONzc3Mm5xNisrV2pveCtyUmh3NGJHL3RKVHpaNDhGVzlORmhnWXFOYXRXeHZySlZQclN0TGV2WHQxOTkxM2E4dVdMUmM4MTd4NTg0d2k2WXdaTThyc2E5U29rYlp0MjZiaTRtTDk5dHR2R2pod29QcjI3V3VNckEwSUNEQ20rRDJUUllzV3FhQ2d3Rmd2K2ZNdlQySmlvdDU0NHczZGVPT05aWDRtQlFVRlpmNWV4Y2JHbnRXMUFtYXJmbDhKQVFBQUFBQlVhem01dVZyL3kwYTlPbWYrRFEyYXRQbHZ5dDc0SkxNekFRQ0EwenZ4ZWYzTXVFY2ZubWgyRnBpblRwMDZhdEdpaFJJVEV5VkptemR2VnUvZXZjc2NjK0RBQVdONTNicDF4dFM5Sjh2UHo5ZklrU1BMM1plY25Ld3JycmhDRFJvMDBFY2ZmVlNwMTJDR3E2NjZTdkh4OFpLa1R6LzlWSC85NjErbEV5TjB0MjNicG1IRGh1bVJSeDdSMEtGRHBSUFQ3SmJJeTh0VFRrNU9tV2wxSzhQT25Uc3JmUFpveDQ0ZE5XalFJSDMwMFVlS2k0dlR5SkVqVlZSVVpCUTBSNDBhNWRGVXUybHBhVnEwYUpHeGZ1bWxseW95TXJMQzQxTlRVeVZKVHFlenpKVFNXN1pzTVVZN3g4YkdLanc4L0N5dUZEQWZJMU1CQUtoRURvZERSOUxUOWRyOHR5T2lvcUw4emM0REFFQlZTRXM3b21kZm1Lby9FdUpmdG52YmVwbWRCd0NBcWtaZkQ3VkoxNjVkamVYeW5obGFlZ1NoMCtsVVFVSEJLZjlWdEsrMGdvSUM1ZWZuVittMVhDalhYMys5VWJqODQ0OC85TU1QUDBpU2R1ellZUnpqNCtNalNWcXlaSW5Hang5dmJNL0l5TkNnUVlQMHdRY2ZuREsxc3JlM3R5Ni8vSExqUDZ2Vjg1TE4zTGx6dFhidFdxMWR1MWJ2di8rK3NkM3RkaXNuSjBlUFAvNjRldmJzS1VuYXVIR2p0bTNiSmttNjdycnJOSGp3NERPZXY2Q2dRT1BIankvejUzclhYWGRWZUt3azdkKy9YenJ4bk56U281WkwvejI3N0xMTFBMNUdvTHBnWktxSDNQbUZPK1RuTlhiQ3VFZmZieHJiMk93NEFJQnE2bEJ5aXA2Wi9KSitXdi9MTzk1QllVOUp5WitablFrQUFGU012aDRBd0JQMDlWQ2I5T3ZYVDB1V0xKRWtyVnk1VWc4OTlKQzh2YjJOL1QxNjlGQ0RCZzNPK3J4ZmZmV1ZNYlZycTFhdDFMOS8vMW96M1cralJvMTAxVlZYNmZ2dnY1Y2tUWmt5UlhYcjFqV0txcExVdVhObkxWKytYRE5uempTMjJlMTJGUmNYS3owOVhTKy8vTEplZnZsbFJVZEhxMkhEaGdvSUNKQ1hsNWN4WXRYdGRtdjgrUEZ5dVZ4eXVWeHlPcDF5T0J3cUtDalE1TW1UbFo2ZWJoUXJKZW56enovWHFsV3JsSm1acWJTME5HUDdva1dMdEhmdlh2WHAwMGQ1ZVhtblhNdUdEUnMwYytaTTllN2RXeDA3ZGl6eloxK2l1TGhZano3NmFKbXBlcnQwNmFJcnI3elNXQzg5MG5iTW1ER3FXN2V1ZHUzYUpVbUtpWW1SM1c2WFRud1paZm55NWNheC9mcjFPOHVmUG1BK2lxa2VTa3FLVDVHMHBQL05mZC8zNEhBQXdFV3F1TmloNUpSVU9SeU9HSmZjbFR0L0N3QUFxSFQwOVFBQW5xZ2xmVDE3WlBQT0llbEhqNnBPVUZDNUJSUmNIRnEwYUtFZVBYcm81NTkvVm1abXByNzg4c3N5QmE0ZVBYcW9SNDhlRmJhUGk0dlQvdjM3NWVYbEphdlZLcGZMcFowN2QrcjMzMzgzanJucXFxdDAyMjIzZVp4cHlwUXBtakpsU29YN1Y2eFlVZUcraUlnSWJkeTQwZVBYT2xlalJvM1MyclZyVlZSVXBHUEhqbW5Zc0dIR3ZzaklTTFZzMlZJMm04M1kxcUZEQjAyZlBsMVBQLzEwbVh3SER4NHNNL3IzVEZxMGFLSDY5ZXRyd0lBQnhsUzVPbEZNclVoY1hGeVpaN3VxVkdIMzJMRmpXckpraVpZc1dhS1hYbnBKMTExMzNTbnQzVzYzTWpJeWpIVmZYMTg5OWRSVFpZN3AyTEdqVVd4TlNrcFNVdEwvbnZ6UnE5Zi9KcTladFdxVmpodzVJa25xM3IyNzJyUnA0L0cxd3p4V2kxVitmbjZ5V0t4NUxwZlQ0VUdUV28xcGZnRUFBQUFBQUFDZ2xvdHBma2xMUHkvWE82TWZuNkRmdHllWUhRY211KysrKzR6bFJZc1dsU25TblVscWFxcG16WnFsNmRPbmErclVxWm8rZmJvKy9mUlRPWjFPU1ZKZ1lHQ3RISDBZR3h1cko1NTRvdHg5SllYalpzMmE2WkpMTGxGc2JLeGVmZlZWMWE5ZlgyKysrYVptenB5cGE2NjV4cVBubEo2c2I5KytzdGxzYXRTb2tiRXRPRGhZelpvMVUvZnUzWFhqalRlcWYvLyt4cjQrZmZyb3hodHZOTmJidFd1bmhRc1g2b3N2dnRDdHQ5NXFqQmh0MGFLRnJyMzIybkpmMDl2Yld5Ky8vTEw4L1B3a1NaTW1UVkpzYkd5Wlk0WU5HNmJldlhzYjU5T0pxWTc3OU9tajRjT0hTeWRHcFM1Y3VGQ1NaTEZZak8yby9obzBpTkJUajQ5Uit6WnRuNVpzcDg0SGZwRmhaQ29BQURDbU9KejAxRGltT0FRQUFBQ0FXc2dxZDVEYll1bXk3WTgvbEpPVFkzWWNtS3h6NTg0YU9uU29NU1hzdSsrK3EzdnZ2ZGVqdGxkZmZiV21UcDE2eXZiUTBGRDE2TkZEOTkxM255SWpJNnNndGZrR0RCaWd1blhyYXZiczJkcTNiNTkwNGhta3Q5OSt1M0hNZmZmZHA2Wk5teW80T05qWWR0VlZWK21xcTY2U1RqeGZOQ01qUTBWRlJYSTZuWEk2blhLNVhISzczY2IvM1c2MzBiWnAwNmFTcEprelo4ckh4MGRoWVdGbENwaVN0Ry9mUG4zMjJmL1BQaDRSRWFHaFE0ZkticmZycHB0dVV1Zk9uWTNqbm56eVNZMGNPVkxmZmZlZElpSWlqT2ZBbHFkUm8wWjY3TEhINUhBNHloMjlXcWRPSGMyYU5Vc3VsMHNGQlFXeVdDeEc4YlhFNHNXTHRYUG5UdW5FODFZN2Rlcms4YzhhNXFvVEZLU3JlL2ZTMWIxN2ZXMnhXSkxOem1NMmlxa2VhK3NkMmR3bk9QMW94b2xwTU93ZXRBRUFvR1lvbWVKd1lQK2JtZUlRQUhDUm9hOEhBQUF1VGlOSGpsUlNVcElPSHo2c3RXdlg2cFpiYnZGbzVHUjRlTGkrKys0N3VkMXVXYTFXMld3MitmajR5TXVyNXBVYmV2WHFkZFpUQlBmdTNWdTllL2RXVmxhV2RHS1VhR2s5ZS9ZOGJYdGZYMTlGUlVXZGRkYkdqU3YrOG50c2JPd3AxekZ4NHNSeWp3MEtDaW96a3JWRWVIajRLZWNZTUdEQUdYTlpyVmI1Ky91ZnNqMDdPMXRyMXF4Um16WnRGQmtacVJFalJwenhYRUIxVmZQZTNVd1MzY0tyczVmTjljcndrYU0xY2Z6ajZueEpCN01qQVFBQUFBRE9FMzA5QUFCd3NmTHk4dEtzV2JQT3FlM0pCY1NMRVQrRDA2dFRwNDdlZXVzdHMyTUFsWUpucG5ySXkyYjFrMFd4Qnc4bHE3Q3cwT3c0QUFBQUFJQktRRjhQQUFBQUFNckt6OC9YNzl2ak5mekIwWmZFeEhTb2EzWWVzekV5RlFBQWxKcmk4S2pxQk5WaGlrTUFBQUFBQUFEZ0lyVnYvd0g5NDZGSGxaeVM4cjdGMzNxWHBFL016bVFtUnFZQ0FBQkZ0L0RxN092bCt2enUrMGZxai9nRXMrTUFBQUFBQUFBQVFMVkFNUlVBQUJoVEhCNDRkSWdwRGdFQVorVHI0NjFXTFZySWJ2ZmVibkZianBxZEJ3QUFBQUNBcXNJMHZ3QUFWQ0tMeFNLNzNTN0pVbVMxV0oxbTV3RUFvQ3BFUnpmVTIvTm5TOUpnaThXU1pIWWVBQUNxR24wOUFBQXVYb3hNQlFDZ0VvV0hoV3I0c0xzVTJ6aG1SckVzRzgzT0F3QUFBQUE0Zi9UMUFBQzRlREV5RlFDQVNoUWNYRWNEYnU2ckFUZjNYY0pJSFFBQUFBQ29IZWpyQVFCdzhXSmtLZ0FBQUFEZ3JMaGNMaFVXRlduTGxpMCs5Q3NCQUtnWjh0M2E0M0s2bjVnd2JxeGFORzltZGh3QUFHb01PcjBBQUFBQWdMTnlOQ05EYytlL3BYc2ZIUE5ZbzVidHVwaWRCd0FBbkZuYTdxMkg5eWR1WFRUNGxnR0thaEJwZGh3QUFHb01pcWtBQUZTaWdvSkM3ZGk1UzZNZUdkY3VPcnBkcU5sNUFBQ29DbGxaT2Zya3MrWEtPSmJ4ZDR2RjBzcnNQQUFBVkRYNmVnQUFYTHdvcG5vbzI1Rzd5VjNzdnZIdCtiUFZybTFycytNQUFLcXBnNGVTTldyTU9LMzg1dXQvV3dNc2ZjM09Bd0FBVG8rK0hnREFFL1QxQUFDNGVIbVpIYUNteU5pMUt6dEQydFNoWFZ1em93QUFBQUFBS2dsOVBRREF4YUp1MDZiQmRleEJsNjc1YWIzYXRtcXAwTkM2WmtlNmFEZ2RUc1h2MkNrZkh4K3pvd0FvWlh2OERoVVhGOHZ1YlRjN1NyWGpiYmVyWVZTVURoOCtjcURBNGNnMU80L1pLS1lDQUFBQUFBQUFRQzBYYVBkdlliRm8zcE5QUDZ1cFU1N1ZsWmQzTnp2U1JTTy9vRUR6MzFvZ2I3dTMyVkVBbEZKY1hLenNuQnlGaFRGNys4a2F4elRTNjYrK3JFK1hMNy96L2lsVGZqYzdqOWtvcGdJQUFHVTdjamNGeWYvRzk5NmF2N0ZKazhabXh3RUFBQUFBVkRLYjArb2x1NEp6Y25QbGREak1qbk5SQ0FzTFZXUkVQV1huNU1qdGxncUxpc3lPQk9Ba2dZR0JxbDh2WFBYcWhac2RwVnJ4OHZKU1dHaW83cnZycnZUNzc3NjcwT3c4WnFPWTZxSEk1czNyZVZzQ3VuLzcvWS9xZEVsN2hZWHlUUVVBUU8xUk1zVmh4dzd0ekk0Q0FNQUZSVjhQQUFCVWxlaUdVWm8yNVZrZFBwSnVkaFFBcHhFZUZxb21qV1BNam9GcWpHS3FoK3hXLzlaV20rV1ZSNStZb1BEd01QbjZWankvL1UxOXJ0ZUk0Y09NOWYwSERtcjhNODhyTXl2cmpLOFRGQmlvUjBiK1E1ZDM3MlpzMi9UYlZrMTgvZ1dQY3NZMmp0R01seWJMejlmWDJQYmhKNTlwNGVJbEhyWHYwcm1UbnA4NDNsZy9scG1wR2EvTTBXOWJ0M25VZnNqZkJ1dnZnMjh4MW5mdTNxUFJqNDgvYlpzU1lhR2hHdi80R0xWcDFkTFlGcmYySjAyZCtZcEg3VnUxYUs1WjAvNzNjM0k0SEpyM3J3WDY4cHR2UFdyLzU2dDc2OUdISGpUV1U5TU9hOEt6VTVTYWxuYkd0ajdlM25wb3hIQmQzYnVYc2UyUCtBU05tekRKbzllT2lvelU5QmVmVTkyUUVHUGI4cFZmYXY1YjczalV2a083dHBvNitYK3ZsWjJUbzFmbnZxR2ZmOW5nVWZ0QkEvcnBucUYzR090NzlpWHA4ZkhQcUtDdzRJeHRRNEtEOWRqb1VlcDhTVWRqMjRhTm0vWHNDMU05ZXUxbVRadG85b3l5eC83cm5VWDZ6L0lWSHJXLzR2SWVldXJ4TWNaNit0R2ptalJscXZZbDdUOWpXNXZOcGhIM0Q5TU4xLzNGMkphUXVGTmpuM3phbzllT3FGZFBMenczVVEwaUk0eHQzM3ozZzE2Wk04K2o5bTFidDlMTEx6NXZyT2ZsNVdudUcyL3JoN2cxSHJXdjdQZWFMZHYrMEZPVG5qOXR1eExuKzE3VHFXTUh2ZkRzLzM3T3RlbTlwckN3U0FjUEpYdDBydXFvc0xCUXMxOS84NXovSGg1S1R0RXprMS95NkwzVDM4OVBEdzYvdDlxOGQxN0kzMEYvUHo4OSt2REljLzRkYkJUZFVDODkvMHlaYXorZjM4SHovZHpZZitDZ3hveWI0TkhuUmxCZ29KNFkrMGlaejQzenZkZDViK20vOWNHSG4zalV2ckxmZi9ic1M5SkRqNDd6cUcxVmZHYWV6YldYZDU4M1plcE1KU1FtZXRUK3ZydnYxRi83M1dTc1g4ajMzcE92M2VGdzZKMzNsbHl3KzRWNzdyeTl6TFdmN2YzQ3hQR1BxMG5zLzBiOW44L25UbUZob2Q1YzhPNTUzZU5PbnZxeVI5ZnU0KzJ0KzRmZFZlWmVxZVI5dXJDd3FOYjhveUI5dlpwLy8zVW05UFhvNjRtK0huMDlEOVQydmg3TVliVmExYlJKckpvMmlUVTdDZ0RnUEZCTTlaQmJsa0pKOXB6Y1hPWGtudjVadXdFQkFXdEdEQi8yY2NsNndzNWRFWnUzYmh0WmtGOFFkS2JYOGZIeFB2N3orbDgvdUx4N04yTU82bDgzYm00Wm41QTR3cE9jYVlmVGszT3lqNy9xNSt0cnpCbnhROXphYStJVEVtLzJwSDFCUVdHOHBEZEwxbFBUamdTdS9lbVhJZnNQSEdqbFNmc2Y0dGI4OSsrRGIvbTZaSDNiSC9IUjhRbUpZejFwRytEdm43bDEyKzhMMjdScW1WU3liZDM2WHk2SlQwaTgyNVAyR2NlT0pVa3k3cENMaTR1dHErUFczaEtma05qVGsvWjJML3N2ano3MDROS1M5YjM3azBJM2J2cHRSSFpPemhuSDk5dHN0cUkxUDYxZmRuWHZYaHRMdHYyMlpXdVQrSVRFaHoxNTdlU1UxQ09wYVVkbTF3MEpNZjV5L2JoMjNaWHhDWW0zbkw3bC84dkpPYjVMMHR5UzlhUHBHZjV4YTlmOWJkZnV2UjA4YWY5RDNKcHY3eGw2eHhjbDZ3azdFaHRzKytPUFJ4d09aOFgva25TQ3I1OXZ6b1pObXhkM3ZxU2o4Uyt4NjMvZDJDWStJWEc0SjYrZGZqVGpnS1JacGJkOS8rT2EvdkVKaVZkNTB0N3Bjdi8yMU9OajNpMVpQM2dvSlhqOWhrM0RNekl5b3M3VTFtSzFPdVBXL1BUeERkZjk1YWVTYlZ1Mi90RTRQaUZ4dENldmZlQmdjc2JlZmZ0ZWJ4QVpjYlJrMjQvcmZyb3NQaUh4NzU2MHo4ckszaVBwdFpMMXpPeHNuOVZyMXQ0YW41RFl4WlAybGYxZXMvRzMzNXJISnlTTzlPUzF6L2U5NW5oZS9nNUo4MHZXYStON2pWdHl1TjFlTmU3aDdIbDVlZU5XcjFsNzI3bitQZHk5WjIvNHhrMi9QZURKZTZmZHkxNnc1cWYxSDFXWDk4NEwrVHRvOTdJWC9MeisxL2ZQOVhjd0pmVndXbXJha1RtbHIvMThmZ2ZQKzNOajU2NkliWC84TWNhVHp3MGZIKy9qR3padFhsVDZjK084NzNWV3I3MGhQaUh4T2svYVYvYjdUOEtPeEFieENZa2VWVk9yNGpQemJLNjl2UHU4bjladnVEYzFMYzJqZjlsWnZXYmRmLzdhNzZiVkplc1g4cjMzNUdzdkxpNjJmdi9qbXBzdjFQM0M2alhybHBlKzlyTzlYNGpma2ZoV2s5akdLU1hienVkekp5OHZ6NzQ2YnUyQTg3bkhYYjloMDcyZVhMdk5aaXVLVy9QVGYwcmZLNTM4UGwxVFArOUtvNjlYZSs2L0trSmZqNzZlNk92UjEvTkFiZS9yQVFCd05qSXpzeFMzOWllOU52K3RXMkpqVzMreWIxL0NQck16bWNsaWRvQ2FvbDY5dG9GK1lmWjdyQlpMMHpNZDYzYTc0NUlTdGhoREJPbzNhUi9oNTIwYmFiRmF6bmpUYTNFcnoyRnhMVDBRdjlXNDZXM1l0SFZMdTQrdlJ4MXNpMHZKZTIxRnIycjdkdU9tdDNHcmp0ZFlyRmFQYm5wZGJtM2ZuL0RidjByVzY5VnJHeGdRNm5XbnJOYVdwMjk1b3IyMGNuLzhiOThZMlp0M2pMYmJyUjdkOU1xdFRJdWxjT0hlK0hqanByZGh5M2FYMkcxMmoyNTZKU1h0aS8rdDlOY05yVEd0T3R4aXRkbzg2bURMN2ZwbFg4SldvNE1kRTlPaHJzM1BPdEp0dFlTZE9icUtKZGNIU2ZGYk41VnNhOXlxVlJPTDFjK2pEcmJiclNONTFxTFpSN1p2TjI3R1kxcGVjcVhWWnZHb2crMldkaVhGLzJaMHNLT2lvdnp0UWZYK1pyRmFQT3BndTl6dWIvY25iREU2MkkwYnQybGc4ZmNlTFZtOHovamFMbmVPdzZMRmh4SzJHQjNzeGkzYXQ3RjRlWG5Vd1hhNzNRZVNFcmFVNldESHR1clFYMWFiUngxc3VWMi83VXZZYW5TdzZ6WnRHaHhpcnpQY2JkV1pPOWh1dDlNbDE4ZEpDZHVNRG5aVTA3WXgzajdlWTA3ZjhrUjd1VE9LM0lXdkgwcElNRHJZalZxMjYyYXoyVy8zcEwzTDdkNnpQMkdMMGNGVzgrWStNYmFBVzYxV2kwY2Q3TXArcjJuVXZIMHptOTFybENldmZiN3ZOWEs1ZCt6YnNjWG9ZTmZLOXhxMzYzQitzZDVPMjczMXNJZm5yUzdzTWEwdXVlMWMveDVHdFd3WjdtUHgrNGNuNzUxeXV3dmNGdmVIMWVXOTgwTCtEc3J0TG5CYTNPK2Y2KytnM082MDQ5YmlPYVd2L1h4K0I4LzNjNk4ray9ZUi9yNjJSejM1M0xDNGxWY2s5N3VsUHpmTysxNm5aWWNiTERhYlJ3WEZ5bjcvK2YvUFRCK1BpcWxWOFpsNU50ZGV3WDNldmJKYVBmdWF2TnY1bjMwSjI0eUM0b1Y4N3kzbjJxMnhyVHJjZktIdUY5eHlMUzk5N1dkN3YrQlMwVnRKOGZGR01mVThQM2ZzTWEwNkREaS9lMXpiZlo1Y3Uxc3FsdHY1YWVsN3BWUGVwMnZ1NTUyQnZsNHR1ditxOFBYcDZ4blo2ZXZSMXp0VGUvcDZ0Ym12cDlqbUhYdklidm0wVGxCUTVPd1pVOVc3MXhWbVJ3SUFWRlB4T3hKMS80T1BLRGtsSmRmbDFsMmw3MDJxU3FkT25lWllyZGFSa3Q0L2Z2ejRpQjA3ZHVSVTlXdDZpbUlxQUFBQUFBQUFBTlJ5RkZNQkFKNmltRnFXMWV3QUFBQUFBQUFBQUFBQUFGQWRVVXdGQUFBQUFBQUFBQUFBZ0hKUVRBVUFBQUFBQUFBQUFBQ0FjbEJNQlFBQUFBQUFBSUJhemkwVnlXMDVIQjRhS3J2ZGJuWWNBQUJxRElxcEFBQUFBQUFBQUZETDVTaHZsMXVPRVZPblBLdTJyVnVaSFFjQWdCckR5K3dBQUFBQUFBQUFBSUNxbGJGclYzYUd0SzVibDg1bVJ3RUFvRVpoWkNvQUFBQUFBQUFBQUFBQWxJTmlLZ0FBQUFBQUFBQUFBQUNVZzJJcUFBQUFBQUFBQU5SeXNiRnRJMk5hZHJwLzhkSmxPbmdvMmV3NEFJQnF6TS9YVjIxYnQ1YTN0ODlXcDhPWllYWWVzL0hNVkFBQUFBQUFBQUNvN2J5OFlxMDI5L012di9LYUdrVTNWSFRES0xNVEFRQ3FxZGpHTVhwejdqOGw2WGFMeFpKa2RoNnpNVElWQUFBQUFBQUFBQUFBQU1wQk1SVUFBQUFBQUFBQUFBQUF5c0UwdndBQUFBQUFBQUFBQUFBa1NTNlhTd1dGaGZwMXd4Wi9TVFpKVHJNem1ZbVJxUUFBQUFBQUFBQUFBQUFrU2FscGgvWFAyYS9ya1NlZW1CRFR1a01ucy9PWWpXSXFBQUFBQUFBQUFBQUFBRWxTVm5hMi92djFLbVZsWmZXM3lOclk3RHhtbzVnS0FBQUFBQUFBQUFBQUFPV2dtQW9BQUFBQUFBQUFBQUFBNWFDWUNnQUFBQUFBQUFBQUFBRGxvSmdLQUFBQUFBQUFBQUFBQU9XZ21Bb0FBQUFBQUFBQXRaeEx6bXk1dGE3cnBaMFZIQnhzZGh3QUFHb01pcWtBQUFBQUFBQUFVTXZ0My9YSGptekg4WHYrT2YwRnRXL2IydXc0QUFEVUdGNW1Cd0FBQUFBQUFBQUFWRGxueHE1ZDJYV0Nnc3pPQVFCQWpjTElWQUFBQUFBQUFBQUFBQUFvQjhWVUFBQUFBQUFBQUFBQUFDZ0h4VlFBQUFBQUFBQUFxT1VhdCtyWUpMYlZKZE1tVDUyaHhKMjd6WTREQUtqR1FvS0RkZU1OMXl1NFRzZ25jbWl2MlhuTVJqRVZBQUFBQUFBQUFHbzVpMU1Sc21yb1I1OStwcFRVVkxQakFBQ3FzUWFSRVJyLzJHaHQvdm1IWjVKMmJkbHNkaDZ6VVV3RkFBQUFBQUFBQUFBQWdISlFUQVVBQUFBQUFBQUFBQUNBY2xCTUJRQUFBQUFBQUFBQUFDQkpLaTR1VmtwcW1xYk5tdDB3S2lySzMrdzhacU9ZQ2dBQUFBQUFBQUFBQUVDU3RQL0FRWTErL0NtOXZYRFJ2M3pxaEY1cGRoNnpVVXdGQUFBQUFBQUFBQUFBSUVrcUtpN1dvZVJrT1J5T0dKZHNnV2JuTVJ2RlZBQUFBQUFBQUFBQUFBQW9COFZVQUFBQUFBQUFBQUNBLzJ2dlRtUHNMSzg3Z0ovM3p1S1pzVDFld1FhRE0xQXpRaUJqVnlvZ0tvUm9TVVRpb0FaRVFrcERSSXVnZ0hFTndXSnJJVUJUSUtJRkVyWUNBWklTbHdUU0ptMVVGQm8xRUxBTlpnbU1CK0taZTFuczhiN3ZHNTZaKy9ZRDNNdmd2TFZmcXlMWE1ML2ZGK3M1dW1lZWMyUi8rOC9qQzVCQm1Bb0FBQUFBQUFDUVFaZ0tBQUFBQUFBQWtFR1lDZ0FBQUFEd0taZld4ZW9veDJOZlB1dExjY2o0OGJVZUJ3QStNZXByUFFBQUFBQUFBQit2bm1Mbm9vaTQ1b1pyTzY2dTlTd0E4RW5pWlNvQUFBQUFBQUJBQm1FcUFBQUFBQUFBUUFaaEtnQUFBQURBcDEvRCtFbC9lTkM2OWV0ajkrN2R0WjRGZ0FOWUlTbEVjM056SkVsaFJ6bE4rMm85VDYwSlV3RUFBQUFBUHVVbVRqcjJxS2I2OGdQWFhIOXpMT3lyTHVtWUFBQUxRa2xFUVZRdTFYb2NBQTVnNDhjZEhOK1ljV2tjTmVuSVcvdDcrenBxUFUrdDFkZDZBQUFBQUFBQVBsNkZxR3VOSlA3NDFkZGVqODJiTjlkNkhBQU9ZQ05HdE1hMHozOHVwbjMrYy8rUkpNbVNXczlUYTE2bUFnQUFBQUFBQUdRUXBnSUFBQUFBQUFCa0VLWUNBQUFBQUFBQUVSR3hjK2V1NkNxV1lzYmxWeC9iMXRZMnN0YnoxSnJ2VEFVQUFBQUFBQUFpSW1MeGtpVngwZlRMWThYS2xVK2tUU1BPajRpZjFucW1Xdkl5RlFBQUFBQUFBQ0NETUJVQUFBQUFBQUFnZ3pBVkFBQUFBQUFBSUlNd0ZRQUFBQUFBQUNDRE1CVUFBQUFBQUFBZ2d6QVZBQUFBQU9EVHJxOXZjYmsvK2VaVlYveE4vTUdSUjlSNkdnRDR4S2l2OVFBQUFBQUFBSHk4Rmk5ZXVDb2l2bmZldWVjOFZPdFpBT0NUUkpnS0FBQUFBREJJOVBYMXhld2ZQUmsvK2RsLzV2cjgxT01teHkwM1hWODliOW02Tlc3ODFtMVJldnVkZmZiVzE5WEgxLzc4SzNITzJXZFdhNnZYckkwTExwbVI2KzdodzRiRjM5OXdYYlFmTmFsYTZ5NitGYk91dTM2dmZSVUhqUjBiUDNqb3Z1cTVYQzdIWS8vNjQ5eTd0MCthRkhmZGZrdjF2RzM3OXJqaDVsdHk3VjVJQ3ZIbHMvNHN6ai92M0dwdDdkcjE4WmNYVDg5MTk5Q1dsdmpicTYrTXFjZE5ydGIyWi9leFk4YkV2M3p2L28vVW52aTNuOFZqai84NFYvL2hFeWJFQS9mY1dUMXYyNzQ5YnIzOXpsand4cHU1K3MvNHd1bHg2VVVYVk0vN3MzdHpVM05jZisyc2oremVzMlJaVEw5aVZxNyswYU5HeFE4ZmVlQWp0WjgvOVhROCtNajNjL1ZQT1BTUWVPamU3MVRQTzNic2pEdnV2aS9tdi94S3J2NDlkMSsvZmtOY012UEsyTEZ6NXo1N2h3d1pFbGRkTVNOT092R0VhbTNwc2hWeHljeHY1THA3OUtoUjhlQTlkMFZMUzNPMTlqL1BQQmQzM1h2L1h2c3E5dHg5MTY3MzRyNEhINDVubm5zK1YvOXBwNTRTVjg2OHJIcmV1SEZUWEg3VmRiRit3NFo5OWc0Wk1pUXV1L2pDT08zVVU2cTE1U3RXeGwvUHVDTFgzU05IaklpNy8rbmJNV2JNNkdwdDNvc3Z4NjMvZUVldS9rUEdqNCtINy85dTlieDc5KzU0K0FlejQ2bW4venRYLzBrbm5oRFhYL1BodjlGTm03ZkV6Rm5YNU5xOW9hRWhManovNjNIR3ROT3J0WldyVnNlRjAyZm11cnQxZUd2Y2ZzdE5jZmhoRTZxMS9kbDkzTUVIeDZNUDNGTTk5L1gxeGRPLy9GV3NXYnN1Vi85Z0lFd0ZBQUFBQUJna2VudDdaejM3L0x3dmRIV1hQcHZuODl1MjdTaEZ4RDlYenV2WGJXaVovOUtyRjY5ZXUzYml2bnFUUXFILzEzUG0vdUtjczgvOFZhVzJ1R2ZacUs3dTBqZnozRDJrc1hGSDU1dS9mYkQ5cUVsTEtyWE9OeFpPN09vdTVVcVdsZzVidmlFaXZsVTU5L2YzSjg4K1AyOWEzdDAzYk56WUV4SGYrZkM4cFduK1M2OWVtbWYzaUNpUEdUUDZtZlBQTy9lcFNxRm42ZEtSWGQybEcvUGMzZERZc1BNM3J5MzQvdFRqSnI5VnFlM1A3a05iaG02S2lKc0gxcDU3ZnQ1bnU3cExYOHpUdjNMVm10VVI4ZTNLZWNQR0xVM3pYbnpwcjVZdVc5NmVwMy80c09GekxyM29ncDlXenZ1emUzMTl3NjdmdkxiZzBZRzdGMHR2ait2cUxsMmJwNys1cFhselJOdzBzRFpuN2dzbmQzV1h6czdUdjJMbHFqVVJjVnZsdkduTDVpRno1czcvMnR2dnZqTjU3NTN2MjNQM1pTdFd0WGErc2ZDNjNyN2VwbjMxMXRmVjdYN3hwVmRtbjNUaUNXOVVhcVczM2ptNHE3dDBYWjY3bTF1YU4yL2Fzdm0ybHBibTl5cTF1ZlBtSDkvVlhmcUxQUDE3N3I1dDI0Nkc1K2E4OEpXdTd0THhlZnJyNit0ZnVYTG1aWTlYZjk2cTFjTmY3MWd3YS91T25TUDIyVnRYdDN2dXZQay9PZTNVVTE2dDFONTVkOUhZcnU3UzMrVzV1Nm01YWV2UzVTdnVHRE5tOU9aS2JmNUxyMHp1Nmk1ZHNQZk85eTFmdm1wZFJGUi9lMkxuenZmcWZ6MW43cGU2dWtzbjUrbnY2K3Z2aklocVlyOTJ6ZHFocjNjc3VDclA3blYxaGQ3bjVyM3c4ek9tblQ2M1VsdjA3dUl4WGQybFhMODkwVFNrYVZ2cHJiZnZPZnl3Q1dzcXRmM1pmZG55bGVzajRoOHE1OTdlM3NLTEw3OXlWbDlmMzhscFJGODVZbnVlbi9OcGx0UjZBQUFBQUFBQWZtOEtFOXVQKzVOQ29aQXJJQ2lYMDNlWGxCYjhzSEp1YTJ0clNwcGJ6MHZUd29TOWQwWWtTZHJmWDA2ZVhWTHNtRmVwalRyeXlCRWpHbHZ6UFRWTFkyZC9KTE9YRmw5ZlVTa2QxdDQrb2I3UWNtSE8vazJMaXgzZkhWQkpKcllmOTZkNWQwL1Q4cktlWXVjajFjS2tTVU9PYUdqNWVwN2RJOUkwVGRPNVBjWE9aeXFWMFpNbXRiYldEOHYzeERCSmQ2WGw5TW1lWXVlaVNtbS9kay9TTFl1N0Z0dzFzRFN4ZmNySmhVSnlXcDcyTkltMVBWMGRIejVuZkgvM3I2WnBJZGNYN3FibC9wZDdTbS84b25MZXI5MGpmUzlOMHljRzduNW9lL3ZZeGtMTFpYdnYrNkE3MHEwOTNRdnVIRmc3dlAzWTQrc0tEZFAyL0d5NVhJNkdRaksydmo0WjJWZE90L1dYazFWcEV1dDZ1am8rZk5JY3h6UzJ0VGVjRllYazZGejM3N0g3UVFjZE0yem9tSVlaRWNtUWZjOGV2WVcwL08rTGlwM0ZTbTNDaEtQSE5BeHZ5dldjTzQxMGEwK2g5OTVZdUhCM3BYWkUrN0ZUMGtMRG1YdnYvS0QvZDNhUGhyYjJxVitNUWt6SjB4OXBkQ3d1ZGxTZmZvOGJOMjVvMDZqeEZ5ZVJETjkzYS9UMnAzMy90YXo0Wm1lbE5uSGk1RkdGbHJwY3p6UFRTTGR0VDNjOXRLNVkzRnFwdGJWUFBqb0tkVi9OMDErT2RNT1M3Z1gzRENqVmZhWjk4dWxKb1M1WGtGeE8wNjRseFFWUFZzNkhIbnBvUzBQclFaZmsyajJOdm5JYXYxeGE2cWcrZjI1cmF4c1pUU012ejNOM2tzYU8zY211UjVkM2Q2K3Y5dS9IN3BHV055NHVkdDQ5b0ZMNFRQdmt6eWVGdXVQVFNOZjNiK3Q3Zk5teTMrNzdpZTMvMDlTcFUrOHRGQXFYUmNUczdkdTNUeThPK0x1c05XRXFBQUFBQUFBdzZCeHp6REdOalkyTk55WkpNajFOMDZjNk9qck9xL1ZNTUZnZHlHR3EvK1lYQUFBQUFBQVlySnFUSkJtWkpNblFXZzhDUkJ5SUQwRUx0UjRBQUFBQUFBQUE0RUFrVEFVQUFBQUFBQURJSUV3RkFBQUFBQUFBeUNCTUJRQUFBQUFBQU1nZ1RBVUFBQUFBQUFESUlFd0ZBQUFBQUFBQXlDQk1CUUFBQUFBQUFNZ2dUQVVBQUFBQUFBRElJRXdGQUFBQUFBQUF5Q0JNQlFBQUFBQUFBTWdnVEFVQUFBQUFBQURJSUV3RkFBQUFBQUFBeUNCTUJRQUFBQUFBQU1nZ1RBVUFBQUFBQUFESUlFd0ZBQUFBQUFBQXlDQk1CUUFBQUFBQUFNZ2dUQVVBQUFBQUFBRElJRXdGQUFBQUFBQUF5Q0JNQlFBQUFBQUFBTWdnVEFVQUFBQUFBQURJSUV3RkFBQUFBQUFBeUNCTUJRQUFBQUFBQU1nZ1RBVUFBQUFBQUFESUlFd0ZBQUFBQUFBQXlDQk1CUUFBQUFBQUFNZ2dUQVVBQUFBQUFBRElJRXdGQUFBQUFBQUF5Q0JNQlFBQUFBQUFBTWdnVEFVQUFBQUFBQURJSUV3RkFBQUFBQUFBeUNCTUJRQUFBQUFBQU1nZ1RBVUFBQUFBQUFESUlFd0ZBQUFBQUFBQXlDQk1CUUFBQUFBQUFNZ2dUQVVBQUFBQUFBRElJRXdGQUFBQUFBQUF5Q0JNQlFBQUFBQUFBTWdnVEFVQUFBQUFBQURJSUV3RkFBQUFBQUFBeUZCZjZ3RUFBQUFBQUFCcXFWd3VqNTA2ZGVxcHRaNERCckVKSC95WjFuaU8zeUZNQlFBQUFBQUFCclZDb2ZCSEVmR2pXczhCZzFXYXBxMjFudUgvSWt3RkFBQUFBQUFHbllVTEYvWk9tVExsM1RSTk4zend0WWhOdFo0SkJySGRhWnErRnhHTGlzWGlybG9QTTVBd0ZRQUFBQUFBR0l6U0pFbG1wMm42V2tRMDFub1lHT3pLNVhKL1EwTkRWMFQwMW5vV0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9lUDhMQnpETDk5L24xczBBQUFBQVNVVk9SSzVDWUlJPSIsCgkiVGhlbWUiIDogIiIsCgkiVHlwZSIgOiAiZmxvdyIsCgkiVXNlcklkIiA6ICI1NjY5MjcyNDMiLAoJIlZlcnNpb24iIDogIjcxIgp9Cg=="/>
    </extobj>
  </extobjs>
</s:customData>
</file>

<file path=customXml/itemProps63.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emplate>团队报告模板（2021）</Template>
  <TotalTime>0</TotalTime>
  <Words>2278</Words>
  <Application>WPS 演示</Application>
  <PresentationFormat>宽屏</PresentationFormat>
  <Paragraphs>80</Paragraphs>
  <Slides>15</Slides>
  <Notes>4</Notes>
  <HiddenSlides>0</HiddenSlides>
  <MMClips>0</MMClips>
  <ScaleCrop>false</ScaleCrop>
  <HeadingPairs>
    <vt:vector size="6" baseType="variant">
      <vt:variant>
        <vt:lpstr>已用的字体</vt:lpstr>
      </vt:variant>
      <vt:variant>
        <vt:i4>16</vt:i4>
      </vt:variant>
      <vt:variant>
        <vt:lpstr>主题</vt:lpstr>
      </vt:variant>
      <vt:variant>
        <vt:i4>5</vt:i4>
      </vt:variant>
      <vt:variant>
        <vt:lpstr>幻灯片标题</vt:lpstr>
      </vt:variant>
      <vt:variant>
        <vt:i4>15</vt:i4>
      </vt:variant>
    </vt:vector>
  </HeadingPairs>
  <TitlesOfParts>
    <vt:vector size="36" baseType="lpstr">
      <vt:lpstr>Arial</vt:lpstr>
      <vt:lpstr>宋体</vt:lpstr>
      <vt:lpstr>Wingdings</vt:lpstr>
      <vt:lpstr>微软雅黑</vt:lpstr>
      <vt:lpstr>ZapfDingbatsITC</vt:lpstr>
      <vt:lpstr>Segoe Print</vt:lpstr>
      <vt:lpstr>黑体</vt:lpstr>
      <vt:lpstr>LucidaGrande</vt:lpstr>
      <vt:lpstr>Times New Roman</vt:lpstr>
      <vt:lpstr>华文细黑</vt:lpstr>
      <vt:lpstr>仿宋_GB2312</vt:lpstr>
      <vt:lpstr>仿宋</vt:lpstr>
      <vt:lpstr>方正大黑简体</vt:lpstr>
      <vt:lpstr>Wingdings</vt:lpstr>
      <vt:lpstr>Calibri</vt:lpstr>
      <vt:lpstr>Arial Unicode MS</vt:lpstr>
      <vt:lpstr>1_自定义设计方案</vt:lpstr>
      <vt:lpstr>自定义设计方案</vt:lpstr>
      <vt:lpstr>2_自定义设计方案</vt:lpstr>
      <vt:lpstr>3_自定义设计方案</vt:lpstr>
      <vt:lpstr>4_自定义设计方案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WHZ</dc:creator>
  <cp:lastModifiedBy>Euterpe</cp:lastModifiedBy>
  <cp:revision>988</cp:revision>
  <dcterms:created xsi:type="dcterms:W3CDTF">2010-09-23T08:30:00Z</dcterms:created>
  <dcterms:modified xsi:type="dcterms:W3CDTF">2026-04-08T11:38:58Z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F6011697E8AA436AAEABA14AEBA145A4_13</vt:lpwstr>
  </property>
  <property fmtid="{D5CDD505-2E9C-101B-9397-08002B2CF9AE}" pid="3" name="KSOProductBuildVer">
    <vt:lpwstr>2052-12.1.0.25225</vt:lpwstr>
  </property>
</Properties>
</file>